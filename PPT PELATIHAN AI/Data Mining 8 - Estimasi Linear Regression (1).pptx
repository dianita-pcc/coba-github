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39"/>
  </p:notesMasterIdLst>
  <p:sldIdLst>
    <p:sldId id="256" r:id="rId2"/>
    <p:sldId id="265" r:id="rId3"/>
    <p:sldId id="307" r:id="rId4"/>
    <p:sldId id="257" r:id="rId5"/>
    <p:sldId id="308" r:id="rId6"/>
    <p:sldId id="319" r:id="rId7"/>
    <p:sldId id="320" r:id="rId8"/>
    <p:sldId id="321" r:id="rId9"/>
    <p:sldId id="318" r:id="rId10"/>
    <p:sldId id="322" r:id="rId11"/>
    <p:sldId id="323" r:id="rId12"/>
    <p:sldId id="324" r:id="rId13"/>
    <p:sldId id="325" r:id="rId14"/>
    <p:sldId id="326" r:id="rId15"/>
    <p:sldId id="327" r:id="rId16"/>
    <p:sldId id="328" r:id="rId17"/>
    <p:sldId id="329" r:id="rId18"/>
    <p:sldId id="330" r:id="rId19"/>
    <p:sldId id="331" r:id="rId20"/>
    <p:sldId id="332" r:id="rId21"/>
    <p:sldId id="333" r:id="rId22"/>
    <p:sldId id="334" r:id="rId23"/>
    <p:sldId id="335" r:id="rId24"/>
    <p:sldId id="336" r:id="rId25"/>
    <p:sldId id="337" r:id="rId26"/>
    <p:sldId id="338" r:id="rId27"/>
    <p:sldId id="339" r:id="rId28"/>
    <p:sldId id="340" r:id="rId29"/>
    <p:sldId id="341" r:id="rId30"/>
    <p:sldId id="342" r:id="rId31"/>
    <p:sldId id="343" r:id="rId32"/>
    <p:sldId id="344" r:id="rId33"/>
    <p:sldId id="345" r:id="rId34"/>
    <p:sldId id="346" r:id="rId35"/>
    <p:sldId id="347" r:id="rId36"/>
    <p:sldId id="348" r:id="rId37"/>
    <p:sldId id="349" r:id="rId38"/>
  </p:sldIdLst>
  <p:sldSz cx="6858000" cy="5143500"/>
  <p:notesSz cx="6858000" cy="9144000"/>
  <p:embeddedFontLst>
    <p:embeddedFont>
      <p:font typeface="Calibri" panose="020F0502020204030204" pitchFamily="34" charset="0"/>
      <p:regular r:id="rId40"/>
      <p:bold r:id="rId41"/>
      <p:italic r:id="rId42"/>
      <p:boldItalic r:id="rId43"/>
    </p:embeddedFont>
    <p:embeddedFont>
      <p:font typeface="Calibri Light" panose="020F0302020204030204" pitchFamily="34" charset="0"/>
      <p:regular r:id="rId44"/>
      <p:italic r:id="rId45"/>
    </p:embeddedFont>
    <p:embeddedFont>
      <p:font typeface="Cambria Math" panose="02040503050406030204" pitchFamily="18" charset="0"/>
      <p:regular r:id="rId4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A88852-3636-41BB-AD21-E140A1099F35}" v="84" dt="2021-09-08T16:37:57.717"/>
  </p1510:revLst>
</p1510:revInfo>
</file>

<file path=ppt/tableStyles.xml><?xml version="1.0" encoding="utf-8"?>
<a:tblStyleLst xmlns:a="http://schemas.openxmlformats.org/drawingml/2006/main" def="{5C22544A-7EE6-4342-B048-85BDC9FD1C3A}">
  <a:tblStyle styleId="{5C22544A-7EE6-4342-B048-85BDC9FD1C3A}" styleName="Gaya Medium 2 - Akse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Gaya Medium 1 - Akse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Gaya Terang 2 - Aksen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301B821-A1FF-4177-AEE7-76D212191A09}" styleName="Gaya Medium 1 - Akse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Gaya Terang 2 - Akse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Gaya Terang 3 - Akse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Gaya Terang 3 - Akse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C083E6E3-FA7D-4D7B-A595-EF9225AFEA82}" styleName="Gaya Terang 1 - Akse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1746" y="108"/>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365 Pro Plus" userId="8a4ede6a-2f8b-4c6e-b52c-08ce3e3b5c4d" providerId="ADAL" clId="{C8A88852-3636-41BB-AD21-E140A1099F35}"/>
    <pc:docChg chg="undo custSel addSld delSld modSld sldOrd">
      <pc:chgData name="365 Pro Plus" userId="8a4ede6a-2f8b-4c6e-b52c-08ce3e3b5c4d" providerId="ADAL" clId="{C8A88852-3636-41BB-AD21-E140A1099F35}" dt="2021-09-08T16:37:57.691" v="1326"/>
      <pc:docMkLst>
        <pc:docMk/>
      </pc:docMkLst>
      <pc:sldChg chg="add del">
        <pc:chgData name="365 Pro Plus" userId="8a4ede6a-2f8b-4c6e-b52c-08ce3e3b5c4d" providerId="ADAL" clId="{C8A88852-3636-41BB-AD21-E140A1099F35}" dt="2021-09-08T16:37:57.691" v="1326"/>
        <pc:sldMkLst>
          <pc:docMk/>
          <pc:sldMk cId="1537788745" sldId="265"/>
        </pc:sldMkLst>
      </pc:sldChg>
      <pc:sldChg chg="delSp modSp mod ord">
        <pc:chgData name="365 Pro Plus" userId="8a4ede6a-2f8b-4c6e-b52c-08ce3e3b5c4d" providerId="ADAL" clId="{C8A88852-3636-41BB-AD21-E140A1099F35}" dt="2021-09-01T13:06:41.116" v="154" actId="20577"/>
        <pc:sldMkLst>
          <pc:docMk/>
          <pc:sldMk cId="623806875" sldId="308"/>
        </pc:sldMkLst>
        <pc:spChg chg="mod">
          <ac:chgData name="365 Pro Plus" userId="8a4ede6a-2f8b-4c6e-b52c-08ce3e3b5c4d" providerId="ADAL" clId="{C8A88852-3636-41BB-AD21-E140A1099F35}" dt="2021-09-01T13:06:41.116" v="154" actId="20577"/>
          <ac:spMkLst>
            <pc:docMk/>
            <pc:sldMk cId="623806875" sldId="308"/>
            <ac:spMk id="2" creationId="{245DBFA3-9ED2-4629-B2F9-9A2A0641AE30}"/>
          </ac:spMkLst>
        </pc:spChg>
        <pc:spChg chg="mod">
          <ac:chgData name="365 Pro Plus" userId="8a4ede6a-2f8b-4c6e-b52c-08ce3e3b5c4d" providerId="ADAL" clId="{C8A88852-3636-41BB-AD21-E140A1099F35}" dt="2021-09-01T06:20:53.700" v="44" actId="20577"/>
          <ac:spMkLst>
            <pc:docMk/>
            <pc:sldMk cId="623806875" sldId="308"/>
            <ac:spMk id="3" creationId="{E003DF2A-06B6-4568-B0E0-D50CE6A2110A}"/>
          </ac:spMkLst>
        </pc:spChg>
        <pc:graphicFrameChg chg="del">
          <ac:chgData name="365 Pro Plus" userId="8a4ede6a-2f8b-4c6e-b52c-08ce3e3b5c4d" providerId="ADAL" clId="{C8A88852-3636-41BB-AD21-E140A1099F35}" dt="2021-09-01T06:20:12.831" v="37" actId="478"/>
          <ac:graphicFrameMkLst>
            <pc:docMk/>
            <pc:sldMk cId="623806875" sldId="308"/>
            <ac:graphicFrameMk id="5" creationId="{3E30FE5A-E788-466C-9B74-099BF9CC6E67}"/>
          </ac:graphicFrameMkLst>
        </pc:graphicFrameChg>
      </pc:sldChg>
      <pc:sldChg chg="del">
        <pc:chgData name="365 Pro Plus" userId="8a4ede6a-2f8b-4c6e-b52c-08ce3e3b5c4d" providerId="ADAL" clId="{C8A88852-3636-41BB-AD21-E140A1099F35}" dt="2021-09-01T06:20:04.698" v="35" actId="47"/>
        <pc:sldMkLst>
          <pc:docMk/>
          <pc:sldMk cId="2693943211" sldId="309"/>
        </pc:sldMkLst>
      </pc:sldChg>
      <pc:sldChg chg="del">
        <pc:chgData name="365 Pro Plus" userId="8a4ede6a-2f8b-4c6e-b52c-08ce3e3b5c4d" providerId="ADAL" clId="{C8A88852-3636-41BB-AD21-E140A1099F35}" dt="2021-09-01T06:20:04.698" v="35" actId="47"/>
        <pc:sldMkLst>
          <pc:docMk/>
          <pc:sldMk cId="793366114" sldId="310"/>
        </pc:sldMkLst>
      </pc:sldChg>
      <pc:sldChg chg="del">
        <pc:chgData name="365 Pro Plus" userId="8a4ede6a-2f8b-4c6e-b52c-08ce3e3b5c4d" providerId="ADAL" clId="{C8A88852-3636-41BB-AD21-E140A1099F35}" dt="2021-09-01T06:20:04.698" v="35" actId="47"/>
        <pc:sldMkLst>
          <pc:docMk/>
          <pc:sldMk cId="1765480180" sldId="311"/>
        </pc:sldMkLst>
      </pc:sldChg>
      <pc:sldChg chg="del">
        <pc:chgData name="365 Pro Plus" userId="8a4ede6a-2f8b-4c6e-b52c-08ce3e3b5c4d" providerId="ADAL" clId="{C8A88852-3636-41BB-AD21-E140A1099F35}" dt="2021-09-01T06:20:04.698" v="35" actId="47"/>
        <pc:sldMkLst>
          <pc:docMk/>
          <pc:sldMk cId="3227398809" sldId="312"/>
        </pc:sldMkLst>
      </pc:sldChg>
      <pc:sldChg chg="del">
        <pc:chgData name="365 Pro Plus" userId="8a4ede6a-2f8b-4c6e-b52c-08ce3e3b5c4d" providerId="ADAL" clId="{C8A88852-3636-41BB-AD21-E140A1099F35}" dt="2021-09-01T06:20:04.698" v="35" actId="47"/>
        <pc:sldMkLst>
          <pc:docMk/>
          <pc:sldMk cId="3902377795" sldId="313"/>
        </pc:sldMkLst>
      </pc:sldChg>
      <pc:sldChg chg="del">
        <pc:chgData name="365 Pro Plus" userId="8a4ede6a-2f8b-4c6e-b52c-08ce3e3b5c4d" providerId="ADAL" clId="{C8A88852-3636-41BB-AD21-E140A1099F35}" dt="2021-09-01T06:20:04.698" v="35" actId="47"/>
        <pc:sldMkLst>
          <pc:docMk/>
          <pc:sldMk cId="137838081" sldId="314"/>
        </pc:sldMkLst>
      </pc:sldChg>
      <pc:sldChg chg="del">
        <pc:chgData name="365 Pro Plus" userId="8a4ede6a-2f8b-4c6e-b52c-08ce3e3b5c4d" providerId="ADAL" clId="{C8A88852-3636-41BB-AD21-E140A1099F35}" dt="2021-09-01T06:20:04.698" v="35" actId="47"/>
        <pc:sldMkLst>
          <pc:docMk/>
          <pc:sldMk cId="2275809796" sldId="315"/>
        </pc:sldMkLst>
      </pc:sldChg>
      <pc:sldChg chg="del">
        <pc:chgData name="365 Pro Plus" userId="8a4ede6a-2f8b-4c6e-b52c-08ce3e3b5c4d" providerId="ADAL" clId="{C8A88852-3636-41BB-AD21-E140A1099F35}" dt="2021-09-01T06:20:04.698" v="35" actId="47"/>
        <pc:sldMkLst>
          <pc:docMk/>
          <pc:sldMk cId="1985620182" sldId="316"/>
        </pc:sldMkLst>
      </pc:sldChg>
      <pc:sldChg chg="del">
        <pc:chgData name="365 Pro Plus" userId="8a4ede6a-2f8b-4c6e-b52c-08ce3e3b5c4d" providerId="ADAL" clId="{C8A88852-3636-41BB-AD21-E140A1099F35}" dt="2021-09-01T06:20:04.698" v="35" actId="47"/>
        <pc:sldMkLst>
          <pc:docMk/>
          <pc:sldMk cId="1653551910" sldId="317"/>
        </pc:sldMkLst>
      </pc:sldChg>
      <pc:sldChg chg="modSp add mod">
        <pc:chgData name="365 Pro Plus" userId="8a4ede6a-2f8b-4c6e-b52c-08ce3e3b5c4d" providerId="ADAL" clId="{C8A88852-3636-41BB-AD21-E140A1099F35}" dt="2021-09-01T06:19:12.988" v="34" actId="20577"/>
        <pc:sldMkLst>
          <pc:docMk/>
          <pc:sldMk cId="1432743405" sldId="318"/>
        </pc:sldMkLst>
        <pc:spChg chg="mod">
          <ac:chgData name="365 Pro Plus" userId="8a4ede6a-2f8b-4c6e-b52c-08ce3e3b5c4d" providerId="ADAL" clId="{C8A88852-3636-41BB-AD21-E140A1099F35}" dt="2021-09-01T06:19:12.988" v="34" actId="20577"/>
          <ac:spMkLst>
            <pc:docMk/>
            <pc:sldMk cId="1432743405" sldId="318"/>
            <ac:spMk id="2" creationId="{E7306A9D-6CAD-441D-AD26-E6B1CA958C5D}"/>
          </ac:spMkLst>
        </pc:spChg>
      </pc:sldChg>
      <pc:sldChg chg="add del">
        <pc:chgData name="365 Pro Plus" userId="8a4ede6a-2f8b-4c6e-b52c-08ce3e3b5c4d" providerId="ADAL" clId="{C8A88852-3636-41BB-AD21-E140A1099F35}" dt="2021-09-01T06:18:57.658" v="1" actId="2696"/>
        <pc:sldMkLst>
          <pc:docMk/>
          <pc:sldMk cId="3898669147" sldId="318"/>
        </pc:sldMkLst>
      </pc:sldChg>
      <pc:sldChg chg="modSp add mod ord">
        <pc:chgData name="365 Pro Plus" userId="8a4ede6a-2f8b-4c6e-b52c-08ce3e3b5c4d" providerId="ADAL" clId="{C8A88852-3636-41BB-AD21-E140A1099F35}" dt="2021-09-01T13:06:44.874" v="157" actId="20577"/>
        <pc:sldMkLst>
          <pc:docMk/>
          <pc:sldMk cId="1357389822" sldId="319"/>
        </pc:sldMkLst>
        <pc:spChg chg="mod">
          <ac:chgData name="365 Pro Plus" userId="8a4ede6a-2f8b-4c6e-b52c-08ce3e3b5c4d" providerId="ADAL" clId="{C8A88852-3636-41BB-AD21-E140A1099F35}" dt="2021-09-01T13:06:44.874" v="157" actId="20577"/>
          <ac:spMkLst>
            <pc:docMk/>
            <pc:sldMk cId="1357389822" sldId="319"/>
            <ac:spMk id="2" creationId="{245DBFA3-9ED2-4629-B2F9-9A2A0641AE30}"/>
          </ac:spMkLst>
        </pc:spChg>
        <pc:spChg chg="mod">
          <ac:chgData name="365 Pro Plus" userId="8a4ede6a-2f8b-4c6e-b52c-08ce3e3b5c4d" providerId="ADAL" clId="{C8A88852-3636-41BB-AD21-E140A1099F35}" dt="2021-09-01T13:01:36.033" v="116" actId="20577"/>
          <ac:spMkLst>
            <pc:docMk/>
            <pc:sldMk cId="1357389822" sldId="319"/>
            <ac:spMk id="3" creationId="{E003DF2A-06B6-4568-B0E0-D50CE6A2110A}"/>
          </ac:spMkLst>
        </pc:spChg>
      </pc:sldChg>
      <pc:sldChg chg="addSp modSp add mod ord">
        <pc:chgData name="365 Pro Plus" userId="8a4ede6a-2f8b-4c6e-b52c-08ce3e3b5c4d" providerId="ADAL" clId="{C8A88852-3636-41BB-AD21-E140A1099F35}" dt="2021-09-01T13:06:48.017" v="158" actId="20577"/>
        <pc:sldMkLst>
          <pc:docMk/>
          <pc:sldMk cId="2981346501" sldId="320"/>
        </pc:sldMkLst>
        <pc:spChg chg="mod">
          <ac:chgData name="365 Pro Plus" userId="8a4ede6a-2f8b-4c6e-b52c-08ce3e3b5c4d" providerId="ADAL" clId="{C8A88852-3636-41BB-AD21-E140A1099F35}" dt="2021-09-01T13:06:48.017" v="158" actId="20577"/>
          <ac:spMkLst>
            <pc:docMk/>
            <pc:sldMk cId="2981346501" sldId="320"/>
            <ac:spMk id="2" creationId="{245DBFA3-9ED2-4629-B2F9-9A2A0641AE30}"/>
          </ac:spMkLst>
        </pc:spChg>
        <pc:spChg chg="mod">
          <ac:chgData name="365 Pro Plus" userId="8a4ede6a-2f8b-4c6e-b52c-08ce3e3b5c4d" providerId="ADAL" clId="{C8A88852-3636-41BB-AD21-E140A1099F35}" dt="2021-09-01T13:01:47.594" v="118" actId="5793"/>
          <ac:spMkLst>
            <pc:docMk/>
            <pc:sldMk cId="2981346501" sldId="320"/>
            <ac:spMk id="3" creationId="{E003DF2A-06B6-4568-B0E0-D50CE6A2110A}"/>
          </ac:spMkLst>
        </pc:spChg>
        <pc:spChg chg="add mod">
          <ac:chgData name="365 Pro Plus" userId="8a4ede6a-2f8b-4c6e-b52c-08ce3e3b5c4d" providerId="ADAL" clId="{C8A88852-3636-41BB-AD21-E140A1099F35}" dt="2021-09-01T13:02:45.030" v="133" actId="20577"/>
          <ac:spMkLst>
            <pc:docMk/>
            <pc:sldMk cId="2981346501" sldId="320"/>
            <ac:spMk id="7" creationId="{01CBAB16-325E-4606-ADA2-0AB1435DDDE8}"/>
          </ac:spMkLst>
        </pc:spChg>
        <pc:picChg chg="add mod">
          <ac:chgData name="365 Pro Plus" userId="8a4ede6a-2f8b-4c6e-b52c-08ce3e3b5c4d" providerId="ADAL" clId="{C8A88852-3636-41BB-AD21-E140A1099F35}" dt="2021-09-01T13:02:11.856" v="123" actId="1076"/>
          <ac:picMkLst>
            <pc:docMk/>
            <pc:sldMk cId="2981346501" sldId="320"/>
            <ac:picMk id="5" creationId="{18D7B2B5-1013-49ED-9A7B-C75E79313A59}"/>
          </ac:picMkLst>
        </pc:picChg>
      </pc:sldChg>
      <pc:sldChg chg="new del">
        <pc:chgData name="365 Pro Plus" userId="8a4ede6a-2f8b-4c6e-b52c-08ce3e3b5c4d" providerId="ADAL" clId="{C8A88852-3636-41BB-AD21-E140A1099F35}" dt="2021-09-01T12:59:57.648" v="48" actId="680"/>
        <pc:sldMkLst>
          <pc:docMk/>
          <pc:sldMk cId="4039538033" sldId="320"/>
        </pc:sldMkLst>
      </pc:sldChg>
      <pc:sldChg chg="delSp modSp add mod ord">
        <pc:chgData name="365 Pro Plus" userId="8a4ede6a-2f8b-4c6e-b52c-08ce3e3b5c4d" providerId="ADAL" clId="{C8A88852-3636-41BB-AD21-E140A1099F35}" dt="2021-09-01T13:07:22.998" v="161"/>
        <pc:sldMkLst>
          <pc:docMk/>
          <pc:sldMk cId="3197002563" sldId="321"/>
        </pc:sldMkLst>
        <pc:spChg chg="mod">
          <ac:chgData name="365 Pro Plus" userId="8a4ede6a-2f8b-4c6e-b52c-08ce3e3b5c4d" providerId="ADAL" clId="{C8A88852-3636-41BB-AD21-E140A1099F35}" dt="2021-09-01T13:07:22.998" v="161"/>
          <ac:spMkLst>
            <pc:docMk/>
            <pc:sldMk cId="3197002563" sldId="321"/>
            <ac:spMk id="2" creationId="{245DBFA3-9ED2-4629-B2F9-9A2A0641AE30}"/>
          </ac:spMkLst>
        </pc:spChg>
        <pc:spChg chg="mod">
          <ac:chgData name="365 Pro Plus" userId="8a4ede6a-2f8b-4c6e-b52c-08ce3e3b5c4d" providerId="ADAL" clId="{C8A88852-3636-41BB-AD21-E140A1099F35}" dt="2021-09-01T13:06:12.391" v="151" actId="255"/>
          <ac:spMkLst>
            <pc:docMk/>
            <pc:sldMk cId="3197002563" sldId="321"/>
            <ac:spMk id="3" creationId="{E003DF2A-06B6-4568-B0E0-D50CE6A2110A}"/>
          </ac:spMkLst>
        </pc:spChg>
        <pc:spChg chg="del">
          <ac:chgData name="365 Pro Plus" userId="8a4ede6a-2f8b-4c6e-b52c-08ce3e3b5c4d" providerId="ADAL" clId="{C8A88852-3636-41BB-AD21-E140A1099F35}" dt="2021-09-01T13:03:24.804" v="137" actId="478"/>
          <ac:spMkLst>
            <pc:docMk/>
            <pc:sldMk cId="3197002563" sldId="321"/>
            <ac:spMk id="7" creationId="{01CBAB16-325E-4606-ADA2-0AB1435DDDE8}"/>
          </ac:spMkLst>
        </pc:spChg>
        <pc:picChg chg="del">
          <ac:chgData name="365 Pro Plus" userId="8a4ede6a-2f8b-4c6e-b52c-08ce3e3b5c4d" providerId="ADAL" clId="{C8A88852-3636-41BB-AD21-E140A1099F35}" dt="2021-09-01T13:03:24.037" v="136" actId="478"/>
          <ac:picMkLst>
            <pc:docMk/>
            <pc:sldMk cId="3197002563" sldId="321"/>
            <ac:picMk id="5" creationId="{18D7B2B5-1013-49ED-9A7B-C75E79313A59}"/>
          </ac:picMkLst>
        </pc:picChg>
      </pc:sldChg>
      <pc:sldChg chg="modSp add mod ord">
        <pc:chgData name="365 Pro Plus" userId="8a4ede6a-2f8b-4c6e-b52c-08ce3e3b5c4d" providerId="ADAL" clId="{C8A88852-3636-41BB-AD21-E140A1099F35}" dt="2021-09-01T13:13:43.214" v="192"/>
        <pc:sldMkLst>
          <pc:docMk/>
          <pc:sldMk cId="449480700" sldId="322"/>
        </pc:sldMkLst>
        <pc:spChg chg="mod">
          <ac:chgData name="365 Pro Plus" userId="8a4ede6a-2f8b-4c6e-b52c-08ce3e3b5c4d" providerId="ADAL" clId="{C8A88852-3636-41BB-AD21-E140A1099F35}" dt="2021-09-01T13:13:43.214" v="192"/>
          <ac:spMkLst>
            <pc:docMk/>
            <pc:sldMk cId="449480700" sldId="322"/>
            <ac:spMk id="2" creationId="{245DBFA3-9ED2-4629-B2F9-9A2A0641AE30}"/>
          </ac:spMkLst>
        </pc:spChg>
        <pc:spChg chg="mod">
          <ac:chgData name="365 Pro Plus" userId="8a4ede6a-2f8b-4c6e-b52c-08ce3e3b5c4d" providerId="ADAL" clId="{C8A88852-3636-41BB-AD21-E140A1099F35}" dt="2021-09-01T13:12:08.574" v="185" actId="2711"/>
          <ac:spMkLst>
            <pc:docMk/>
            <pc:sldMk cId="449480700" sldId="322"/>
            <ac:spMk id="3" creationId="{E003DF2A-06B6-4568-B0E0-D50CE6A2110A}"/>
          </ac:spMkLst>
        </pc:spChg>
      </pc:sldChg>
      <pc:sldChg chg="modSp add mod">
        <pc:chgData name="365 Pro Plus" userId="8a4ede6a-2f8b-4c6e-b52c-08ce3e3b5c4d" providerId="ADAL" clId="{C8A88852-3636-41BB-AD21-E140A1099F35}" dt="2021-09-01T13:13:45.243" v="193"/>
        <pc:sldMkLst>
          <pc:docMk/>
          <pc:sldMk cId="2588843700" sldId="323"/>
        </pc:sldMkLst>
        <pc:spChg chg="mod">
          <ac:chgData name="365 Pro Plus" userId="8a4ede6a-2f8b-4c6e-b52c-08ce3e3b5c4d" providerId="ADAL" clId="{C8A88852-3636-41BB-AD21-E140A1099F35}" dt="2021-09-01T13:13:45.243" v="193"/>
          <ac:spMkLst>
            <pc:docMk/>
            <pc:sldMk cId="2588843700" sldId="323"/>
            <ac:spMk id="2" creationId="{245DBFA3-9ED2-4629-B2F9-9A2A0641AE30}"/>
          </ac:spMkLst>
        </pc:spChg>
        <pc:spChg chg="mod">
          <ac:chgData name="365 Pro Plus" userId="8a4ede6a-2f8b-4c6e-b52c-08ce3e3b5c4d" providerId="ADAL" clId="{C8A88852-3636-41BB-AD21-E140A1099F35}" dt="2021-09-01T13:12:56.615" v="191" actId="12"/>
          <ac:spMkLst>
            <pc:docMk/>
            <pc:sldMk cId="2588843700" sldId="323"/>
            <ac:spMk id="3" creationId="{E003DF2A-06B6-4568-B0E0-D50CE6A2110A}"/>
          </ac:spMkLst>
        </pc:spChg>
      </pc:sldChg>
      <pc:sldChg chg="addSp delSp modSp add mod">
        <pc:chgData name="365 Pro Plus" userId="8a4ede6a-2f8b-4c6e-b52c-08ce3e3b5c4d" providerId="ADAL" clId="{C8A88852-3636-41BB-AD21-E140A1099F35}" dt="2021-09-01T16:55:34.809" v="1016" actId="20577"/>
        <pc:sldMkLst>
          <pc:docMk/>
          <pc:sldMk cId="1614396593" sldId="324"/>
        </pc:sldMkLst>
        <pc:spChg chg="mod">
          <ac:chgData name="365 Pro Plus" userId="8a4ede6a-2f8b-4c6e-b52c-08ce3e3b5c4d" providerId="ADAL" clId="{C8A88852-3636-41BB-AD21-E140A1099F35}" dt="2021-09-01T16:55:34.809" v="1016" actId="20577"/>
          <ac:spMkLst>
            <pc:docMk/>
            <pc:sldMk cId="1614396593" sldId="324"/>
            <ac:spMk id="2" creationId="{245DBFA3-9ED2-4629-B2F9-9A2A0641AE30}"/>
          </ac:spMkLst>
        </pc:spChg>
        <pc:spChg chg="mod">
          <ac:chgData name="365 Pro Plus" userId="8a4ede6a-2f8b-4c6e-b52c-08ce3e3b5c4d" providerId="ADAL" clId="{C8A88852-3636-41BB-AD21-E140A1099F35}" dt="2021-09-01T13:32:55.480" v="232" actId="404"/>
          <ac:spMkLst>
            <pc:docMk/>
            <pc:sldMk cId="1614396593" sldId="324"/>
            <ac:spMk id="3" creationId="{E003DF2A-06B6-4568-B0E0-D50CE6A2110A}"/>
          </ac:spMkLst>
        </pc:spChg>
        <pc:graphicFrameChg chg="add del mod modGraphic">
          <ac:chgData name="365 Pro Plus" userId="8a4ede6a-2f8b-4c6e-b52c-08ce3e3b5c4d" providerId="ADAL" clId="{C8A88852-3636-41BB-AD21-E140A1099F35}" dt="2021-09-01T13:33:37.661" v="240" actId="1076"/>
          <ac:graphicFrameMkLst>
            <pc:docMk/>
            <pc:sldMk cId="1614396593" sldId="324"/>
            <ac:graphicFrameMk id="5" creationId="{A29177F8-D10A-46C6-B3A3-9DF006E10630}"/>
          </ac:graphicFrameMkLst>
        </pc:graphicFrameChg>
        <pc:picChg chg="add mod">
          <ac:chgData name="365 Pro Plus" userId="8a4ede6a-2f8b-4c6e-b52c-08ce3e3b5c4d" providerId="ADAL" clId="{C8A88852-3636-41BB-AD21-E140A1099F35}" dt="2021-09-01T13:33:38.079" v="241" actId="1076"/>
          <ac:picMkLst>
            <pc:docMk/>
            <pc:sldMk cId="1614396593" sldId="324"/>
            <ac:picMk id="6" creationId="{20AA7570-E420-436A-80AE-C4F65F5FE9CE}"/>
          </ac:picMkLst>
        </pc:picChg>
      </pc:sldChg>
      <pc:sldChg chg="addSp delSp modSp add mod">
        <pc:chgData name="365 Pro Plus" userId="8a4ede6a-2f8b-4c6e-b52c-08ce3e3b5c4d" providerId="ADAL" clId="{C8A88852-3636-41BB-AD21-E140A1099F35}" dt="2021-09-01T16:55:21.519" v="1001"/>
        <pc:sldMkLst>
          <pc:docMk/>
          <pc:sldMk cId="3404672025" sldId="325"/>
        </pc:sldMkLst>
        <pc:spChg chg="mod">
          <ac:chgData name="365 Pro Plus" userId="8a4ede6a-2f8b-4c6e-b52c-08ce3e3b5c4d" providerId="ADAL" clId="{C8A88852-3636-41BB-AD21-E140A1099F35}" dt="2021-09-01T16:55:21.519" v="1001"/>
          <ac:spMkLst>
            <pc:docMk/>
            <pc:sldMk cId="3404672025" sldId="325"/>
            <ac:spMk id="2" creationId="{245DBFA3-9ED2-4629-B2F9-9A2A0641AE30}"/>
          </ac:spMkLst>
        </pc:spChg>
        <pc:spChg chg="mod">
          <ac:chgData name="365 Pro Plus" userId="8a4ede6a-2f8b-4c6e-b52c-08ce3e3b5c4d" providerId="ADAL" clId="{C8A88852-3636-41BB-AD21-E140A1099F35}" dt="2021-09-01T13:41:34.746" v="384" actId="14100"/>
          <ac:spMkLst>
            <pc:docMk/>
            <pc:sldMk cId="3404672025" sldId="325"/>
            <ac:spMk id="3" creationId="{E003DF2A-06B6-4568-B0E0-D50CE6A2110A}"/>
          </ac:spMkLst>
        </pc:spChg>
        <pc:spChg chg="add del mod">
          <ac:chgData name="365 Pro Plus" userId="8a4ede6a-2f8b-4c6e-b52c-08ce3e3b5c4d" providerId="ADAL" clId="{C8A88852-3636-41BB-AD21-E140A1099F35}" dt="2021-09-01T13:35:19.897" v="327"/>
          <ac:spMkLst>
            <pc:docMk/>
            <pc:sldMk cId="3404672025" sldId="325"/>
            <ac:spMk id="6" creationId="{D687DC26-473D-47B4-8A26-A18B428531DB}"/>
          </ac:spMkLst>
        </pc:spChg>
        <pc:spChg chg="add del mod">
          <ac:chgData name="365 Pro Plus" userId="8a4ede6a-2f8b-4c6e-b52c-08ce3e3b5c4d" providerId="ADAL" clId="{C8A88852-3636-41BB-AD21-E140A1099F35}" dt="2021-09-01T13:35:29.262" v="329"/>
          <ac:spMkLst>
            <pc:docMk/>
            <pc:sldMk cId="3404672025" sldId="325"/>
            <ac:spMk id="7" creationId="{B725BB18-5CB6-4D35-96FE-3E6EE1503BC9}"/>
          </ac:spMkLst>
        </pc:spChg>
        <pc:graphicFrameChg chg="del">
          <ac:chgData name="365 Pro Plus" userId="8a4ede6a-2f8b-4c6e-b52c-08ce3e3b5c4d" providerId="ADAL" clId="{C8A88852-3636-41BB-AD21-E140A1099F35}" dt="2021-09-01T13:32:03.724" v="223" actId="478"/>
          <ac:graphicFrameMkLst>
            <pc:docMk/>
            <pc:sldMk cId="3404672025" sldId="325"/>
            <ac:graphicFrameMk id="5" creationId="{A29177F8-D10A-46C6-B3A3-9DF006E10630}"/>
          </ac:graphicFrameMkLst>
        </pc:graphicFrameChg>
        <pc:graphicFrameChg chg="add mod modGraphic">
          <ac:chgData name="365 Pro Plus" userId="8a4ede6a-2f8b-4c6e-b52c-08ce3e3b5c4d" providerId="ADAL" clId="{C8A88852-3636-41BB-AD21-E140A1099F35}" dt="2021-09-01T13:42:59.331" v="392" actId="113"/>
          <ac:graphicFrameMkLst>
            <pc:docMk/>
            <pc:sldMk cId="3404672025" sldId="325"/>
            <ac:graphicFrameMk id="8" creationId="{ADB1ABF5-01D3-4584-9A52-272C3440AF2B}"/>
          </ac:graphicFrameMkLst>
        </pc:graphicFrameChg>
      </pc:sldChg>
      <pc:sldChg chg="addSp modSp add mod ord">
        <pc:chgData name="365 Pro Plus" userId="8a4ede6a-2f8b-4c6e-b52c-08ce3e3b5c4d" providerId="ADAL" clId="{C8A88852-3636-41BB-AD21-E140A1099F35}" dt="2021-09-01T16:55:19.269" v="1000"/>
        <pc:sldMkLst>
          <pc:docMk/>
          <pc:sldMk cId="2551262226" sldId="326"/>
        </pc:sldMkLst>
        <pc:spChg chg="mod">
          <ac:chgData name="365 Pro Plus" userId="8a4ede6a-2f8b-4c6e-b52c-08ce3e3b5c4d" providerId="ADAL" clId="{C8A88852-3636-41BB-AD21-E140A1099F35}" dt="2021-09-01T16:55:19.269" v="1000"/>
          <ac:spMkLst>
            <pc:docMk/>
            <pc:sldMk cId="2551262226" sldId="326"/>
            <ac:spMk id="2" creationId="{245DBFA3-9ED2-4629-B2F9-9A2A0641AE30}"/>
          </ac:spMkLst>
        </pc:spChg>
        <pc:spChg chg="mod">
          <ac:chgData name="365 Pro Plus" userId="8a4ede6a-2f8b-4c6e-b52c-08ce3e3b5c4d" providerId="ADAL" clId="{C8A88852-3636-41BB-AD21-E140A1099F35}" dt="2021-09-01T13:47:33.841" v="431" actId="2710"/>
          <ac:spMkLst>
            <pc:docMk/>
            <pc:sldMk cId="2551262226" sldId="326"/>
            <ac:spMk id="3" creationId="{E003DF2A-06B6-4568-B0E0-D50CE6A2110A}"/>
          </ac:spMkLst>
        </pc:spChg>
        <pc:graphicFrameChg chg="add mod modGraphic">
          <ac:chgData name="365 Pro Plus" userId="8a4ede6a-2f8b-4c6e-b52c-08ce3e3b5c4d" providerId="ADAL" clId="{C8A88852-3636-41BB-AD21-E140A1099F35}" dt="2021-09-01T13:47:45.273" v="433" actId="1076"/>
          <ac:graphicFrameMkLst>
            <pc:docMk/>
            <pc:sldMk cId="2551262226" sldId="326"/>
            <ac:graphicFrameMk id="5" creationId="{0087E8ED-F04F-48E1-8518-ECBA3649D691}"/>
          </ac:graphicFrameMkLst>
        </pc:graphicFrameChg>
      </pc:sldChg>
      <pc:sldChg chg="modSp add mod ord">
        <pc:chgData name="365 Pro Plus" userId="8a4ede6a-2f8b-4c6e-b52c-08ce3e3b5c4d" providerId="ADAL" clId="{C8A88852-3636-41BB-AD21-E140A1099F35}" dt="2021-09-01T16:55:17.101" v="999"/>
        <pc:sldMkLst>
          <pc:docMk/>
          <pc:sldMk cId="2000740904" sldId="327"/>
        </pc:sldMkLst>
        <pc:spChg chg="mod">
          <ac:chgData name="365 Pro Plus" userId="8a4ede6a-2f8b-4c6e-b52c-08ce3e3b5c4d" providerId="ADAL" clId="{C8A88852-3636-41BB-AD21-E140A1099F35}" dt="2021-09-01T16:55:17.101" v="999"/>
          <ac:spMkLst>
            <pc:docMk/>
            <pc:sldMk cId="2000740904" sldId="327"/>
            <ac:spMk id="2" creationId="{245DBFA3-9ED2-4629-B2F9-9A2A0641AE30}"/>
          </ac:spMkLst>
        </pc:spChg>
        <pc:spChg chg="mod">
          <ac:chgData name="365 Pro Plus" userId="8a4ede6a-2f8b-4c6e-b52c-08ce3e3b5c4d" providerId="ADAL" clId="{C8A88852-3636-41BB-AD21-E140A1099F35}" dt="2021-09-01T13:51:33.378" v="447" actId="20577"/>
          <ac:spMkLst>
            <pc:docMk/>
            <pc:sldMk cId="2000740904" sldId="327"/>
            <ac:spMk id="3" creationId="{E003DF2A-06B6-4568-B0E0-D50CE6A2110A}"/>
          </ac:spMkLst>
        </pc:spChg>
      </pc:sldChg>
      <pc:sldChg chg="addSp modSp add mod modNotesTx">
        <pc:chgData name="365 Pro Plus" userId="8a4ede6a-2f8b-4c6e-b52c-08ce3e3b5c4d" providerId="ADAL" clId="{C8A88852-3636-41BB-AD21-E140A1099F35}" dt="2021-09-01T16:55:14.119" v="998" actId="20577"/>
        <pc:sldMkLst>
          <pc:docMk/>
          <pc:sldMk cId="106922134" sldId="328"/>
        </pc:sldMkLst>
        <pc:spChg chg="mod">
          <ac:chgData name="365 Pro Plus" userId="8a4ede6a-2f8b-4c6e-b52c-08ce3e3b5c4d" providerId="ADAL" clId="{C8A88852-3636-41BB-AD21-E140A1099F35}" dt="2021-09-01T16:55:14.119" v="998" actId="20577"/>
          <ac:spMkLst>
            <pc:docMk/>
            <pc:sldMk cId="106922134" sldId="328"/>
            <ac:spMk id="2" creationId="{245DBFA3-9ED2-4629-B2F9-9A2A0641AE30}"/>
          </ac:spMkLst>
        </pc:spChg>
        <pc:spChg chg="mod">
          <ac:chgData name="365 Pro Plus" userId="8a4ede6a-2f8b-4c6e-b52c-08ce3e3b5c4d" providerId="ADAL" clId="{C8A88852-3636-41BB-AD21-E140A1099F35}" dt="2021-09-01T14:00:13.106" v="478" actId="403"/>
          <ac:spMkLst>
            <pc:docMk/>
            <pc:sldMk cId="106922134" sldId="328"/>
            <ac:spMk id="3" creationId="{E003DF2A-06B6-4568-B0E0-D50CE6A2110A}"/>
          </ac:spMkLst>
        </pc:spChg>
        <pc:graphicFrameChg chg="add mod modGraphic">
          <ac:chgData name="365 Pro Plus" userId="8a4ede6a-2f8b-4c6e-b52c-08ce3e3b5c4d" providerId="ADAL" clId="{C8A88852-3636-41BB-AD21-E140A1099F35}" dt="2021-09-01T14:00:10.291" v="477" actId="1076"/>
          <ac:graphicFrameMkLst>
            <pc:docMk/>
            <pc:sldMk cId="106922134" sldId="328"/>
            <ac:graphicFrameMk id="5" creationId="{B7F5EB21-4ADB-4125-94AA-EAB1A0551BD6}"/>
          </ac:graphicFrameMkLst>
        </pc:graphicFrameChg>
      </pc:sldChg>
      <pc:sldChg chg="addSp delSp modSp add mod">
        <pc:chgData name="365 Pro Plus" userId="8a4ede6a-2f8b-4c6e-b52c-08ce3e3b5c4d" providerId="ADAL" clId="{C8A88852-3636-41BB-AD21-E140A1099F35}" dt="2021-09-01T14:51:16.827" v="503" actId="20577"/>
        <pc:sldMkLst>
          <pc:docMk/>
          <pc:sldMk cId="3582536377" sldId="329"/>
        </pc:sldMkLst>
        <pc:spChg chg="mod">
          <ac:chgData name="365 Pro Plus" userId="8a4ede6a-2f8b-4c6e-b52c-08ce3e3b5c4d" providerId="ADAL" clId="{C8A88852-3636-41BB-AD21-E140A1099F35}" dt="2021-09-01T14:03:58.784" v="483"/>
          <ac:spMkLst>
            <pc:docMk/>
            <pc:sldMk cId="3582536377" sldId="329"/>
            <ac:spMk id="2" creationId="{245DBFA3-9ED2-4629-B2F9-9A2A0641AE30}"/>
          </ac:spMkLst>
        </pc:spChg>
        <pc:spChg chg="mod">
          <ac:chgData name="365 Pro Plus" userId="8a4ede6a-2f8b-4c6e-b52c-08ce3e3b5c4d" providerId="ADAL" clId="{C8A88852-3636-41BB-AD21-E140A1099F35}" dt="2021-09-01T14:51:16.827" v="503" actId="20577"/>
          <ac:spMkLst>
            <pc:docMk/>
            <pc:sldMk cId="3582536377" sldId="329"/>
            <ac:spMk id="3" creationId="{E003DF2A-06B6-4568-B0E0-D50CE6A2110A}"/>
          </ac:spMkLst>
        </pc:spChg>
        <pc:graphicFrameChg chg="del">
          <ac:chgData name="365 Pro Plus" userId="8a4ede6a-2f8b-4c6e-b52c-08ce3e3b5c4d" providerId="ADAL" clId="{C8A88852-3636-41BB-AD21-E140A1099F35}" dt="2021-09-01T14:03:40.126" v="481" actId="478"/>
          <ac:graphicFrameMkLst>
            <pc:docMk/>
            <pc:sldMk cId="3582536377" sldId="329"/>
            <ac:graphicFrameMk id="5" creationId="{B7F5EB21-4ADB-4125-94AA-EAB1A0551BD6}"/>
          </ac:graphicFrameMkLst>
        </pc:graphicFrameChg>
        <pc:graphicFrameChg chg="add mod modGraphic">
          <ac:chgData name="365 Pro Plus" userId="8a4ede6a-2f8b-4c6e-b52c-08ce3e3b5c4d" providerId="ADAL" clId="{C8A88852-3636-41BB-AD21-E140A1099F35}" dt="2021-09-01T14:49:08.134" v="502" actId="113"/>
          <ac:graphicFrameMkLst>
            <pc:docMk/>
            <pc:sldMk cId="3582536377" sldId="329"/>
            <ac:graphicFrameMk id="6" creationId="{3C76785B-E9A2-4470-8468-45FE7D86314D}"/>
          </ac:graphicFrameMkLst>
        </pc:graphicFrameChg>
      </pc:sldChg>
      <pc:sldChg chg="addSp delSp modSp add mod">
        <pc:chgData name="365 Pro Plus" userId="8a4ede6a-2f8b-4c6e-b52c-08ce3e3b5c4d" providerId="ADAL" clId="{C8A88852-3636-41BB-AD21-E140A1099F35}" dt="2021-09-01T14:52:57.898" v="519" actId="1076"/>
        <pc:sldMkLst>
          <pc:docMk/>
          <pc:sldMk cId="3152838280" sldId="330"/>
        </pc:sldMkLst>
        <pc:spChg chg="mod">
          <ac:chgData name="365 Pro Plus" userId="8a4ede6a-2f8b-4c6e-b52c-08ce3e3b5c4d" providerId="ADAL" clId="{C8A88852-3636-41BB-AD21-E140A1099F35}" dt="2021-09-01T14:51:27.854" v="507" actId="20577"/>
          <ac:spMkLst>
            <pc:docMk/>
            <pc:sldMk cId="3152838280" sldId="330"/>
            <ac:spMk id="2" creationId="{245DBFA3-9ED2-4629-B2F9-9A2A0641AE30}"/>
          </ac:spMkLst>
        </pc:spChg>
        <pc:spChg chg="mod">
          <ac:chgData name="365 Pro Plus" userId="8a4ede6a-2f8b-4c6e-b52c-08ce3e3b5c4d" providerId="ADAL" clId="{C8A88852-3636-41BB-AD21-E140A1099F35}" dt="2021-09-01T14:52:53.241" v="518" actId="1076"/>
          <ac:spMkLst>
            <pc:docMk/>
            <pc:sldMk cId="3152838280" sldId="330"/>
            <ac:spMk id="3" creationId="{E003DF2A-06B6-4568-B0E0-D50CE6A2110A}"/>
          </ac:spMkLst>
        </pc:spChg>
        <pc:spChg chg="add mod">
          <ac:chgData name="365 Pro Plus" userId="8a4ede6a-2f8b-4c6e-b52c-08ce3e3b5c4d" providerId="ADAL" clId="{C8A88852-3636-41BB-AD21-E140A1099F35}" dt="2021-09-01T14:52:53.241" v="518" actId="1076"/>
          <ac:spMkLst>
            <pc:docMk/>
            <pc:sldMk cId="3152838280" sldId="330"/>
            <ac:spMk id="5" creationId="{A8897921-F76E-4D95-9566-26C9F1FD1AB1}"/>
          </ac:spMkLst>
        </pc:spChg>
        <pc:graphicFrameChg chg="del">
          <ac:chgData name="365 Pro Plus" userId="8a4ede6a-2f8b-4c6e-b52c-08ce3e3b5c4d" providerId="ADAL" clId="{C8A88852-3636-41BB-AD21-E140A1099F35}" dt="2021-09-01T14:51:31.562" v="508" actId="478"/>
          <ac:graphicFrameMkLst>
            <pc:docMk/>
            <pc:sldMk cId="3152838280" sldId="330"/>
            <ac:graphicFrameMk id="6" creationId="{3C76785B-E9A2-4470-8468-45FE7D86314D}"/>
          </ac:graphicFrameMkLst>
        </pc:graphicFrameChg>
        <pc:graphicFrameChg chg="add mod">
          <ac:chgData name="365 Pro Plus" userId="8a4ede6a-2f8b-4c6e-b52c-08ce3e3b5c4d" providerId="ADAL" clId="{C8A88852-3636-41BB-AD21-E140A1099F35}" dt="2021-09-01T14:52:57.898" v="519" actId="1076"/>
          <ac:graphicFrameMkLst>
            <pc:docMk/>
            <pc:sldMk cId="3152838280" sldId="330"/>
            <ac:graphicFrameMk id="7" creationId="{515FAF2C-DB58-428B-A7F8-17DE08B2C5D9}"/>
          </ac:graphicFrameMkLst>
        </pc:graphicFrameChg>
      </pc:sldChg>
      <pc:sldChg chg="delSp modSp add mod">
        <pc:chgData name="365 Pro Plus" userId="8a4ede6a-2f8b-4c6e-b52c-08ce3e3b5c4d" providerId="ADAL" clId="{C8A88852-3636-41BB-AD21-E140A1099F35}" dt="2021-09-01T15:09:08.217" v="616" actId="20577"/>
        <pc:sldMkLst>
          <pc:docMk/>
          <pc:sldMk cId="677341259" sldId="331"/>
        </pc:sldMkLst>
        <pc:spChg chg="mod">
          <ac:chgData name="365 Pro Plus" userId="8a4ede6a-2f8b-4c6e-b52c-08ce3e3b5c4d" providerId="ADAL" clId="{C8A88852-3636-41BB-AD21-E140A1099F35}" dt="2021-09-01T15:09:08.217" v="616" actId="20577"/>
          <ac:spMkLst>
            <pc:docMk/>
            <pc:sldMk cId="677341259" sldId="331"/>
            <ac:spMk id="3" creationId="{E003DF2A-06B6-4568-B0E0-D50CE6A2110A}"/>
          </ac:spMkLst>
        </pc:spChg>
        <pc:graphicFrameChg chg="del">
          <ac:chgData name="365 Pro Plus" userId="8a4ede6a-2f8b-4c6e-b52c-08ce3e3b5c4d" providerId="ADAL" clId="{C8A88852-3636-41BB-AD21-E140A1099F35}" dt="2021-09-01T15:05:14.125" v="521" actId="478"/>
          <ac:graphicFrameMkLst>
            <pc:docMk/>
            <pc:sldMk cId="677341259" sldId="331"/>
            <ac:graphicFrameMk id="7" creationId="{515FAF2C-DB58-428B-A7F8-17DE08B2C5D9}"/>
          </ac:graphicFrameMkLst>
        </pc:graphicFrameChg>
      </pc:sldChg>
      <pc:sldChg chg="addSp modSp add mod">
        <pc:chgData name="365 Pro Plus" userId="8a4ede6a-2f8b-4c6e-b52c-08ce3e3b5c4d" providerId="ADAL" clId="{C8A88852-3636-41BB-AD21-E140A1099F35}" dt="2021-09-01T15:13:35.019" v="649" actId="1076"/>
        <pc:sldMkLst>
          <pc:docMk/>
          <pc:sldMk cId="4204332635" sldId="332"/>
        </pc:sldMkLst>
        <pc:spChg chg="mod">
          <ac:chgData name="365 Pro Plus" userId="8a4ede6a-2f8b-4c6e-b52c-08ce3e3b5c4d" providerId="ADAL" clId="{C8A88852-3636-41BB-AD21-E140A1099F35}" dt="2021-09-01T15:06:53.089" v="530" actId="20577"/>
          <ac:spMkLst>
            <pc:docMk/>
            <pc:sldMk cId="4204332635" sldId="332"/>
            <ac:spMk id="2" creationId="{245DBFA3-9ED2-4629-B2F9-9A2A0641AE30}"/>
          </ac:spMkLst>
        </pc:spChg>
        <pc:spChg chg="mod">
          <ac:chgData name="365 Pro Plus" userId="8a4ede6a-2f8b-4c6e-b52c-08ce3e3b5c4d" providerId="ADAL" clId="{C8A88852-3636-41BB-AD21-E140A1099F35}" dt="2021-09-01T15:13:28.250" v="648" actId="20577"/>
          <ac:spMkLst>
            <pc:docMk/>
            <pc:sldMk cId="4204332635" sldId="332"/>
            <ac:spMk id="3" creationId="{E003DF2A-06B6-4568-B0E0-D50CE6A2110A}"/>
          </ac:spMkLst>
        </pc:spChg>
        <pc:graphicFrameChg chg="add mod modGraphic">
          <ac:chgData name="365 Pro Plus" userId="8a4ede6a-2f8b-4c6e-b52c-08ce3e3b5c4d" providerId="ADAL" clId="{C8A88852-3636-41BB-AD21-E140A1099F35}" dt="2021-09-01T15:13:35.019" v="649" actId="1076"/>
          <ac:graphicFrameMkLst>
            <pc:docMk/>
            <pc:sldMk cId="4204332635" sldId="332"/>
            <ac:graphicFrameMk id="6" creationId="{50236551-DFC6-4579-A6EF-41EEA6E5A6BD}"/>
          </ac:graphicFrameMkLst>
        </pc:graphicFrameChg>
      </pc:sldChg>
      <pc:sldChg chg="addSp delSp modSp add mod">
        <pc:chgData name="365 Pro Plus" userId="8a4ede6a-2f8b-4c6e-b52c-08ce3e3b5c4d" providerId="ADAL" clId="{C8A88852-3636-41BB-AD21-E140A1099F35}" dt="2021-09-01T15:15:46.357" v="666" actId="1076"/>
        <pc:sldMkLst>
          <pc:docMk/>
          <pc:sldMk cId="62223727" sldId="333"/>
        </pc:sldMkLst>
        <pc:spChg chg="mod">
          <ac:chgData name="365 Pro Plus" userId="8a4ede6a-2f8b-4c6e-b52c-08ce3e3b5c4d" providerId="ADAL" clId="{C8A88852-3636-41BB-AD21-E140A1099F35}" dt="2021-09-01T15:12:26.618" v="634" actId="20577"/>
          <ac:spMkLst>
            <pc:docMk/>
            <pc:sldMk cId="62223727" sldId="333"/>
            <ac:spMk id="2" creationId="{245DBFA3-9ED2-4629-B2F9-9A2A0641AE30}"/>
          </ac:spMkLst>
        </pc:spChg>
        <pc:spChg chg="mod">
          <ac:chgData name="365 Pro Plus" userId="8a4ede6a-2f8b-4c6e-b52c-08ce3e3b5c4d" providerId="ADAL" clId="{C8A88852-3636-41BB-AD21-E140A1099F35}" dt="2021-09-01T15:14:28.409" v="659"/>
          <ac:spMkLst>
            <pc:docMk/>
            <pc:sldMk cId="62223727" sldId="333"/>
            <ac:spMk id="3" creationId="{E003DF2A-06B6-4568-B0E0-D50CE6A2110A}"/>
          </ac:spMkLst>
        </pc:spChg>
        <pc:graphicFrameChg chg="del">
          <ac:chgData name="365 Pro Plus" userId="8a4ede6a-2f8b-4c6e-b52c-08ce3e3b5c4d" providerId="ADAL" clId="{C8A88852-3636-41BB-AD21-E140A1099F35}" dt="2021-09-01T15:13:57.642" v="652" actId="478"/>
          <ac:graphicFrameMkLst>
            <pc:docMk/>
            <pc:sldMk cId="62223727" sldId="333"/>
            <ac:graphicFrameMk id="6" creationId="{50236551-DFC6-4579-A6EF-41EEA6E5A6BD}"/>
          </ac:graphicFrameMkLst>
        </pc:graphicFrameChg>
        <pc:graphicFrameChg chg="add mod modGraphic">
          <ac:chgData name="365 Pro Plus" userId="8a4ede6a-2f8b-4c6e-b52c-08ce3e3b5c4d" providerId="ADAL" clId="{C8A88852-3636-41BB-AD21-E140A1099F35}" dt="2021-09-01T15:15:46.357" v="666" actId="1076"/>
          <ac:graphicFrameMkLst>
            <pc:docMk/>
            <pc:sldMk cId="62223727" sldId="333"/>
            <ac:graphicFrameMk id="7" creationId="{7598473D-811C-4099-A43B-A06AB191EB50}"/>
          </ac:graphicFrameMkLst>
        </pc:graphicFrameChg>
      </pc:sldChg>
      <pc:sldChg chg="delSp modSp add del mod">
        <pc:chgData name="365 Pro Plus" userId="8a4ede6a-2f8b-4c6e-b52c-08ce3e3b5c4d" providerId="ADAL" clId="{C8A88852-3636-41BB-AD21-E140A1099F35}" dt="2021-09-01T15:13:51.350" v="650" actId="47"/>
        <pc:sldMkLst>
          <pc:docMk/>
          <pc:sldMk cId="1100322002" sldId="334"/>
        </pc:sldMkLst>
        <pc:spChg chg="mod">
          <ac:chgData name="365 Pro Plus" userId="8a4ede6a-2f8b-4c6e-b52c-08ce3e3b5c4d" providerId="ADAL" clId="{C8A88852-3636-41BB-AD21-E140A1099F35}" dt="2021-09-01T15:12:31.433" v="636" actId="20577"/>
          <ac:spMkLst>
            <pc:docMk/>
            <pc:sldMk cId="1100322002" sldId="334"/>
            <ac:spMk id="3" creationId="{E003DF2A-06B6-4568-B0E0-D50CE6A2110A}"/>
          </ac:spMkLst>
        </pc:spChg>
        <pc:graphicFrameChg chg="del">
          <ac:chgData name="365 Pro Plus" userId="8a4ede6a-2f8b-4c6e-b52c-08ce3e3b5c4d" providerId="ADAL" clId="{C8A88852-3636-41BB-AD21-E140A1099F35}" dt="2021-09-01T15:12:33.967" v="637" actId="478"/>
          <ac:graphicFrameMkLst>
            <pc:docMk/>
            <pc:sldMk cId="1100322002" sldId="334"/>
            <ac:graphicFrameMk id="6" creationId="{50236551-DFC6-4579-A6EF-41EEA6E5A6BD}"/>
          </ac:graphicFrameMkLst>
        </pc:graphicFrameChg>
      </pc:sldChg>
      <pc:sldChg chg="delSp modSp add mod">
        <pc:chgData name="365 Pro Plus" userId="8a4ede6a-2f8b-4c6e-b52c-08ce3e3b5c4d" providerId="ADAL" clId="{C8A88852-3636-41BB-AD21-E140A1099F35}" dt="2021-09-01T15:16:34.029" v="682" actId="12"/>
        <pc:sldMkLst>
          <pc:docMk/>
          <pc:sldMk cId="1818327690" sldId="334"/>
        </pc:sldMkLst>
        <pc:spChg chg="mod">
          <ac:chgData name="365 Pro Plus" userId="8a4ede6a-2f8b-4c6e-b52c-08ce3e3b5c4d" providerId="ADAL" clId="{C8A88852-3636-41BB-AD21-E140A1099F35}" dt="2021-09-01T15:16:34.029" v="682" actId="12"/>
          <ac:spMkLst>
            <pc:docMk/>
            <pc:sldMk cId="1818327690" sldId="334"/>
            <ac:spMk id="3" creationId="{E003DF2A-06B6-4568-B0E0-D50CE6A2110A}"/>
          </ac:spMkLst>
        </pc:spChg>
        <pc:graphicFrameChg chg="del">
          <ac:chgData name="365 Pro Plus" userId="8a4ede6a-2f8b-4c6e-b52c-08ce3e3b5c4d" providerId="ADAL" clId="{C8A88852-3636-41BB-AD21-E140A1099F35}" dt="2021-09-01T15:15:55.947" v="669" actId="478"/>
          <ac:graphicFrameMkLst>
            <pc:docMk/>
            <pc:sldMk cId="1818327690" sldId="334"/>
            <ac:graphicFrameMk id="7" creationId="{7598473D-811C-4099-A43B-A06AB191EB50}"/>
          </ac:graphicFrameMkLst>
        </pc:graphicFrameChg>
      </pc:sldChg>
      <pc:sldChg chg="addSp modSp add mod">
        <pc:chgData name="365 Pro Plus" userId="8a4ede6a-2f8b-4c6e-b52c-08ce3e3b5c4d" providerId="ADAL" clId="{C8A88852-3636-41BB-AD21-E140A1099F35}" dt="2021-09-01T15:18:53.075" v="716" actId="113"/>
        <pc:sldMkLst>
          <pc:docMk/>
          <pc:sldMk cId="2477453089" sldId="335"/>
        </pc:sldMkLst>
        <pc:spChg chg="mod">
          <ac:chgData name="365 Pro Plus" userId="8a4ede6a-2f8b-4c6e-b52c-08ce3e3b5c4d" providerId="ADAL" clId="{C8A88852-3636-41BB-AD21-E140A1099F35}" dt="2021-09-01T15:16:55.008" v="690" actId="27636"/>
          <ac:spMkLst>
            <pc:docMk/>
            <pc:sldMk cId="2477453089" sldId="335"/>
            <ac:spMk id="2" creationId="{245DBFA3-9ED2-4629-B2F9-9A2A0641AE30}"/>
          </ac:spMkLst>
        </pc:spChg>
        <pc:spChg chg="mod">
          <ac:chgData name="365 Pro Plus" userId="8a4ede6a-2f8b-4c6e-b52c-08ce3e3b5c4d" providerId="ADAL" clId="{C8A88852-3636-41BB-AD21-E140A1099F35}" dt="2021-09-01T15:18:17.949" v="706" actId="12"/>
          <ac:spMkLst>
            <pc:docMk/>
            <pc:sldMk cId="2477453089" sldId="335"/>
            <ac:spMk id="3" creationId="{E003DF2A-06B6-4568-B0E0-D50CE6A2110A}"/>
          </ac:spMkLst>
        </pc:spChg>
        <pc:graphicFrameChg chg="add mod modGraphic">
          <ac:chgData name="365 Pro Plus" userId="8a4ede6a-2f8b-4c6e-b52c-08ce3e3b5c4d" providerId="ADAL" clId="{C8A88852-3636-41BB-AD21-E140A1099F35}" dt="2021-09-01T15:18:53.075" v="716" actId="113"/>
          <ac:graphicFrameMkLst>
            <pc:docMk/>
            <pc:sldMk cId="2477453089" sldId="335"/>
            <ac:graphicFrameMk id="6" creationId="{0C3A86E1-B868-48A2-B23B-536C87BBFFD6}"/>
          </ac:graphicFrameMkLst>
        </pc:graphicFrameChg>
      </pc:sldChg>
      <pc:sldChg chg="modSp add mod ord">
        <pc:chgData name="365 Pro Plus" userId="8a4ede6a-2f8b-4c6e-b52c-08ce3e3b5c4d" providerId="ADAL" clId="{C8A88852-3636-41BB-AD21-E140A1099F35}" dt="2021-09-01T15:30:23.839" v="883" actId="27636"/>
        <pc:sldMkLst>
          <pc:docMk/>
          <pc:sldMk cId="4128016525" sldId="336"/>
        </pc:sldMkLst>
        <pc:spChg chg="mod">
          <ac:chgData name="365 Pro Plus" userId="8a4ede6a-2f8b-4c6e-b52c-08ce3e3b5c4d" providerId="ADAL" clId="{C8A88852-3636-41BB-AD21-E140A1099F35}" dt="2021-09-01T15:30:23.839" v="883" actId="27636"/>
          <ac:spMkLst>
            <pc:docMk/>
            <pc:sldMk cId="4128016525" sldId="336"/>
            <ac:spMk id="2" creationId="{245DBFA3-9ED2-4629-B2F9-9A2A0641AE30}"/>
          </ac:spMkLst>
        </pc:spChg>
        <pc:spChg chg="mod">
          <ac:chgData name="365 Pro Plus" userId="8a4ede6a-2f8b-4c6e-b52c-08ce3e3b5c4d" providerId="ADAL" clId="{C8A88852-3636-41BB-AD21-E140A1099F35}" dt="2021-09-01T15:19:30.054" v="727" actId="12"/>
          <ac:spMkLst>
            <pc:docMk/>
            <pc:sldMk cId="4128016525" sldId="336"/>
            <ac:spMk id="3" creationId="{E003DF2A-06B6-4568-B0E0-D50CE6A2110A}"/>
          </ac:spMkLst>
        </pc:spChg>
      </pc:sldChg>
      <pc:sldChg chg="modSp add mod">
        <pc:chgData name="365 Pro Plus" userId="8a4ede6a-2f8b-4c6e-b52c-08ce3e3b5c4d" providerId="ADAL" clId="{C8A88852-3636-41BB-AD21-E140A1099F35}" dt="2021-09-01T15:21:15.151" v="750" actId="2711"/>
        <pc:sldMkLst>
          <pc:docMk/>
          <pc:sldMk cId="668090895" sldId="337"/>
        </pc:sldMkLst>
        <pc:spChg chg="mod">
          <ac:chgData name="365 Pro Plus" userId="8a4ede6a-2f8b-4c6e-b52c-08ce3e3b5c4d" providerId="ADAL" clId="{C8A88852-3636-41BB-AD21-E140A1099F35}" dt="2021-09-01T15:19:57.850" v="735" actId="20577"/>
          <ac:spMkLst>
            <pc:docMk/>
            <pc:sldMk cId="668090895" sldId="337"/>
            <ac:spMk id="2" creationId="{245DBFA3-9ED2-4629-B2F9-9A2A0641AE30}"/>
          </ac:spMkLst>
        </pc:spChg>
        <pc:spChg chg="mod">
          <ac:chgData name="365 Pro Plus" userId="8a4ede6a-2f8b-4c6e-b52c-08ce3e3b5c4d" providerId="ADAL" clId="{C8A88852-3636-41BB-AD21-E140A1099F35}" dt="2021-09-01T15:21:15.151" v="750" actId="2711"/>
          <ac:spMkLst>
            <pc:docMk/>
            <pc:sldMk cId="668090895" sldId="337"/>
            <ac:spMk id="3" creationId="{E003DF2A-06B6-4568-B0E0-D50CE6A2110A}"/>
          </ac:spMkLst>
        </pc:spChg>
      </pc:sldChg>
      <pc:sldChg chg="addSp modSp add mod">
        <pc:chgData name="365 Pro Plus" userId="8a4ede6a-2f8b-4c6e-b52c-08ce3e3b5c4d" providerId="ADAL" clId="{C8A88852-3636-41BB-AD21-E140A1099F35}" dt="2021-09-01T15:23:37.813" v="827" actId="20577"/>
        <pc:sldMkLst>
          <pc:docMk/>
          <pc:sldMk cId="3178046917" sldId="338"/>
        </pc:sldMkLst>
        <pc:spChg chg="mod">
          <ac:chgData name="365 Pro Plus" userId="8a4ede6a-2f8b-4c6e-b52c-08ce3e3b5c4d" providerId="ADAL" clId="{C8A88852-3636-41BB-AD21-E140A1099F35}" dt="2021-09-01T15:23:37.813" v="827" actId="20577"/>
          <ac:spMkLst>
            <pc:docMk/>
            <pc:sldMk cId="3178046917" sldId="338"/>
            <ac:spMk id="2" creationId="{245DBFA3-9ED2-4629-B2F9-9A2A0641AE30}"/>
          </ac:spMkLst>
        </pc:spChg>
        <pc:spChg chg="mod">
          <ac:chgData name="365 Pro Plus" userId="8a4ede6a-2f8b-4c6e-b52c-08ce3e3b5c4d" providerId="ADAL" clId="{C8A88852-3636-41BB-AD21-E140A1099F35}" dt="2021-09-01T15:23:11.592" v="821"/>
          <ac:spMkLst>
            <pc:docMk/>
            <pc:sldMk cId="3178046917" sldId="338"/>
            <ac:spMk id="3" creationId="{E003DF2A-06B6-4568-B0E0-D50CE6A2110A}"/>
          </ac:spMkLst>
        </pc:spChg>
        <pc:graphicFrameChg chg="add mod modGraphic">
          <ac:chgData name="365 Pro Plus" userId="8a4ede6a-2f8b-4c6e-b52c-08ce3e3b5c4d" providerId="ADAL" clId="{C8A88852-3636-41BB-AD21-E140A1099F35}" dt="2021-09-01T15:22:22.132" v="807" actId="12385"/>
          <ac:graphicFrameMkLst>
            <pc:docMk/>
            <pc:sldMk cId="3178046917" sldId="338"/>
            <ac:graphicFrameMk id="6" creationId="{2D8BA1AE-D8DA-4DD3-9EF2-78D837E8B47C}"/>
          </ac:graphicFrameMkLst>
        </pc:graphicFrameChg>
        <pc:graphicFrameChg chg="add mod modGraphic">
          <ac:chgData name="365 Pro Plus" userId="8a4ede6a-2f8b-4c6e-b52c-08ce3e3b5c4d" providerId="ADAL" clId="{C8A88852-3636-41BB-AD21-E140A1099F35}" dt="2021-09-01T15:22:58.189" v="812" actId="1076"/>
          <ac:graphicFrameMkLst>
            <pc:docMk/>
            <pc:sldMk cId="3178046917" sldId="338"/>
            <ac:graphicFrameMk id="7" creationId="{F7B07D4D-FBB6-4319-B82C-D07D29EFC9AF}"/>
          </ac:graphicFrameMkLst>
        </pc:graphicFrameChg>
      </pc:sldChg>
      <pc:sldChg chg="modSp add mod ord">
        <pc:chgData name="365 Pro Plus" userId="8a4ede6a-2f8b-4c6e-b52c-08ce3e3b5c4d" providerId="ADAL" clId="{C8A88852-3636-41BB-AD21-E140A1099F35}" dt="2021-09-01T15:29:57.255" v="877" actId="27636"/>
        <pc:sldMkLst>
          <pc:docMk/>
          <pc:sldMk cId="1502057491" sldId="339"/>
        </pc:sldMkLst>
        <pc:spChg chg="mod">
          <ac:chgData name="365 Pro Plus" userId="8a4ede6a-2f8b-4c6e-b52c-08ce3e3b5c4d" providerId="ADAL" clId="{C8A88852-3636-41BB-AD21-E140A1099F35}" dt="2021-09-01T15:29:57.255" v="877" actId="27636"/>
          <ac:spMkLst>
            <pc:docMk/>
            <pc:sldMk cId="1502057491" sldId="339"/>
            <ac:spMk id="2" creationId="{245DBFA3-9ED2-4629-B2F9-9A2A0641AE30}"/>
          </ac:spMkLst>
        </pc:spChg>
        <pc:spChg chg="mod">
          <ac:chgData name="365 Pro Plus" userId="8a4ede6a-2f8b-4c6e-b52c-08ce3e3b5c4d" providerId="ADAL" clId="{C8A88852-3636-41BB-AD21-E140A1099F35}" dt="2021-09-01T15:26:54.537" v="851" actId="403"/>
          <ac:spMkLst>
            <pc:docMk/>
            <pc:sldMk cId="1502057491" sldId="339"/>
            <ac:spMk id="3" creationId="{E003DF2A-06B6-4568-B0E0-D50CE6A2110A}"/>
          </ac:spMkLst>
        </pc:spChg>
      </pc:sldChg>
      <pc:sldChg chg="addSp modSp add mod">
        <pc:chgData name="365 Pro Plus" userId="8a4ede6a-2f8b-4c6e-b52c-08ce3e3b5c4d" providerId="ADAL" clId="{C8A88852-3636-41BB-AD21-E140A1099F35}" dt="2021-09-01T15:29:59.301" v="879" actId="27636"/>
        <pc:sldMkLst>
          <pc:docMk/>
          <pc:sldMk cId="3686810820" sldId="340"/>
        </pc:sldMkLst>
        <pc:spChg chg="mod">
          <ac:chgData name="365 Pro Plus" userId="8a4ede6a-2f8b-4c6e-b52c-08ce3e3b5c4d" providerId="ADAL" clId="{C8A88852-3636-41BB-AD21-E140A1099F35}" dt="2021-09-01T15:29:59.301" v="879" actId="27636"/>
          <ac:spMkLst>
            <pc:docMk/>
            <pc:sldMk cId="3686810820" sldId="340"/>
            <ac:spMk id="2" creationId="{245DBFA3-9ED2-4629-B2F9-9A2A0641AE30}"/>
          </ac:spMkLst>
        </pc:spChg>
        <pc:spChg chg="mod">
          <ac:chgData name="365 Pro Plus" userId="8a4ede6a-2f8b-4c6e-b52c-08ce3e3b5c4d" providerId="ADAL" clId="{C8A88852-3636-41BB-AD21-E140A1099F35}" dt="2021-09-01T15:28:59.146" v="874" actId="2710"/>
          <ac:spMkLst>
            <pc:docMk/>
            <pc:sldMk cId="3686810820" sldId="340"/>
            <ac:spMk id="3" creationId="{E003DF2A-06B6-4568-B0E0-D50CE6A2110A}"/>
          </ac:spMkLst>
        </pc:spChg>
        <pc:graphicFrameChg chg="add mod modGraphic">
          <ac:chgData name="365 Pro Plus" userId="8a4ede6a-2f8b-4c6e-b52c-08ce3e3b5c4d" providerId="ADAL" clId="{C8A88852-3636-41BB-AD21-E140A1099F35}" dt="2021-09-01T15:29:04.148" v="875" actId="1076"/>
          <ac:graphicFrameMkLst>
            <pc:docMk/>
            <pc:sldMk cId="3686810820" sldId="340"/>
            <ac:graphicFrameMk id="6" creationId="{749DF33D-EB20-479A-BE71-E48B97679161}"/>
          </ac:graphicFrameMkLst>
        </pc:graphicFrameChg>
      </pc:sldChg>
      <pc:sldChg chg="add del">
        <pc:chgData name="365 Pro Plus" userId="8a4ede6a-2f8b-4c6e-b52c-08ce3e3b5c4d" providerId="ADAL" clId="{C8A88852-3636-41BB-AD21-E140A1099F35}" dt="2021-09-01T15:45:40.062" v="885" actId="2696"/>
        <pc:sldMkLst>
          <pc:docMk/>
          <pc:sldMk cId="2311196095" sldId="341"/>
        </pc:sldMkLst>
      </pc:sldChg>
      <pc:sldChg chg="modSp add mod">
        <pc:chgData name="365 Pro Plus" userId="8a4ede6a-2f8b-4c6e-b52c-08ce3e3b5c4d" providerId="ADAL" clId="{C8A88852-3636-41BB-AD21-E140A1099F35}" dt="2021-09-01T15:45:52.098" v="899" actId="20577"/>
        <pc:sldMkLst>
          <pc:docMk/>
          <pc:sldMk cId="4098686534" sldId="341"/>
        </pc:sldMkLst>
        <pc:spChg chg="mod">
          <ac:chgData name="365 Pro Plus" userId="8a4ede6a-2f8b-4c6e-b52c-08ce3e3b5c4d" providerId="ADAL" clId="{C8A88852-3636-41BB-AD21-E140A1099F35}" dt="2021-09-01T15:45:52.098" v="899" actId="20577"/>
          <ac:spMkLst>
            <pc:docMk/>
            <pc:sldMk cId="4098686534" sldId="341"/>
            <ac:spMk id="2" creationId="{E7306A9D-6CAD-441D-AD26-E6B1CA958C5D}"/>
          </ac:spMkLst>
        </pc:spChg>
      </pc:sldChg>
      <pc:sldChg chg="modSp add mod">
        <pc:chgData name="365 Pro Plus" userId="8a4ede6a-2f8b-4c6e-b52c-08ce3e3b5c4d" providerId="ADAL" clId="{C8A88852-3636-41BB-AD21-E140A1099F35}" dt="2021-09-01T16:51:41.122" v="934" actId="404"/>
        <pc:sldMkLst>
          <pc:docMk/>
          <pc:sldMk cId="2750348108" sldId="342"/>
        </pc:sldMkLst>
        <pc:spChg chg="mod">
          <ac:chgData name="365 Pro Plus" userId="8a4ede6a-2f8b-4c6e-b52c-08ce3e3b5c4d" providerId="ADAL" clId="{C8A88852-3636-41BB-AD21-E140A1099F35}" dt="2021-09-01T15:50:47.872" v="903"/>
          <ac:spMkLst>
            <pc:docMk/>
            <pc:sldMk cId="2750348108" sldId="342"/>
            <ac:spMk id="2" creationId="{245DBFA3-9ED2-4629-B2F9-9A2A0641AE30}"/>
          </ac:spMkLst>
        </pc:spChg>
        <pc:spChg chg="mod">
          <ac:chgData name="365 Pro Plus" userId="8a4ede6a-2f8b-4c6e-b52c-08ce3e3b5c4d" providerId="ADAL" clId="{C8A88852-3636-41BB-AD21-E140A1099F35}" dt="2021-09-01T16:51:41.122" v="934" actId="404"/>
          <ac:spMkLst>
            <pc:docMk/>
            <pc:sldMk cId="2750348108" sldId="342"/>
            <ac:spMk id="3" creationId="{E003DF2A-06B6-4568-B0E0-D50CE6A2110A}"/>
          </ac:spMkLst>
        </pc:spChg>
      </pc:sldChg>
      <pc:sldChg chg="add del">
        <pc:chgData name="365 Pro Plus" userId="8a4ede6a-2f8b-4c6e-b52c-08ce3e3b5c4d" providerId="ADAL" clId="{C8A88852-3636-41BB-AD21-E140A1099F35}" dt="2021-09-01T15:49:46.681" v="901" actId="2696"/>
        <pc:sldMkLst>
          <pc:docMk/>
          <pc:sldMk cId="3915732930" sldId="342"/>
        </pc:sldMkLst>
      </pc:sldChg>
      <pc:sldChg chg="addSp modSp add mod">
        <pc:chgData name="365 Pro Plus" userId="8a4ede6a-2f8b-4c6e-b52c-08ce3e3b5c4d" providerId="ADAL" clId="{C8A88852-3636-41BB-AD21-E140A1099F35}" dt="2021-09-01T16:53:35.135" v="975" actId="14100"/>
        <pc:sldMkLst>
          <pc:docMk/>
          <pc:sldMk cId="3787308861" sldId="343"/>
        </pc:sldMkLst>
        <pc:spChg chg="mod">
          <ac:chgData name="365 Pro Plus" userId="8a4ede6a-2f8b-4c6e-b52c-08ce3e3b5c4d" providerId="ADAL" clId="{C8A88852-3636-41BB-AD21-E140A1099F35}" dt="2021-09-01T16:53:11.890" v="970" actId="255"/>
          <ac:spMkLst>
            <pc:docMk/>
            <pc:sldMk cId="3787308861" sldId="343"/>
            <ac:spMk id="2" creationId="{245DBFA3-9ED2-4629-B2F9-9A2A0641AE30}"/>
          </ac:spMkLst>
        </pc:spChg>
        <pc:spChg chg="mod">
          <ac:chgData name="365 Pro Plus" userId="8a4ede6a-2f8b-4c6e-b52c-08ce3e3b5c4d" providerId="ADAL" clId="{C8A88852-3636-41BB-AD21-E140A1099F35}" dt="2021-09-01T16:53:20.953" v="972" actId="255"/>
          <ac:spMkLst>
            <pc:docMk/>
            <pc:sldMk cId="3787308861" sldId="343"/>
            <ac:spMk id="3" creationId="{E003DF2A-06B6-4568-B0E0-D50CE6A2110A}"/>
          </ac:spMkLst>
        </pc:spChg>
        <pc:spChg chg="mod">
          <ac:chgData name="365 Pro Plus" userId="8a4ede6a-2f8b-4c6e-b52c-08ce3e3b5c4d" providerId="ADAL" clId="{C8A88852-3636-41BB-AD21-E140A1099F35}" dt="2021-09-01T16:53:20.953" v="972" actId="255"/>
          <ac:spMkLst>
            <pc:docMk/>
            <pc:sldMk cId="3787308861" sldId="343"/>
            <ac:spMk id="4" creationId="{CB88AC37-5642-4AFC-AACD-7CE7AAE4E3FA}"/>
          </ac:spMkLst>
        </pc:spChg>
        <pc:spChg chg="mod">
          <ac:chgData name="365 Pro Plus" userId="8a4ede6a-2f8b-4c6e-b52c-08ce3e3b5c4d" providerId="ADAL" clId="{C8A88852-3636-41BB-AD21-E140A1099F35}" dt="2021-09-01T16:53:20.953" v="972" actId="255"/>
          <ac:spMkLst>
            <pc:docMk/>
            <pc:sldMk cId="3787308861" sldId="343"/>
            <ac:spMk id="5" creationId="{A8897921-F76E-4D95-9566-26C9F1FD1AB1}"/>
          </ac:spMkLst>
        </pc:spChg>
        <pc:graphicFrameChg chg="add mod">
          <ac:chgData name="365 Pro Plus" userId="8a4ede6a-2f8b-4c6e-b52c-08ce3e3b5c4d" providerId="ADAL" clId="{C8A88852-3636-41BB-AD21-E140A1099F35}" dt="2021-09-01T16:53:24.493" v="973" actId="1076"/>
          <ac:graphicFrameMkLst>
            <pc:docMk/>
            <pc:sldMk cId="3787308861" sldId="343"/>
            <ac:graphicFrameMk id="6" creationId="{B6FE0BD8-A6DE-4128-8732-D2429E88BF41}"/>
          </ac:graphicFrameMkLst>
        </pc:graphicFrameChg>
        <pc:graphicFrameChg chg="add mod modGraphic">
          <ac:chgData name="365 Pro Plus" userId="8a4ede6a-2f8b-4c6e-b52c-08ce3e3b5c4d" providerId="ADAL" clId="{C8A88852-3636-41BB-AD21-E140A1099F35}" dt="2021-09-01T16:53:35.135" v="975" actId="14100"/>
          <ac:graphicFrameMkLst>
            <pc:docMk/>
            <pc:sldMk cId="3787308861" sldId="343"/>
            <ac:graphicFrameMk id="7" creationId="{945BE2C4-24CF-438D-B53F-F37576250F9A}"/>
          </ac:graphicFrameMkLst>
        </pc:graphicFrameChg>
      </pc:sldChg>
      <pc:sldChg chg="addSp delSp modSp add mod">
        <pc:chgData name="365 Pro Plus" userId="8a4ede6a-2f8b-4c6e-b52c-08ce3e3b5c4d" providerId="ADAL" clId="{C8A88852-3636-41BB-AD21-E140A1099F35}" dt="2021-09-01T16:54:42.312" v="986" actId="14100"/>
        <pc:sldMkLst>
          <pc:docMk/>
          <pc:sldMk cId="1355770173" sldId="344"/>
        </pc:sldMkLst>
        <pc:spChg chg="mod">
          <ac:chgData name="365 Pro Plus" userId="8a4ede6a-2f8b-4c6e-b52c-08ce3e3b5c4d" providerId="ADAL" clId="{C8A88852-3636-41BB-AD21-E140A1099F35}" dt="2021-09-01T16:54:42.312" v="986" actId="14100"/>
          <ac:spMkLst>
            <pc:docMk/>
            <pc:sldMk cId="1355770173" sldId="344"/>
            <ac:spMk id="3" creationId="{E003DF2A-06B6-4568-B0E0-D50CE6A2110A}"/>
          </ac:spMkLst>
        </pc:spChg>
        <pc:graphicFrameChg chg="del">
          <ac:chgData name="365 Pro Plus" userId="8a4ede6a-2f8b-4c6e-b52c-08ce3e3b5c4d" providerId="ADAL" clId="{C8A88852-3636-41BB-AD21-E140A1099F35}" dt="2021-09-01T16:54:05.251" v="978" actId="478"/>
          <ac:graphicFrameMkLst>
            <pc:docMk/>
            <pc:sldMk cId="1355770173" sldId="344"/>
            <ac:graphicFrameMk id="6" creationId="{B6FE0BD8-A6DE-4128-8732-D2429E88BF41}"/>
          </ac:graphicFrameMkLst>
        </pc:graphicFrameChg>
        <pc:graphicFrameChg chg="del">
          <ac:chgData name="365 Pro Plus" userId="8a4ede6a-2f8b-4c6e-b52c-08ce3e3b5c4d" providerId="ADAL" clId="{C8A88852-3636-41BB-AD21-E140A1099F35}" dt="2021-09-01T16:54:06.510" v="979" actId="478"/>
          <ac:graphicFrameMkLst>
            <pc:docMk/>
            <pc:sldMk cId="1355770173" sldId="344"/>
            <ac:graphicFrameMk id="7" creationId="{945BE2C4-24CF-438D-B53F-F37576250F9A}"/>
          </ac:graphicFrameMkLst>
        </pc:graphicFrameChg>
        <pc:graphicFrameChg chg="add mod modGraphic">
          <ac:chgData name="365 Pro Plus" userId="8a4ede6a-2f8b-4c6e-b52c-08ce3e3b5c4d" providerId="ADAL" clId="{C8A88852-3636-41BB-AD21-E140A1099F35}" dt="2021-09-01T16:54:39.921" v="985" actId="1076"/>
          <ac:graphicFrameMkLst>
            <pc:docMk/>
            <pc:sldMk cId="1355770173" sldId="344"/>
            <ac:graphicFrameMk id="8" creationId="{FD706922-0604-45DE-8CFC-A3E9CF5F038C}"/>
          </ac:graphicFrameMkLst>
        </pc:graphicFrameChg>
      </pc:sldChg>
      <pc:sldChg chg="delSp modSp add mod">
        <pc:chgData name="365 Pro Plus" userId="8a4ede6a-2f8b-4c6e-b52c-08ce3e3b5c4d" providerId="ADAL" clId="{C8A88852-3636-41BB-AD21-E140A1099F35}" dt="2021-09-01T16:57:01.404" v="1028" actId="20577"/>
        <pc:sldMkLst>
          <pc:docMk/>
          <pc:sldMk cId="3791435969" sldId="345"/>
        </pc:sldMkLst>
        <pc:spChg chg="mod">
          <ac:chgData name="365 Pro Plus" userId="8a4ede6a-2f8b-4c6e-b52c-08ce3e3b5c4d" providerId="ADAL" clId="{C8A88852-3636-41BB-AD21-E140A1099F35}" dt="2021-09-01T16:57:01.404" v="1028" actId="20577"/>
          <ac:spMkLst>
            <pc:docMk/>
            <pc:sldMk cId="3791435969" sldId="345"/>
            <ac:spMk id="3" creationId="{E003DF2A-06B6-4568-B0E0-D50CE6A2110A}"/>
          </ac:spMkLst>
        </pc:spChg>
        <pc:graphicFrameChg chg="del">
          <ac:chgData name="365 Pro Plus" userId="8a4ede6a-2f8b-4c6e-b52c-08ce3e3b5c4d" providerId="ADAL" clId="{C8A88852-3636-41BB-AD21-E140A1099F35}" dt="2021-09-01T16:55:45.408" v="1018" actId="478"/>
          <ac:graphicFrameMkLst>
            <pc:docMk/>
            <pc:sldMk cId="3791435969" sldId="345"/>
            <ac:graphicFrameMk id="8" creationId="{FD706922-0604-45DE-8CFC-A3E9CF5F038C}"/>
          </ac:graphicFrameMkLst>
        </pc:graphicFrameChg>
      </pc:sldChg>
      <pc:sldChg chg="modSp add mod ord">
        <pc:chgData name="365 Pro Plus" userId="8a4ede6a-2f8b-4c6e-b52c-08ce3e3b5c4d" providerId="ADAL" clId="{C8A88852-3636-41BB-AD21-E140A1099F35}" dt="2021-09-01T17:05:30.047" v="1143"/>
        <pc:sldMkLst>
          <pc:docMk/>
          <pc:sldMk cId="694381276" sldId="346"/>
        </pc:sldMkLst>
        <pc:spChg chg="mod">
          <ac:chgData name="365 Pro Plus" userId="8a4ede6a-2f8b-4c6e-b52c-08ce3e3b5c4d" providerId="ADAL" clId="{C8A88852-3636-41BB-AD21-E140A1099F35}" dt="2021-09-01T17:05:30.047" v="1143"/>
          <ac:spMkLst>
            <pc:docMk/>
            <pc:sldMk cId="694381276" sldId="346"/>
            <ac:spMk id="2" creationId="{245DBFA3-9ED2-4629-B2F9-9A2A0641AE30}"/>
          </ac:spMkLst>
        </pc:spChg>
        <pc:spChg chg="mod">
          <ac:chgData name="365 Pro Plus" userId="8a4ede6a-2f8b-4c6e-b52c-08ce3e3b5c4d" providerId="ADAL" clId="{C8A88852-3636-41BB-AD21-E140A1099F35}" dt="2021-09-01T16:58:07.726" v="1047"/>
          <ac:spMkLst>
            <pc:docMk/>
            <pc:sldMk cId="694381276" sldId="346"/>
            <ac:spMk id="3" creationId="{E003DF2A-06B6-4568-B0E0-D50CE6A2110A}"/>
          </ac:spMkLst>
        </pc:spChg>
      </pc:sldChg>
      <pc:sldChg chg="addSp modSp add mod">
        <pc:chgData name="365 Pro Plus" userId="8a4ede6a-2f8b-4c6e-b52c-08ce3e3b5c4d" providerId="ADAL" clId="{C8A88852-3636-41BB-AD21-E140A1099F35}" dt="2021-09-01T17:05:28.661" v="1142"/>
        <pc:sldMkLst>
          <pc:docMk/>
          <pc:sldMk cId="1993096387" sldId="347"/>
        </pc:sldMkLst>
        <pc:spChg chg="mod">
          <ac:chgData name="365 Pro Plus" userId="8a4ede6a-2f8b-4c6e-b52c-08ce3e3b5c4d" providerId="ADAL" clId="{C8A88852-3636-41BB-AD21-E140A1099F35}" dt="2021-09-01T17:05:28.661" v="1142"/>
          <ac:spMkLst>
            <pc:docMk/>
            <pc:sldMk cId="1993096387" sldId="347"/>
            <ac:spMk id="2" creationId="{245DBFA3-9ED2-4629-B2F9-9A2A0641AE30}"/>
          </ac:spMkLst>
        </pc:spChg>
        <pc:spChg chg="mod">
          <ac:chgData name="365 Pro Plus" userId="8a4ede6a-2f8b-4c6e-b52c-08ce3e3b5c4d" providerId="ADAL" clId="{C8A88852-3636-41BB-AD21-E140A1099F35}" dt="2021-09-01T17:00:08.719" v="1063" actId="5793"/>
          <ac:spMkLst>
            <pc:docMk/>
            <pc:sldMk cId="1993096387" sldId="347"/>
            <ac:spMk id="3" creationId="{E003DF2A-06B6-4568-B0E0-D50CE6A2110A}"/>
          </ac:spMkLst>
        </pc:spChg>
        <pc:spChg chg="add mod">
          <ac:chgData name="365 Pro Plus" userId="8a4ede6a-2f8b-4c6e-b52c-08ce3e3b5c4d" providerId="ADAL" clId="{C8A88852-3636-41BB-AD21-E140A1099F35}" dt="2021-09-01T17:02:00.937" v="1082" actId="1076"/>
          <ac:spMkLst>
            <pc:docMk/>
            <pc:sldMk cId="1993096387" sldId="347"/>
            <ac:spMk id="6" creationId="{64800F8C-DAED-4076-8331-BA5FD99EDABE}"/>
          </ac:spMkLst>
        </pc:spChg>
        <pc:spChg chg="add mod">
          <ac:chgData name="365 Pro Plus" userId="8a4ede6a-2f8b-4c6e-b52c-08ce3e3b5c4d" providerId="ADAL" clId="{C8A88852-3636-41BB-AD21-E140A1099F35}" dt="2021-09-01T17:01:00.765" v="1073" actId="1076"/>
          <ac:spMkLst>
            <pc:docMk/>
            <pc:sldMk cId="1993096387" sldId="347"/>
            <ac:spMk id="7" creationId="{26FCABA6-2F11-45D3-B0FF-EDE159480673}"/>
          </ac:spMkLst>
        </pc:spChg>
        <pc:spChg chg="add mod">
          <ac:chgData name="365 Pro Plus" userId="8a4ede6a-2f8b-4c6e-b52c-08ce3e3b5c4d" providerId="ADAL" clId="{C8A88852-3636-41BB-AD21-E140A1099F35}" dt="2021-09-01T17:01:00.765" v="1073" actId="1076"/>
          <ac:spMkLst>
            <pc:docMk/>
            <pc:sldMk cId="1993096387" sldId="347"/>
            <ac:spMk id="8" creationId="{5B0ABCA3-F473-4B74-914A-8F1FB92AB0B5}"/>
          </ac:spMkLst>
        </pc:spChg>
        <pc:spChg chg="add mod">
          <ac:chgData name="365 Pro Plus" userId="8a4ede6a-2f8b-4c6e-b52c-08ce3e3b5c4d" providerId="ADAL" clId="{C8A88852-3636-41BB-AD21-E140A1099F35}" dt="2021-09-01T17:02:04.873" v="1083" actId="1076"/>
          <ac:spMkLst>
            <pc:docMk/>
            <pc:sldMk cId="1993096387" sldId="347"/>
            <ac:spMk id="9" creationId="{6DC1328C-77D5-4FF8-B2C6-C5164D36138E}"/>
          </ac:spMkLst>
        </pc:spChg>
        <pc:spChg chg="add mod ord">
          <ac:chgData name="365 Pro Plus" userId="8a4ede6a-2f8b-4c6e-b52c-08ce3e3b5c4d" providerId="ADAL" clId="{C8A88852-3636-41BB-AD21-E140A1099F35}" dt="2021-09-01T17:01:16.397" v="1074" actId="167"/>
          <ac:spMkLst>
            <pc:docMk/>
            <pc:sldMk cId="1993096387" sldId="347"/>
            <ac:spMk id="17" creationId="{EA45CAC5-DAD0-40FB-994D-373591D5C73C}"/>
          </ac:spMkLst>
        </pc:spChg>
        <pc:spChg chg="add mod">
          <ac:chgData name="365 Pro Plus" userId="8a4ede6a-2f8b-4c6e-b52c-08ce3e3b5c4d" providerId="ADAL" clId="{C8A88852-3636-41BB-AD21-E140A1099F35}" dt="2021-09-01T17:02:42.559" v="1094" actId="1076"/>
          <ac:spMkLst>
            <pc:docMk/>
            <pc:sldMk cId="1993096387" sldId="347"/>
            <ac:spMk id="25" creationId="{DF0CCF2C-ACD8-45E6-9A0F-72AC0F309C94}"/>
          </ac:spMkLst>
        </pc:spChg>
        <pc:cxnChg chg="add mod">
          <ac:chgData name="365 Pro Plus" userId="8a4ede6a-2f8b-4c6e-b52c-08ce3e3b5c4d" providerId="ADAL" clId="{C8A88852-3636-41BB-AD21-E140A1099F35}" dt="2021-09-01T17:01:47.291" v="1078" actId="1076"/>
          <ac:cxnSpMkLst>
            <pc:docMk/>
            <pc:sldMk cId="1993096387" sldId="347"/>
            <ac:cxnSpMk id="10" creationId="{A7C52091-FE59-4F66-BF9A-8180E7F880B3}"/>
          </ac:cxnSpMkLst>
        </pc:cxnChg>
        <pc:cxnChg chg="add mod">
          <ac:chgData name="365 Pro Plus" userId="8a4ede6a-2f8b-4c6e-b52c-08ce3e3b5c4d" providerId="ADAL" clId="{C8A88852-3636-41BB-AD21-E140A1099F35}" dt="2021-09-01T17:01:42.109" v="1077" actId="1076"/>
          <ac:cxnSpMkLst>
            <pc:docMk/>
            <pc:sldMk cId="1993096387" sldId="347"/>
            <ac:cxnSpMk id="11" creationId="{A6425BF1-6387-4761-95DD-D73DBABD4C14}"/>
          </ac:cxnSpMkLst>
        </pc:cxnChg>
        <pc:cxnChg chg="add mod">
          <ac:chgData name="365 Pro Plus" userId="8a4ede6a-2f8b-4c6e-b52c-08ce3e3b5c4d" providerId="ADAL" clId="{C8A88852-3636-41BB-AD21-E140A1099F35}" dt="2021-09-01T17:01:37.690" v="1076" actId="1076"/>
          <ac:cxnSpMkLst>
            <pc:docMk/>
            <pc:sldMk cId="1993096387" sldId="347"/>
            <ac:cxnSpMk id="12" creationId="{4AE7DDFE-BDE4-4589-B748-84BB8833E1A5}"/>
          </ac:cxnSpMkLst>
        </pc:cxnChg>
        <pc:cxnChg chg="add mod">
          <ac:chgData name="365 Pro Plus" userId="8a4ede6a-2f8b-4c6e-b52c-08ce3e3b5c4d" providerId="ADAL" clId="{C8A88852-3636-41BB-AD21-E140A1099F35}" dt="2021-09-01T17:01:32.903" v="1075" actId="1076"/>
          <ac:cxnSpMkLst>
            <pc:docMk/>
            <pc:sldMk cId="1993096387" sldId="347"/>
            <ac:cxnSpMk id="13" creationId="{915E1377-41AD-4C2C-96A3-2750B9BC1557}"/>
          </ac:cxnSpMkLst>
        </pc:cxnChg>
        <pc:cxnChg chg="add mod">
          <ac:chgData name="365 Pro Plus" userId="8a4ede6a-2f8b-4c6e-b52c-08ce3e3b5c4d" providerId="ADAL" clId="{C8A88852-3636-41BB-AD21-E140A1099F35}" dt="2021-09-01T17:01:51.776" v="1079" actId="1076"/>
          <ac:cxnSpMkLst>
            <pc:docMk/>
            <pc:sldMk cId="1993096387" sldId="347"/>
            <ac:cxnSpMk id="14" creationId="{C3964F3E-61C9-4AB2-9270-10CD21C390AC}"/>
          </ac:cxnSpMkLst>
        </pc:cxnChg>
        <pc:cxnChg chg="add mod">
          <ac:chgData name="365 Pro Plus" userId="8a4ede6a-2f8b-4c6e-b52c-08ce3e3b5c4d" providerId="ADAL" clId="{C8A88852-3636-41BB-AD21-E140A1099F35}" dt="2021-09-01T17:00:49.729" v="1071" actId="14100"/>
          <ac:cxnSpMkLst>
            <pc:docMk/>
            <pc:sldMk cId="1993096387" sldId="347"/>
            <ac:cxnSpMk id="15" creationId="{C11E8F84-CBE2-429F-8936-433CBDBB4BAC}"/>
          </ac:cxnSpMkLst>
        </pc:cxnChg>
      </pc:sldChg>
      <pc:sldChg chg="modSp add mod ord">
        <pc:chgData name="365 Pro Plus" userId="8a4ede6a-2f8b-4c6e-b52c-08ce3e3b5c4d" providerId="ADAL" clId="{C8A88852-3636-41BB-AD21-E140A1099F35}" dt="2021-09-01T17:05:27.001" v="1141"/>
        <pc:sldMkLst>
          <pc:docMk/>
          <pc:sldMk cId="819893353" sldId="348"/>
        </pc:sldMkLst>
        <pc:spChg chg="mod">
          <ac:chgData name="365 Pro Plus" userId="8a4ede6a-2f8b-4c6e-b52c-08ce3e3b5c4d" providerId="ADAL" clId="{C8A88852-3636-41BB-AD21-E140A1099F35}" dt="2021-09-01T17:05:27.001" v="1141"/>
          <ac:spMkLst>
            <pc:docMk/>
            <pc:sldMk cId="819893353" sldId="348"/>
            <ac:spMk id="2" creationId="{245DBFA3-9ED2-4629-B2F9-9A2A0641AE30}"/>
          </ac:spMkLst>
        </pc:spChg>
        <pc:spChg chg="mod">
          <ac:chgData name="365 Pro Plus" userId="8a4ede6a-2f8b-4c6e-b52c-08ce3e3b5c4d" providerId="ADAL" clId="{C8A88852-3636-41BB-AD21-E140A1099F35}" dt="2021-09-01T17:04:25.119" v="1115" actId="255"/>
          <ac:spMkLst>
            <pc:docMk/>
            <pc:sldMk cId="819893353" sldId="348"/>
            <ac:spMk id="3" creationId="{E003DF2A-06B6-4568-B0E0-D50CE6A2110A}"/>
          </ac:spMkLst>
        </pc:spChg>
      </pc:sldChg>
      <pc:sldChg chg="modSp add mod">
        <pc:chgData name="365 Pro Plus" userId="8a4ede6a-2f8b-4c6e-b52c-08ce3e3b5c4d" providerId="ADAL" clId="{C8A88852-3636-41BB-AD21-E140A1099F35}" dt="2021-09-01T17:08:35.617" v="1324" actId="403"/>
        <pc:sldMkLst>
          <pc:docMk/>
          <pc:sldMk cId="100888847" sldId="349"/>
        </pc:sldMkLst>
        <pc:spChg chg="mod">
          <ac:chgData name="365 Pro Plus" userId="8a4ede6a-2f8b-4c6e-b52c-08ce3e3b5c4d" providerId="ADAL" clId="{C8A88852-3636-41BB-AD21-E140A1099F35}" dt="2021-09-01T17:07:39.905" v="1156" actId="20577"/>
          <ac:spMkLst>
            <pc:docMk/>
            <pc:sldMk cId="100888847" sldId="349"/>
            <ac:spMk id="2" creationId="{245DBFA3-9ED2-4629-B2F9-9A2A0641AE30}"/>
          </ac:spMkLst>
        </pc:spChg>
        <pc:spChg chg="mod">
          <ac:chgData name="365 Pro Plus" userId="8a4ede6a-2f8b-4c6e-b52c-08ce3e3b5c4d" providerId="ADAL" clId="{C8A88852-3636-41BB-AD21-E140A1099F35}" dt="2021-09-01T17:08:35.617" v="1324" actId="403"/>
          <ac:spMkLst>
            <pc:docMk/>
            <pc:sldMk cId="100888847" sldId="349"/>
            <ac:spMk id="3" creationId="{E003DF2A-06B6-4568-B0E0-D50CE6A2110A}"/>
          </ac:spMkLst>
        </pc:spChg>
      </pc:sldChg>
    </pc:docChg>
  </pc:docChgLst>
  <pc:docChgLst>
    <pc:chgData name="365 Pro Plus" userId="8a4ede6a-2f8b-4c6e-b52c-08ce3e3b5c4d" providerId="ADAL" clId="{DA390177-86CC-4FB2-9591-590A9DFC29D7}"/>
    <pc:docChg chg="undo redo custSel mod addSld delSld modSld sldOrd modMainMaster modNotesMaster">
      <pc:chgData name="365 Pro Plus" userId="8a4ede6a-2f8b-4c6e-b52c-08ce3e3b5c4d" providerId="ADAL" clId="{DA390177-86CC-4FB2-9591-590A9DFC29D7}" dt="2020-11-02T10:59:37.394" v="3675" actId="1076"/>
      <pc:docMkLst>
        <pc:docMk/>
      </pc:docMkLst>
      <pc:sldChg chg="addSp delSp modSp mod ord modClrScheme chgLayout modNotes">
        <pc:chgData name="365 Pro Plus" userId="8a4ede6a-2f8b-4c6e-b52c-08ce3e3b5c4d" providerId="ADAL" clId="{DA390177-86CC-4FB2-9591-590A9DFC29D7}" dt="2020-10-31T16:19:42.310" v="1273" actId="20577"/>
        <pc:sldMkLst>
          <pc:docMk/>
          <pc:sldMk cId="0" sldId="256"/>
        </pc:sldMkLst>
        <pc:spChg chg="add mod ord">
          <ac:chgData name="365 Pro Plus" userId="8a4ede6a-2f8b-4c6e-b52c-08ce3e3b5c4d" providerId="ADAL" clId="{DA390177-86CC-4FB2-9591-590A9DFC29D7}" dt="2020-10-31T16:08:42.494" v="1052" actId="20577"/>
          <ac:spMkLst>
            <pc:docMk/>
            <pc:sldMk cId="0" sldId="256"/>
            <ac:spMk id="2" creationId="{D60CB2C1-C816-4518-B132-46753F9C01AC}"/>
          </ac:spMkLst>
        </pc:spChg>
        <pc:spChg chg="mod ord">
          <ac:chgData name="365 Pro Plus" userId="8a4ede6a-2f8b-4c6e-b52c-08ce3e3b5c4d" providerId="ADAL" clId="{DA390177-86CC-4FB2-9591-590A9DFC29D7}" dt="2020-10-31T16:19:42.310" v="1273" actId="20577"/>
          <ac:spMkLst>
            <pc:docMk/>
            <pc:sldMk cId="0" sldId="256"/>
            <ac:spMk id="54" creationId="{00000000-0000-0000-0000-000000000000}"/>
          </ac:spMkLst>
        </pc:spChg>
        <pc:picChg chg="del mod">
          <ac:chgData name="365 Pro Plus" userId="8a4ede6a-2f8b-4c6e-b52c-08ce3e3b5c4d" providerId="ADAL" clId="{DA390177-86CC-4FB2-9591-590A9DFC29D7}" dt="2020-10-26T10:34:54.300" v="3" actId="478"/>
          <ac:picMkLst>
            <pc:docMk/>
            <pc:sldMk cId="0" sldId="256"/>
            <ac:picMk id="55" creationId="{00000000-0000-0000-0000-000000000000}"/>
          </ac:picMkLst>
        </pc:picChg>
      </pc:sldChg>
      <pc:sldChg chg="new del">
        <pc:chgData name="365 Pro Plus" userId="8a4ede6a-2f8b-4c6e-b52c-08ce3e3b5c4d" providerId="ADAL" clId="{DA390177-86CC-4FB2-9591-590A9DFC29D7}" dt="2020-10-26T11:27:22.077" v="75" actId="680"/>
        <pc:sldMkLst>
          <pc:docMk/>
          <pc:sldMk cId="631196373" sldId="257"/>
        </pc:sldMkLst>
      </pc:sldChg>
      <pc:sldChg chg="modSp del mod modClrScheme chgLayout modNotes">
        <pc:chgData name="365 Pro Plus" userId="8a4ede6a-2f8b-4c6e-b52c-08ce3e3b5c4d" providerId="ADAL" clId="{DA390177-86CC-4FB2-9591-590A9DFC29D7}" dt="2020-11-01T13:41:15.611" v="3627" actId="123"/>
        <pc:sldMkLst>
          <pc:docMk/>
          <pc:sldMk cId="3294539158" sldId="257"/>
        </pc:sldMkLst>
        <pc:spChg chg="mod">
          <ac:chgData name="365 Pro Plus" userId="8a4ede6a-2f8b-4c6e-b52c-08ce3e3b5c4d" providerId="ADAL" clId="{DA390177-86CC-4FB2-9591-590A9DFC29D7}" dt="2020-11-01T13:40:05.589" v="3626" actId="1076"/>
          <ac:spMkLst>
            <pc:docMk/>
            <pc:sldMk cId="3294539158" sldId="257"/>
            <ac:spMk id="2" creationId="{6DEE02A0-71D4-44CB-95CD-C4004727DA08}"/>
          </ac:spMkLst>
        </pc:spChg>
        <pc:spChg chg="mod">
          <ac:chgData name="365 Pro Plus" userId="8a4ede6a-2f8b-4c6e-b52c-08ce3e3b5c4d" providerId="ADAL" clId="{DA390177-86CC-4FB2-9591-590A9DFC29D7}" dt="2020-11-01T13:41:15.611" v="3627" actId="123"/>
          <ac:spMkLst>
            <pc:docMk/>
            <pc:sldMk cId="3294539158" sldId="257"/>
            <ac:spMk id="3" creationId="{53428026-1A2C-477E-B416-C86ED237F512}"/>
          </ac:spMkLst>
        </pc:spChg>
        <pc:spChg chg="mod">
          <ac:chgData name="365 Pro Plus" userId="8a4ede6a-2f8b-4c6e-b52c-08ce3e3b5c4d" providerId="ADAL" clId="{DA390177-86CC-4FB2-9591-590A9DFC29D7}" dt="2020-10-26T10:20:04.656" v="2"/>
          <ac:spMkLst>
            <pc:docMk/>
            <pc:sldMk cId="3294539158" sldId="257"/>
            <ac:spMk id="60" creationId="{00000000-0000-0000-0000-000000000000}"/>
          </ac:spMkLst>
        </pc:spChg>
        <pc:spChg chg="mod">
          <ac:chgData name="365 Pro Plus" userId="8a4ede6a-2f8b-4c6e-b52c-08ce3e3b5c4d" providerId="ADAL" clId="{DA390177-86CC-4FB2-9591-590A9DFC29D7}" dt="2020-10-26T10:20:04.656" v="2"/>
          <ac:spMkLst>
            <pc:docMk/>
            <pc:sldMk cId="3294539158" sldId="257"/>
            <ac:spMk id="61" creationId="{00000000-0000-0000-0000-000000000000}"/>
          </ac:spMkLst>
        </pc:spChg>
      </pc:sldChg>
      <pc:sldChg chg="modSp del mod modNotes">
        <pc:chgData name="365 Pro Plus" userId="8a4ede6a-2f8b-4c6e-b52c-08ce3e3b5c4d" providerId="ADAL" clId="{DA390177-86CC-4FB2-9591-590A9DFC29D7}" dt="2020-10-26T13:46:25.368" v="422" actId="1076"/>
        <pc:sldMkLst>
          <pc:docMk/>
          <pc:sldMk cId="366567195" sldId="258"/>
        </pc:sldMkLst>
        <pc:spChg chg="del">
          <ac:chgData name="365 Pro Plus" userId="8a4ede6a-2f8b-4c6e-b52c-08ce3e3b5c4d" providerId="ADAL" clId="{DA390177-86CC-4FB2-9591-590A9DFC29D7}" dt="2020-10-26T11:44:08.648" v="90" actId="26606"/>
          <ac:spMkLst>
            <pc:docMk/>
            <pc:sldMk cId="366567195" sldId="258"/>
            <ac:spMk id="2" creationId="{4BBC7BC2-9BA6-4D59-A95A-08F9678194CE}"/>
          </ac:spMkLst>
        </pc:spChg>
        <pc:spChg chg="del">
          <ac:chgData name="365 Pro Plus" userId="8a4ede6a-2f8b-4c6e-b52c-08ce3e3b5c4d" providerId="ADAL" clId="{DA390177-86CC-4FB2-9591-590A9DFC29D7}" dt="2020-10-26T11:43:56.302" v="87"/>
          <ac:spMkLst>
            <pc:docMk/>
            <pc:sldMk cId="366567195" sldId="258"/>
            <ac:spMk id="3" creationId="{4CE1BDC4-300C-47E2-97E6-E010506736BA}"/>
          </ac:spMkLst>
        </pc:spChg>
        <pc:spChg chg="add">
          <ac:chgData name="365 Pro Plus" userId="8a4ede6a-2f8b-4c6e-b52c-08ce3e3b5c4d" providerId="ADAL" clId="{DA390177-86CC-4FB2-9591-590A9DFC29D7}" dt="2020-10-26T11:48:20.416" v="109" actId="22"/>
          <ac:spMkLst>
            <pc:docMk/>
            <pc:sldMk cId="366567195" sldId="258"/>
            <ac:spMk id="9" creationId="{4B078723-1129-496C-880B-C1A5ADC9BAD5}"/>
          </ac:spMkLst>
        </pc:spChg>
        <pc:spChg chg="mod">
          <ac:chgData name="365 Pro Plus" userId="8a4ede6a-2f8b-4c6e-b52c-08ce3e3b5c4d" providerId="ADAL" clId="{DA390177-86CC-4FB2-9591-590A9DFC29D7}" dt="2020-10-26T10:20:04.656" v="2"/>
          <ac:spMkLst>
            <pc:docMk/>
            <pc:sldMk cId="366567195" sldId="258"/>
            <ac:spMk id="66" creationId="{00000000-0000-0000-0000-000000000000}"/>
          </ac:spMkLst>
        </pc:spChg>
        <pc:spChg chg="mod">
          <ac:chgData name="365 Pro Plus" userId="8a4ede6a-2f8b-4c6e-b52c-08ce3e3b5c4d" providerId="ADAL" clId="{DA390177-86CC-4FB2-9591-590A9DFC29D7}" dt="2020-10-26T10:20:04.656" v="2"/>
          <ac:spMkLst>
            <pc:docMk/>
            <pc:sldMk cId="366567195" sldId="258"/>
            <ac:spMk id="67" creationId="{00000000-0000-0000-0000-000000000000}"/>
          </ac:spMkLst>
        </pc:spChg>
        <pc:spChg chg="mod">
          <ac:chgData name="365 Pro Plus" userId="8a4ede6a-2f8b-4c6e-b52c-08ce3e3b5c4d" providerId="ADAL" clId="{DA390177-86CC-4FB2-9591-590A9DFC29D7}" dt="2020-10-26T10:20:04.656" v="2"/>
          <ac:spMkLst>
            <pc:docMk/>
            <pc:sldMk cId="366567195" sldId="258"/>
            <ac:spMk id="68" creationId="{00000000-0000-0000-0000-000000000000}"/>
          </ac:spMkLst>
        </pc:spChg>
        <pc:spChg chg="mod">
          <ac:chgData name="365 Pro Plus" userId="8a4ede6a-2f8b-4c6e-b52c-08ce3e3b5c4d" providerId="ADAL" clId="{DA390177-86CC-4FB2-9591-590A9DFC29D7}" dt="2020-10-26T10:20:04.656" v="2"/>
          <ac:spMkLst>
            <pc:docMk/>
            <pc:sldMk cId="366567195" sldId="258"/>
            <ac:spMk id="69" creationId="{00000000-0000-0000-0000-000000000000}"/>
          </ac:spMkLst>
        </pc:spChg>
        <pc:spChg chg="mod">
          <ac:chgData name="365 Pro Plus" userId="8a4ede6a-2f8b-4c6e-b52c-08ce3e3b5c4d" providerId="ADAL" clId="{DA390177-86CC-4FB2-9591-590A9DFC29D7}" dt="2020-10-26T10:20:04.656" v="2"/>
          <ac:spMkLst>
            <pc:docMk/>
            <pc:sldMk cId="366567195" sldId="258"/>
            <ac:spMk id="72" creationId="{00000000-0000-0000-0000-000000000000}"/>
          </ac:spMkLst>
        </pc:spChg>
        <pc:spChg chg="mod">
          <ac:chgData name="365 Pro Plus" userId="8a4ede6a-2f8b-4c6e-b52c-08ce3e3b5c4d" providerId="ADAL" clId="{DA390177-86CC-4FB2-9591-590A9DFC29D7}" dt="2020-10-26T10:20:04.656" v="2"/>
          <ac:spMkLst>
            <pc:docMk/>
            <pc:sldMk cId="366567195" sldId="258"/>
            <ac:spMk id="74" creationId="{00000000-0000-0000-0000-000000000000}"/>
          </ac:spMkLst>
        </pc:spChg>
        <pc:spChg chg="mod">
          <ac:chgData name="365 Pro Plus" userId="8a4ede6a-2f8b-4c6e-b52c-08ce3e3b5c4d" providerId="ADAL" clId="{DA390177-86CC-4FB2-9591-590A9DFC29D7}" dt="2020-10-26T10:20:04.656" v="2"/>
          <ac:spMkLst>
            <pc:docMk/>
            <pc:sldMk cId="366567195" sldId="258"/>
            <ac:spMk id="75" creationId="{00000000-0000-0000-0000-000000000000}"/>
          </ac:spMkLst>
        </pc:spChg>
        <pc:spChg chg="mod">
          <ac:chgData name="365 Pro Plus" userId="8a4ede6a-2f8b-4c6e-b52c-08ce3e3b5c4d" providerId="ADAL" clId="{DA390177-86CC-4FB2-9591-590A9DFC29D7}" dt="2020-10-26T10:20:04.656" v="2"/>
          <ac:spMkLst>
            <pc:docMk/>
            <pc:sldMk cId="366567195" sldId="258"/>
            <ac:spMk id="77" creationId="{00000000-0000-0000-0000-000000000000}"/>
          </ac:spMkLst>
        </pc:spChg>
        <pc:spChg chg="mod">
          <ac:chgData name="365 Pro Plus" userId="8a4ede6a-2f8b-4c6e-b52c-08ce3e3b5c4d" providerId="ADAL" clId="{DA390177-86CC-4FB2-9591-590A9DFC29D7}" dt="2020-10-26T10:20:04.656" v="2"/>
          <ac:spMkLst>
            <pc:docMk/>
            <pc:sldMk cId="366567195" sldId="258"/>
            <ac:spMk id="78" creationId="{00000000-0000-0000-0000-000000000000}"/>
          </ac:spMkLst>
        </pc:spChg>
        <pc:spChg chg="mod">
          <ac:chgData name="365 Pro Plus" userId="8a4ede6a-2f8b-4c6e-b52c-08ce3e3b5c4d" providerId="ADAL" clId="{DA390177-86CC-4FB2-9591-590A9DFC29D7}" dt="2020-10-26T10:20:04.656" v="2"/>
          <ac:spMkLst>
            <pc:docMk/>
            <pc:sldMk cId="366567195" sldId="258"/>
            <ac:spMk id="79" creationId="{00000000-0000-0000-0000-000000000000}"/>
          </ac:spMkLst>
        </pc:spChg>
        <pc:spChg chg="mod">
          <ac:chgData name="365 Pro Plus" userId="8a4ede6a-2f8b-4c6e-b52c-08ce3e3b5c4d" providerId="ADAL" clId="{DA390177-86CC-4FB2-9591-590A9DFC29D7}" dt="2020-10-26T10:20:04.656" v="2"/>
          <ac:spMkLst>
            <pc:docMk/>
            <pc:sldMk cId="366567195" sldId="258"/>
            <ac:spMk id="80" creationId="{00000000-0000-0000-0000-000000000000}"/>
          </ac:spMkLst>
        </pc:spChg>
        <pc:picChg chg="mod">
          <ac:chgData name="365 Pro Plus" userId="8a4ede6a-2f8b-4c6e-b52c-08ce3e3b5c4d" providerId="ADAL" clId="{DA390177-86CC-4FB2-9591-590A9DFC29D7}" dt="2020-10-26T13:46:25.368" v="422" actId="1076"/>
          <ac:picMkLst>
            <pc:docMk/>
            <pc:sldMk cId="366567195" sldId="258"/>
            <ac:picMk id="5" creationId="{2426A0D2-72A2-4582-83E3-9160987D6013}"/>
          </ac:picMkLst>
        </pc:picChg>
        <pc:picChg chg="add del mod">
          <ac:chgData name="365 Pro Plus" userId="8a4ede6a-2f8b-4c6e-b52c-08ce3e3b5c4d" providerId="ADAL" clId="{DA390177-86CC-4FB2-9591-590A9DFC29D7}" dt="2020-10-26T11:47:06.711" v="92" actId="21"/>
          <ac:picMkLst>
            <pc:docMk/>
            <pc:sldMk cId="366567195" sldId="258"/>
            <ac:picMk id="7" creationId="{F580B4C4-CF52-480F-A483-A8F10ED4659D}"/>
          </ac:picMkLst>
        </pc:picChg>
        <pc:picChg chg="mod">
          <ac:chgData name="365 Pro Plus" userId="8a4ede6a-2f8b-4c6e-b52c-08ce3e3b5c4d" providerId="ADAL" clId="{DA390177-86CC-4FB2-9591-590A9DFC29D7}" dt="2020-10-26T10:20:04.656" v="2"/>
          <ac:picMkLst>
            <pc:docMk/>
            <pc:sldMk cId="366567195" sldId="258"/>
            <ac:picMk id="70" creationId="{00000000-0000-0000-0000-000000000000}"/>
          </ac:picMkLst>
        </pc:picChg>
        <pc:picChg chg="mod">
          <ac:chgData name="365 Pro Plus" userId="8a4ede6a-2f8b-4c6e-b52c-08ce3e3b5c4d" providerId="ADAL" clId="{DA390177-86CC-4FB2-9591-590A9DFC29D7}" dt="2020-10-26T10:20:04.656" v="2"/>
          <ac:picMkLst>
            <pc:docMk/>
            <pc:sldMk cId="366567195" sldId="258"/>
            <ac:picMk id="71" creationId="{00000000-0000-0000-0000-000000000000}"/>
          </ac:picMkLst>
        </pc:picChg>
        <pc:picChg chg="mod">
          <ac:chgData name="365 Pro Plus" userId="8a4ede6a-2f8b-4c6e-b52c-08ce3e3b5c4d" providerId="ADAL" clId="{DA390177-86CC-4FB2-9591-590A9DFC29D7}" dt="2020-10-26T10:20:04.656" v="2"/>
          <ac:picMkLst>
            <pc:docMk/>
            <pc:sldMk cId="366567195" sldId="258"/>
            <ac:picMk id="73" creationId="{00000000-0000-0000-0000-000000000000}"/>
          </ac:picMkLst>
        </pc:picChg>
        <pc:picChg chg="mod">
          <ac:chgData name="365 Pro Plus" userId="8a4ede6a-2f8b-4c6e-b52c-08ce3e3b5c4d" providerId="ADAL" clId="{DA390177-86CC-4FB2-9591-590A9DFC29D7}" dt="2020-10-26T10:20:04.656" v="2"/>
          <ac:picMkLst>
            <pc:docMk/>
            <pc:sldMk cId="366567195" sldId="258"/>
            <ac:picMk id="76" creationId="{00000000-0000-0000-0000-000000000000}"/>
          </ac:picMkLst>
        </pc:picChg>
      </pc:sldChg>
      <pc:sldChg chg="addSp delSp modSp new mod">
        <pc:chgData name="365 Pro Plus" userId="8a4ede6a-2f8b-4c6e-b52c-08ce3e3b5c4d" providerId="ADAL" clId="{DA390177-86CC-4FB2-9591-590A9DFC29D7}" dt="2020-10-26T12:00:28.388" v="129" actId="21"/>
        <pc:sldMkLst>
          <pc:docMk/>
          <pc:sldMk cId="2845490694" sldId="259"/>
        </pc:sldMkLst>
        <pc:spChg chg="del">
          <ac:chgData name="365 Pro Plus" userId="8a4ede6a-2f8b-4c6e-b52c-08ce3e3b5c4d" providerId="ADAL" clId="{DA390177-86CC-4FB2-9591-590A9DFC29D7}" dt="2020-10-26T11:47:14.592" v="95" actId="26606"/>
          <ac:spMkLst>
            <pc:docMk/>
            <pc:sldMk cId="2845490694" sldId="259"/>
            <ac:spMk id="2" creationId="{8F66BD53-5CA1-4FAF-884E-4D4242B34AA6}"/>
          </ac:spMkLst>
        </pc:spChg>
        <pc:spChg chg="del">
          <ac:chgData name="365 Pro Plus" userId="8a4ede6a-2f8b-4c6e-b52c-08ce3e3b5c4d" providerId="ADAL" clId="{DA390177-86CC-4FB2-9591-590A9DFC29D7}" dt="2020-10-26T11:47:09.655" v="94" actId="22"/>
          <ac:spMkLst>
            <pc:docMk/>
            <pc:sldMk cId="2845490694" sldId="259"/>
            <ac:spMk id="3" creationId="{4E651ECB-A3E7-44D1-915D-414F845D7EB8}"/>
          </ac:spMkLst>
        </pc:spChg>
        <pc:spChg chg="add mod">
          <ac:chgData name="365 Pro Plus" userId="8a4ede6a-2f8b-4c6e-b52c-08ce3e3b5c4d" providerId="ADAL" clId="{DA390177-86CC-4FB2-9591-590A9DFC29D7}" dt="2020-10-26T11:48:16.519" v="108" actId="404"/>
          <ac:spMkLst>
            <pc:docMk/>
            <pc:sldMk cId="2845490694" sldId="259"/>
            <ac:spMk id="6" creationId="{4208214E-A007-49A4-BE6C-C6ADB4135B2C}"/>
          </ac:spMkLst>
        </pc:spChg>
        <pc:spChg chg="add del mod">
          <ac:chgData name="365 Pro Plus" userId="8a4ede6a-2f8b-4c6e-b52c-08ce3e3b5c4d" providerId="ADAL" clId="{DA390177-86CC-4FB2-9591-590A9DFC29D7}" dt="2020-10-26T12:00:28.388" v="129" actId="21"/>
          <ac:spMkLst>
            <pc:docMk/>
            <pc:sldMk cId="2845490694" sldId="259"/>
            <ac:spMk id="7" creationId="{2DC0241C-594C-44F7-A08B-FC5F933CC0EA}"/>
          </ac:spMkLst>
        </pc:spChg>
        <pc:spChg chg="mod">
          <ac:chgData name="365 Pro Plus" userId="8a4ede6a-2f8b-4c6e-b52c-08ce3e3b5c4d" providerId="ADAL" clId="{DA390177-86CC-4FB2-9591-590A9DFC29D7}" dt="2020-10-26T10:20:04.656" v="2"/>
          <ac:spMkLst>
            <pc:docMk/>
            <pc:sldMk cId="2845490694" sldId="259"/>
            <ac:spMk id="88" creationId="{00000000-0000-0000-0000-000000000000}"/>
          </ac:spMkLst>
        </pc:spChg>
        <pc:spChg chg="mod">
          <ac:chgData name="365 Pro Plus" userId="8a4ede6a-2f8b-4c6e-b52c-08ce3e3b5c4d" providerId="ADAL" clId="{DA390177-86CC-4FB2-9591-590A9DFC29D7}" dt="2020-10-26T10:20:04.656" v="2"/>
          <ac:spMkLst>
            <pc:docMk/>
            <pc:sldMk cId="2845490694" sldId="259"/>
            <ac:spMk id="89" creationId="{00000000-0000-0000-0000-000000000000}"/>
          </ac:spMkLst>
        </pc:spChg>
        <pc:spChg chg="mod">
          <ac:chgData name="365 Pro Plus" userId="8a4ede6a-2f8b-4c6e-b52c-08ce3e3b5c4d" providerId="ADAL" clId="{DA390177-86CC-4FB2-9591-590A9DFC29D7}" dt="2020-10-26T10:20:04.656" v="2"/>
          <ac:spMkLst>
            <pc:docMk/>
            <pc:sldMk cId="2845490694" sldId="259"/>
            <ac:spMk id="90" creationId="{00000000-0000-0000-0000-000000000000}"/>
          </ac:spMkLst>
        </pc:spChg>
        <pc:spChg chg="mod">
          <ac:chgData name="365 Pro Plus" userId="8a4ede6a-2f8b-4c6e-b52c-08ce3e3b5c4d" providerId="ADAL" clId="{DA390177-86CC-4FB2-9591-590A9DFC29D7}" dt="2020-10-26T10:20:04.656" v="2"/>
          <ac:spMkLst>
            <pc:docMk/>
            <pc:sldMk cId="2845490694" sldId="259"/>
            <ac:spMk id="91" creationId="{00000000-0000-0000-0000-000000000000}"/>
          </ac:spMkLst>
        </pc:spChg>
        <pc:spChg chg="mod">
          <ac:chgData name="365 Pro Plus" userId="8a4ede6a-2f8b-4c6e-b52c-08ce3e3b5c4d" providerId="ADAL" clId="{DA390177-86CC-4FB2-9591-590A9DFC29D7}" dt="2020-10-26T10:20:04.656" v="2"/>
          <ac:spMkLst>
            <pc:docMk/>
            <pc:sldMk cId="2845490694" sldId="259"/>
            <ac:spMk id="92" creationId="{00000000-0000-0000-0000-000000000000}"/>
          </ac:spMkLst>
        </pc:spChg>
        <pc:spChg chg="mod">
          <ac:chgData name="365 Pro Plus" userId="8a4ede6a-2f8b-4c6e-b52c-08ce3e3b5c4d" providerId="ADAL" clId="{DA390177-86CC-4FB2-9591-590A9DFC29D7}" dt="2020-10-26T10:20:04.656" v="2"/>
          <ac:spMkLst>
            <pc:docMk/>
            <pc:sldMk cId="2845490694" sldId="259"/>
            <ac:spMk id="93" creationId="{00000000-0000-0000-0000-000000000000}"/>
          </ac:spMkLst>
        </pc:spChg>
        <pc:spChg chg="mod">
          <ac:chgData name="365 Pro Plus" userId="8a4ede6a-2f8b-4c6e-b52c-08ce3e3b5c4d" providerId="ADAL" clId="{DA390177-86CC-4FB2-9591-590A9DFC29D7}" dt="2020-10-26T10:20:04.656" v="2"/>
          <ac:spMkLst>
            <pc:docMk/>
            <pc:sldMk cId="2845490694" sldId="259"/>
            <ac:spMk id="94" creationId="{00000000-0000-0000-0000-000000000000}"/>
          </ac:spMkLst>
        </pc:spChg>
        <pc:spChg chg="mod">
          <ac:chgData name="365 Pro Plus" userId="8a4ede6a-2f8b-4c6e-b52c-08ce3e3b5c4d" providerId="ADAL" clId="{DA390177-86CC-4FB2-9591-590A9DFC29D7}" dt="2020-10-26T10:20:04.656" v="2"/>
          <ac:spMkLst>
            <pc:docMk/>
            <pc:sldMk cId="2845490694" sldId="259"/>
            <ac:spMk id="95" creationId="{00000000-0000-0000-0000-000000000000}"/>
          </ac:spMkLst>
        </pc:spChg>
        <pc:picChg chg="add mod">
          <ac:chgData name="365 Pro Plus" userId="8a4ede6a-2f8b-4c6e-b52c-08ce3e3b5c4d" providerId="ADAL" clId="{DA390177-86CC-4FB2-9591-590A9DFC29D7}" dt="2020-10-26T11:47:14.592" v="95" actId="26606"/>
          <ac:picMkLst>
            <pc:docMk/>
            <pc:sldMk cId="2845490694" sldId="259"/>
            <ac:picMk id="5" creationId="{4F32982A-4CC3-44AB-8AC5-1DF69F228C58}"/>
          </ac:picMkLst>
        </pc:picChg>
        <pc:picChg chg="mod">
          <ac:chgData name="365 Pro Plus" userId="8a4ede6a-2f8b-4c6e-b52c-08ce3e3b5c4d" providerId="ADAL" clId="{DA390177-86CC-4FB2-9591-590A9DFC29D7}" dt="2020-10-26T10:20:04.656" v="2"/>
          <ac:picMkLst>
            <pc:docMk/>
            <pc:sldMk cId="2845490694" sldId="259"/>
            <ac:picMk id="85" creationId="{00000000-0000-0000-0000-000000000000}"/>
          </ac:picMkLst>
        </pc:picChg>
        <pc:picChg chg="mod">
          <ac:chgData name="365 Pro Plus" userId="8a4ede6a-2f8b-4c6e-b52c-08ce3e3b5c4d" providerId="ADAL" clId="{DA390177-86CC-4FB2-9591-590A9DFC29D7}" dt="2020-10-26T10:20:04.656" v="2"/>
          <ac:picMkLst>
            <pc:docMk/>
            <pc:sldMk cId="2845490694" sldId="259"/>
            <ac:picMk id="86" creationId="{00000000-0000-0000-0000-000000000000}"/>
          </ac:picMkLst>
        </pc:picChg>
        <pc:picChg chg="mod">
          <ac:chgData name="365 Pro Plus" userId="8a4ede6a-2f8b-4c6e-b52c-08ce3e3b5c4d" providerId="ADAL" clId="{DA390177-86CC-4FB2-9591-590A9DFC29D7}" dt="2020-10-26T10:20:04.656" v="2"/>
          <ac:picMkLst>
            <pc:docMk/>
            <pc:sldMk cId="2845490694" sldId="259"/>
            <ac:picMk id="87" creationId="{00000000-0000-0000-0000-000000000000}"/>
          </ac:picMkLst>
        </pc:picChg>
      </pc:sldChg>
      <pc:sldChg chg="modSp del mod modNotes">
        <pc:chgData name="365 Pro Plus" userId="8a4ede6a-2f8b-4c6e-b52c-08ce3e3b5c4d" providerId="ADAL" clId="{DA390177-86CC-4FB2-9591-590A9DFC29D7}" dt="2020-11-02T10:59:37.394" v="3675" actId="1076"/>
        <pc:sldMkLst>
          <pc:docMk/>
          <pc:sldMk cId="770192530" sldId="260"/>
        </pc:sldMkLst>
        <pc:spChg chg="add del">
          <ac:chgData name="365 Pro Plus" userId="8a4ede6a-2f8b-4c6e-b52c-08ce3e3b5c4d" providerId="ADAL" clId="{DA390177-86CC-4FB2-9591-590A9DFC29D7}" dt="2020-10-26T11:59:51.338" v="126" actId="26606"/>
          <ac:spMkLst>
            <pc:docMk/>
            <pc:sldMk cId="770192530" sldId="260"/>
            <ac:spMk id="2" creationId="{13540400-1D9A-4204-B3AC-B5C440F415D4}"/>
          </ac:spMkLst>
        </pc:spChg>
        <pc:spChg chg="del">
          <ac:chgData name="365 Pro Plus" userId="8a4ede6a-2f8b-4c6e-b52c-08ce3e3b5c4d" providerId="ADAL" clId="{DA390177-86CC-4FB2-9591-590A9DFC29D7}" dt="2020-10-26T11:57:58.625" v="111"/>
          <ac:spMkLst>
            <pc:docMk/>
            <pc:sldMk cId="770192530" sldId="260"/>
            <ac:spMk id="3" creationId="{7C60C4AA-4788-4543-8E94-AE29A9EDCDFE}"/>
          </ac:spMkLst>
        </pc:spChg>
        <pc:spChg chg="add del mod">
          <ac:chgData name="365 Pro Plus" userId="8a4ede6a-2f8b-4c6e-b52c-08ce3e3b5c4d" providerId="ADAL" clId="{DA390177-86CC-4FB2-9591-590A9DFC29D7}" dt="2020-10-26T11:59:51.338" v="126" actId="26606"/>
          <ac:spMkLst>
            <pc:docMk/>
            <pc:sldMk cId="770192530" sldId="260"/>
            <ac:spMk id="6" creationId="{722AE6F2-7F52-4439-BF9A-0C422F62668E}"/>
          </ac:spMkLst>
        </pc:spChg>
        <pc:spChg chg="add del">
          <ac:chgData name="365 Pro Plus" userId="8a4ede6a-2f8b-4c6e-b52c-08ce3e3b5c4d" providerId="ADAL" clId="{DA390177-86CC-4FB2-9591-590A9DFC29D7}" dt="2020-10-26T12:00:31.589" v="131" actId="22"/>
          <ac:spMkLst>
            <pc:docMk/>
            <pc:sldMk cId="770192530" sldId="260"/>
            <ac:spMk id="7" creationId="{BD3C9E61-DD02-479B-BF0F-C587853082CD}"/>
          </ac:spMkLst>
        </pc:spChg>
        <pc:spChg chg="add mod">
          <ac:chgData name="365 Pro Plus" userId="8a4ede6a-2f8b-4c6e-b52c-08ce3e3b5c4d" providerId="ADAL" clId="{DA390177-86CC-4FB2-9591-590A9DFC29D7}" dt="2020-11-02T10:59:37.394" v="3675" actId="1076"/>
          <ac:spMkLst>
            <pc:docMk/>
            <pc:sldMk cId="770192530" sldId="260"/>
            <ac:spMk id="8" creationId="{BA22EB67-4D35-4405-8AD3-908BB186EA0B}"/>
          </ac:spMkLst>
        </pc:spChg>
        <pc:spChg chg="add del">
          <ac:chgData name="365 Pro Plus" userId="8a4ede6a-2f8b-4c6e-b52c-08ce3e3b5c4d" providerId="ADAL" clId="{DA390177-86CC-4FB2-9591-590A9DFC29D7}" dt="2020-10-26T11:59:51.334" v="125" actId="26606"/>
          <ac:spMkLst>
            <pc:docMk/>
            <pc:sldMk cId="770192530" sldId="260"/>
            <ac:spMk id="71" creationId="{1EC7F0E9-EEA8-4DE3-841D-4E4D1FB70C5F}"/>
          </ac:spMkLst>
        </pc:spChg>
        <pc:spChg chg="mod">
          <ac:chgData name="365 Pro Plus" userId="8a4ede6a-2f8b-4c6e-b52c-08ce3e3b5c4d" providerId="ADAL" clId="{DA390177-86CC-4FB2-9591-590A9DFC29D7}" dt="2020-10-26T10:20:04.656" v="2"/>
          <ac:spMkLst>
            <pc:docMk/>
            <pc:sldMk cId="770192530" sldId="260"/>
            <ac:spMk id="100" creationId="{00000000-0000-0000-0000-000000000000}"/>
          </ac:spMkLst>
        </pc:spChg>
        <pc:spChg chg="mod">
          <ac:chgData name="365 Pro Plus" userId="8a4ede6a-2f8b-4c6e-b52c-08ce3e3b5c4d" providerId="ADAL" clId="{DA390177-86CC-4FB2-9591-590A9DFC29D7}" dt="2020-10-26T10:20:04.656" v="2"/>
          <ac:spMkLst>
            <pc:docMk/>
            <pc:sldMk cId="770192530" sldId="260"/>
            <ac:spMk id="101" creationId="{00000000-0000-0000-0000-000000000000}"/>
          </ac:spMkLst>
        </pc:spChg>
        <pc:picChg chg="add del mod">
          <ac:chgData name="365 Pro Plus" userId="8a4ede6a-2f8b-4c6e-b52c-08ce3e3b5c4d" providerId="ADAL" clId="{DA390177-86CC-4FB2-9591-590A9DFC29D7}" dt="2020-10-26T11:59:38.738" v="120" actId="478"/>
          <ac:picMkLst>
            <pc:docMk/>
            <pc:sldMk cId="770192530" sldId="260"/>
            <ac:picMk id="4" creationId="{B155825D-C65B-4DE6-93D6-1A11BA76DE16}"/>
          </ac:picMkLst>
        </pc:picChg>
        <pc:picChg chg="add mod">
          <ac:chgData name="365 Pro Plus" userId="8a4ede6a-2f8b-4c6e-b52c-08ce3e3b5c4d" providerId="ADAL" clId="{DA390177-86CC-4FB2-9591-590A9DFC29D7}" dt="2020-10-26T11:59:57.934" v="127" actId="14100"/>
          <ac:picMkLst>
            <pc:docMk/>
            <pc:sldMk cId="770192530" sldId="260"/>
            <ac:picMk id="1026" creationId="{FF23E608-366F-46BA-B4B0-B98A23E64807}"/>
          </ac:picMkLst>
        </pc:picChg>
      </pc:sldChg>
      <pc:sldChg chg="addSp delSp modSp new mod modClrScheme chgLayout">
        <pc:chgData name="365 Pro Plus" userId="8a4ede6a-2f8b-4c6e-b52c-08ce3e3b5c4d" providerId="ADAL" clId="{DA390177-86CC-4FB2-9591-590A9DFC29D7}" dt="2020-10-26T12:10:24.007" v="211" actId="1076"/>
        <pc:sldMkLst>
          <pc:docMk/>
          <pc:sldMk cId="2107329019" sldId="261"/>
        </pc:sldMkLst>
        <pc:spChg chg="del mod ord">
          <ac:chgData name="365 Pro Plus" userId="8a4ede6a-2f8b-4c6e-b52c-08ce3e3b5c4d" providerId="ADAL" clId="{DA390177-86CC-4FB2-9591-590A9DFC29D7}" dt="2020-10-26T12:01:12.214" v="135" actId="700"/>
          <ac:spMkLst>
            <pc:docMk/>
            <pc:sldMk cId="2107329019" sldId="261"/>
            <ac:spMk id="2" creationId="{F541826E-7048-4FF4-AE19-829C4BCA8824}"/>
          </ac:spMkLst>
        </pc:spChg>
        <pc:spChg chg="del">
          <ac:chgData name="365 Pro Plus" userId="8a4ede6a-2f8b-4c6e-b52c-08ce3e3b5c4d" providerId="ADAL" clId="{DA390177-86CC-4FB2-9591-590A9DFC29D7}" dt="2020-10-26T12:01:12.214" v="135" actId="700"/>
          <ac:spMkLst>
            <pc:docMk/>
            <pc:sldMk cId="2107329019" sldId="261"/>
            <ac:spMk id="3" creationId="{EAF2507E-C310-4A9F-B2E2-3AD4AC8723B6}"/>
          </ac:spMkLst>
        </pc:spChg>
        <pc:spChg chg="add mod ord">
          <ac:chgData name="365 Pro Plus" userId="8a4ede6a-2f8b-4c6e-b52c-08ce3e3b5c4d" providerId="ADAL" clId="{DA390177-86CC-4FB2-9591-590A9DFC29D7}" dt="2020-10-26T12:10:24.007" v="211" actId="1076"/>
          <ac:spMkLst>
            <pc:docMk/>
            <pc:sldMk cId="2107329019" sldId="261"/>
            <ac:spMk id="4" creationId="{B28EC8F4-3E4D-48DA-8933-492599F096FF}"/>
          </ac:spMkLst>
        </pc:spChg>
        <pc:spChg chg="add mod">
          <ac:chgData name="365 Pro Plus" userId="8a4ede6a-2f8b-4c6e-b52c-08ce3e3b5c4d" providerId="ADAL" clId="{DA390177-86CC-4FB2-9591-590A9DFC29D7}" dt="2020-10-26T12:10:24.007" v="211" actId="1076"/>
          <ac:spMkLst>
            <pc:docMk/>
            <pc:sldMk cId="2107329019" sldId="261"/>
            <ac:spMk id="9" creationId="{D5DCE78F-8B6A-4608-B80B-61AA420F2B47}"/>
          </ac:spMkLst>
        </pc:spChg>
        <pc:spChg chg="mod">
          <ac:chgData name="365 Pro Plus" userId="8a4ede6a-2f8b-4c6e-b52c-08ce3e3b5c4d" providerId="ADAL" clId="{DA390177-86CC-4FB2-9591-590A9DFC29D7}" dt="2020-10-26T10:20:04.656" v="2"/>
          <ac:spMkLst>
            <pc:docMk/>
            <pc:sldMk cId="2107329019" sldId="261"/>
            <ac:spMk id="106" creationId="{00000000-0000-0000-0000-000000000000}"/>
          </ac:spMkLst>
        </pc:spChg>
        <pc:spChg chg="mod">
          <ac:chgData name="365 Pro Plus" userId="8a4ede6a-2f8b-4c6e-b52c-08ce3e3b5c4d" providerId="ADAL" clId="{DA390177-86CC-4FB2-9591-590A9DFC29D7}" dt="2020-10-26T10:20:04.656" v="2"/>
          <ac:spMkLst>
            <pc:docMk/>
            <pc:sldMk cId="2107329019" sldId="261"/>
            <ac:spMk id="107" creationId="{00000000-0000-0000-0000-000000000000}"/>
          </ac:spMkLst>
        </pc:spChg>
        <pc:spChg chg="mod">
          <ac:chgData name="365 Pro Plus" userId="8a4ede6a-2f8b-4c6e-b52c-08ce3e3b5c4d" providerId="ADAL" clId="{DA390177-86CC-4FB2-9591-590A9DFC29D7}" dt="2020-10-26T10:20:04.656" v="2"/>
          <ac:spMkLst>
            <pc:docMk/>
            <pc:sldMk cId="2107329019" sldId="261"/>
            <ac:spMk id="108" creationId="{00000000-0000-0000-0000-000000000000}"/>
          </ac:spMkLst>
        </pc:spChg>
        <pc:spChg chg="mod">
          <ac:chgData name="365 Pro Plus" userId="8a4ede6a-2f8b-4c6e-b52c-08ce3e3b5c4d" providerId="ADAL" clId="{DA390177-86CC-4FB2-9591-590A9DFC29D7}" dt="2020-10-26T10:20:04.656" v="2"/>
          <ac:spMkLst>
            <pc:docMk/>
            <pc:sldMk cId="2107329019" sldId="261"/>
            <ac:spMk id="109" creationId="{00000000-0000-0000-0000-000000000000}"/>
          </ac:spMkLst>
        </pc:spChg>
        <pc:spChg chg="mod">
          <ac:chgData name="365 Pro Plus" userId="8a4ede6a-2f8b-4c6e-b52c-08ce3e3b5c4d" providerId="ADAL" clId="{DA390177-86CC-4FB2-9591-590A9DFC29D7}" dt="2020-10-26T10:20:04.656" v="2"/>
          <ac:spMkLst>
            <pc:docMk/>
            <pc:sldMk cId="2107329019" sldId="261"/>
            <ac:spMk id="110" creationId="{00000000-0000-0000-0000-000000000000}"/>
          </ac:spMkLst>
        </pc:spChg>
        <pc:spChg chg="mod">
          <ac:chgData name="365 Pro Plus" userId="8a4ede6a-2f8b-4c6e-b52c-08ce3e3b5c4d" providerId="ADAL" clId="{DA390177-86CC-4FB2-9591-590A9DFC29D7}" dt="2020-10-26T10:20:04.656" v="2"/>
          <ac:spMkLst>
            <pc:docMk/>
            <pc:sldMk cId="2107329019" sldId="261"/>
            <ac:spMk id="111" creationId="{00000000-0000-0000-0000-000000000000}"/>
          </ac:spMkLst>
        </pc:spChg>
        <pc:spChg chg="mod">
          <ac:chgData name="365 Pro Plus" userId="8a4ede6a-2f8b-4c6e-b52c-08ce3e3b5c4d" providerId="ADAL" clId="{DA390177-86CC-4FB2-9591-590A9DFC29D7}" dt="2020-10-26T10:20:04.656" v="2"/>
          <ac:spMkLst>
            <pc:docMk/>
            <pc:sldMk cId="2107329019" sldId="261"/>
            <ac:spMk id="112" creationId="{00000000-0000-0000-0000-000000000000}"/>
          </ac:spMkLst>
        </pc:spChg>
        <pc:spChg chg="mod">
          <ac:chgData name="365 Pro Plus" userId="8a4ede6a-2f8b-4c6e-b52c-08ce3e3b5c4d" providerId="ADAL" clId="{DA390177-86CC-4FB2-9591-590A9DFC29D7}" dt="2020-10-26T10:20:04.656" v="2"/>
          <ac:spMkLst>
            <pc:docMk/>
            <pc:sldMk cId="2107329019" sldId="261"/>
            <ac:spMk id="113" creationId="{00000000-0000-0000-0000-000000000000}"/>
          </ac:spMkLst>
        </pc:spChg>
        <pc:spChg chg="mod">
          <ac:chgData name="365 Pro Plus" userId="8a4ede6a-2f8b-4c6e-b52c-08ce3e3b5c4d" providerId="ADAL" clId="{DA390177-86CC-4FB2-9591-590A9DFC29D7}" dt="2020-10-26T10:20:04.656" v="2"/>
          <ac:spMkLst>
            <pc:docMk/>
            <pc:sldMk cId="2107329019" sldId="261"/>
            <ac:spMk id="114" creationId="{00000000-0000-0000-0000-000000000000}"/>
          </ac:spMkLst>
        </pc:spChg>
        <pc:spChg chg="mod">
          <ac:chgData name="365 Pro Plus" userId="8a4ede6a-2f8b-4c6e-b52c-08ce3e3b5c4d" providerId="ADAL" clId="{DA390177-86CC-4FB2-9591-590A9DFC29D7}" dt="2020-10-26T10:20:04.656" v="2"/>
          <ac:spMkLst>
            <pc:docMk/>
            <pc:sldMk cId="2107329019" sldId="261"/>
            <ac:spMk id="115" creationId="{00000000-0000-0000-0000-000000000000}"/>
          </ac:spMkLst>
        </pc:spChg>
      </pc:sldChg>
      <pc:sldChg chg="addSp delSp modSp new mod">
        <pc:chgData name="365 Pro Plus" userId="8a4ede6a-2f8b-4c6e-b52c-08ce3e3b5c4d" providerId="ADAL" clId="{DA390177-86CC-4FB2-9591-590A9DFC29D7}" dt="2020-10-26T12:12:30.550" v="254" actId="26606"/>
        <pc:sldMkLst>
          <pc:docMk/>
          <pc:sldMk cId="2846169660" sldId="262"/>
        </pc:sldMkLst>
        <pc:spChg chg="mod">
          <ac:chgData name="365 Pro Plus" userId="8a4ede6a-2f8b-4c6e-b52c-08ce3e3b5c4d" providerId="ADAL" clId="{DA390177-86CC-4FB2-9591-590A9DFC29D7}" dt="2020-10-26T12:12:30.550" v="254" actId="26606"/>
          <ac:spMkLst>
            <pc:docMk/>
            <pc:sldMk cId="2846169660" sldId="262"/>
            <ac:spMk id="2" creationId="{D3BB3719-587A-4FF6-9446-421A2A3EF45C}"/>
          </ac:spMkLst>
        </pc:spChg>
        <pc:spChg chg="del">
          <ac:chgData name="365 Pro Plus" userId="8a4ede6a-2f8b-4c6e-b52c-08ce3e3b5c4d" providerId="ADAL" clId="{DA390177-86CC-4FB2-9591-590A9DFC29D7}" dt="2020-10-26T12:11:53.698" v="225"/>
          <ac:spMkLst>
            <pc:docMk/>
            <pc:sldMk cId="2846169660" sldId="262"/>
            <ac:spMk id="3" creationId="{CC115C5A-E8B0-45CB-A3CD-C37883AC0803}"/>
          </ac:spMkLst>
        </pc:spChg>
        <pc:spChg chg="add del mod">
          <ac:chgData name="365 Pro Plus" userId="8a4ede6a-2f8b-4c6e-b52c-08ce3e3b5c4d" providerId="ADAL" clId="{DA390177-86CC-4FB2-9591-590A9DFC29D7}" dt="2020-10-26T13:53:18.226" v="427" actId="22"/>
          <ac:spMkLst>
            <pc:docMk/>
            <pc:sldMk cId="2846169660" sldId="262"/>
            <ac:spMk id="4" creationId="{3A84DEC4-76B1-49B1-A0EB-EE759D102056}"/>
          </ac:spMkLst>
        </pc:spChg>
        <pc:spChg chg="add mod">
          <ac:chgData name="365 Pro Plus" userId="8a4ede6a-2f8b-4c6e-b52c-08ce3e3b5c4d" providerId="ADAL" clId="{DA390177-86CC-4FB2-9591-590A9DFC29D7}" dt="2020-10-26T13:54:00.289" v="438" actId="14100"/>
          <ac:spMkLst>
            <pc:docMk/>
            <pc:sldMk cId="2846169660" sldId="262"/>
            <ac:spMk id="71" creationId="{14CF6EDF-3F42-4C50-83E3-901AEB187F47}"/>
          </ac:spMkLst>
        </pc:spChg>
        <pc:spChg chg="mod">
          <ac:chgData name="365 Pro Plus" userId="8a4ede6a-2f8b-4c6e-b52c-08ce3e3b5c4d" providerId="ADAL" clId="{DA390177-86CC-4FB2-9591-590A9DFC29D7}" dt="2020-10-26T10:20:04.656" v="2"/>
          <ac:spMkLst>
            <pc:docMk/>
            <pc:sldMk cId="2846169660" sldId="262"/>
            <ac:spMk id="120" creationId="{00000000-0000-0000-0000-000000000000}"/>
          </ac:spMkLst>
        </pc:spChg>
        <pc:spChg chg="mod">
          <ac:chgData name="365 Pro Plus" userId="8a4ede6a-2f8b-4c6e-b52c-08ce3e3b5c4d" providerId="ADAL" clId="{DA390177-86CC-4FB2-9591-590A9DFC29D7}" dt="2020-10-26T10:20:04.656" v="2"/>
          <ac:spMkLst>
            <pc:docMk/>
            <pc:sldMk cId="2846169660" sldId="262"/>
            <ac:spMk id="122" creationId="{00000000-0000-0000-0000-000000000000}"/>
          </ac:spMkLst>
        </pc:spChg>
        <pc:picChg chg="add mod">
          <ac:chgData name="365 Pro Plus" userId="8a4ede6a-2f8b-4c6e-b52c-08ce3e3b5c4d" providerId="ADAL" clId="{DA390177-86CC-4FB2-9591-590A9DFC29D7}" dt="2020-10-26T12:12:12.949" v="247" actId="571"/>
          <ac:picMkLst>
            <pc:docMk/>
            <pc:sldMk cId="2846169660" sldId="262"/>
            <ac:picMk id="5" creationId="{B99DF58B-0697-41EF-90C7-DE4495A400F0}"/>
          </ac:picMkLst>
        </pc:picChg>
        <pc:picChg chg="add mod">
          <ac:chgData name="365 Pro Plus" userId="8a4ede6a-2f8b-4c6e-b52c-08ce3e3b5c4d" providerId="ADAL" clId="{DA390177-86CC-4FB2-9591-590A9DFC29D7}" dt="2020-10-26T13:53:51.887" v="435" actId="14100"/>
          <ac:picMkLst>
            <pc:docMk/>
            <pc:sldMk cId="2846169660" sldId="262"/>
            <ac:picMk id="5" creationId="{CB636CCD-7672-4D3E-B5EF-C4B0A863BA35}"/>
          </ac:picMkLst>
        </pc:picChg>
        <pc:picChg chg="mod">
          <ac:chgData name="365 Pro Plus" userId="8a4ede6a-2f8b-4c6e-b52c-08ce3e3b5c4d" providerId="ADAL" clId="{DA390177-86CC-4FB2-9591-590A9DFC29D7}" dt="2020-10-26T10:20:04.656" v="2"/>
          <ac:picMkLst>
            <pc:docMk/>
            <pc:sldMk cId="2846169660" sldId="262"/>
            <ac:picMk id="121" creationId="{00000000-0000-0000-0000-000000000000}"/>
          </ac:picMkLst>
        </pc:picChg>
        <pc:picChg chg="add del mod">
          <ac:chgData name="365 Pro Plus" userId="8a4ede6a-2f8b-4c6e-b52c-08ce3e3b5c4d" providerId="ADAL" clId="{DA390177-86CC-4FB2-9591-590A9DFC29D7}" dt="2020-10-26T13:53:16.945" v="426" actId="21"/>
          <ac:picMkLst>
            <pc:docMk/>
            <pc:sldMk cId="2846169660" sldId="262"/>
            <ac:picMk id="2050" creationId="{0AD7B9AB-7E71-4E3B-AB7E-05609AB7A901}"/>
          </ac:picMkLst>
        </pc:picChg>
        <pc:picChg chg="add mod">
          <ac:chgData name="365 Pro Plus" userId="8a4ede6a-2f8b-4c6e-b52c-08ce3e3b5c4d" providerId="ADAL" clId="{DA390177-86CC-4FB2-9591-590A9DFC29D7}" dt="2020-10-26T12:12:30.550" v="254" actId="26606"/>
          <ac:picMkLst>
            <pc:docMk/>
            <pc:sldMk cId="2846169660" sldId="262"/>
            <ac:picMk id="3074" creationId="{E8C92918-ABE8-4B1E-BAAA-095D97876D67}"/>
          </ac:picMkLst>
        </pc:picChg>
      </pc:sldChg>
      <pc:sldChg chg="modSp del modNotes">
        <pc:chgData name="365 Pro Plus" userId="8a4ede6a-2f8b-4c6e-b52c-08ce3e3b5c4d" providerId="ADAL" clId="{DA390177-86CC-4FB2-9591-590A9DFC29D7}" dt="2020-10-26T11:27:18.487" v="73" actId="47"/>
        <pc:sldMkLst>
          <pc:docMk/>
          <pc:sldMk cId="798617843" sldId="263"/>
        </pc:sldMkLst>
        <pc:spChg chg="del">
          <ac:chgData name="365 Pro Plus" userId="8a4ede6a-2f8b-4c6e-b52c-08ce3e3b5c4d" providerId="ADAL" clId="{DA390177-86CC-4FB2-9591-590A9DFC29D7}" dt="2020-10-26T12:08:41.888" v="205" actId="26606"/>
          <ac:spMkLst>
            <pc:docMk/>
            <pc:sldMk cId="798617843" sldId="263"/>
            <ac:spMk id="2" creationId="{7AF3E7D8-BEC7-4BAB-81B2-486FBE749628}"/>
          </ac:spMkLst>
        </pc:spChg>
        <pc:spChg chg="del">
          <ac:chgData name="365 Pro Plus" userId="8a4ede6a-2f8b-4c6e-b52c-08ce3e3b5c4d" providerId="ADAL" clId="{DA390177-86CC-4FB2-9591-590A9DFC29D7}" dt="2020-10-26T12:08:36.739" v="204"/>
          <ac:spMkLst>
            <pc:docMk/>
            <pc:sldMk cId="798617843" sldId="263"/>
            <ac:spMk id="3" creationId="{4A9DF1C7-05AD-4FD5-AA10-7DD3A2F459E0}"/>
          </ac:spMkLst>
        </pc:spChg>
        <pc:spChg chg="add mod">
          <ac:chgData name="365 Pro Plus" userId="8a4ede6a-2f8b-4c6e-b52c-08ce3e3b5c4d" providerId="ADAL" clId="{DA390177-86CC-4FB2-9591-590A9DFC29D7}" dt="2020-10-26T12:09:16.529" v="210"/>
          <ac:spMkLst>
            <pc:docMk/>
            <pc:sldMk cId="798617843" sldId="263"/>
            <ac:spMk id="5" creationId="{AEB8A8A8-8183-48DE-9BE8-53058EA7ECAA}"/>
          </ac:spMkLst>
        </pc:spChg>
        <pc:spChg chg="add del">
          <ac:chgData name="365 Pro Plus" userId="8a4ede6a-2f8b-4c6e-b52c-08ce3e3b5c4d" providerId="ADAL" clId="{DA390177-86CC-4FB2-9591-590A9DFC29D7}" dt="2020-10-26T12:09:03.540" v="208" actId="22"/>
          <ac:spMkLst>
            <pc:docMk/>
            <pc:sldMk cId="798617843" sldId="263"/>
            <ac:spMk id="6" creationId="{AB3050F6-3909-407D-A6DA-FD570645164C}"/>
          </ac:spMkLst>
        </pc:spChg>
        <pc:spChg chg="mod">
          <ac:chgData name="365 Pro Plus" userId="8a4ede6a-2f8b-4c6e-b52c-08ce3e3b5c4d" providerId="ADAL" clId="{DA390177-86CC-4FB2-9591-590A9DFC29D7}" dt="2020-10-26T10:20:04.656" v="2"/>
          <ac:spMkLst>
            <pc:docMk/>
            <pc:sldMk cId="798617843" sldId="263"/>
            <ac:spMk id="127" creationId="{00000000-0000-0000-0000-000000000000}"/>
          </ac:spMkLst>
        </pc:spChg>
        <pc:spChg chg="mod">
          <ac:chgData name="365 Pro Plus" userId="8a4ede6a-2f8b-4c6e-b52c-08ce3e3b5c4d" providerId="ADAL" clId="{DA390177-86CC-4FB2-9591-590A9DFC29D7}" dt="2020-10-26T10:20:04.656" v="2"/>
          <ac:spMkLst>
            <pc:docMk/>
            <pc:sldMk cId="798617843" sldId="263"/>
            <ac:spMk id="131" creationId="{00000000-0000-0000-0000-000000000000}"/>
          </ac:spMkLst>
        </pc:spChg>
        <pc:spChg chg="mod">
          <ac:chgData name="365 Pro Plus" userId="8a4ede6a-2f8b-4c6e-b52c-08ce3e3b5c4d" providerId="ADAL" clId="{DA390177-86CC-4FB2-9591-590A9DFC29D7}" dt="2020-10-26T10:20:04.656" v="2"/>
          <ac:spMkLst>
            <pc:docMk/>
            <pc:sldMk cId="798617843" sldId="263"/>
            <ac:spMk id="132" creationId="{00000000-0000-0000-0000-000000000000}"/>
          </ac:spMkLst>
        </pc:spChg>
        <pc:spChg chg="mod">
          <ac:chgData name="365 Pro Plus" userId="8a4ede6a-2f8b-4c6e-b52c-08ce3e3b5c4d" providerId="ADAL" clId="{DA390177-86CC-4FB2-9591-590A9DFC29D7}" dt="2020-10-26T10:20:04.656" v="2"/>
          <ac:spMkLst>
            <pc:docMk/>
            <pc:sldMk cId="798617843" sldId="263"/>
            <ac:spMk id="133" creationId="{00000000-0000-0000-0000-000000000000}"/>
          </ac:spMkLst>
        </pc:spChg>
        <pc:spChg chg="mod">
          <ac:chgData name="365 Pro Plus" userId="8a4ede6a-2f8b-4c6e-b52c-08ce3e3b5c4d" providerId="ADAL" clId="{DA390177-86CC-4FB2-9591-590A9DFC29D7}" dt="2020-10-26T10:20:04.656" v="2"/>
          <ac:spMkLst>
            <pc:docMk/>
            <pc:sldMk cId="798617843" sldId="263"/>
            <ac:spMk id="134" creationId="{00000000-0000-0000-0000-000000000000}"/>
          </ac:spMkLst>
        </pc:spChg>
        <pc:spChg chg="mod">
          <ac:chgData name="365 Pro Plus" userId="8a4ede6a-2f8b-4c6e-b52c-08ce3e3b5c4d" providerId="ADAL" clId="{DA390177-86CC-4FB2-9591-590A9DFC29D7}" dt="2020-10-26T10:20:04.656" v="2"/>
          <ac:spMkLst>
            <pc:docMk/>
            <pc:sldMk cId="798617843" sldId="263"/>
            <ac:spMk id="136" creationId="{00000000-0000-0000-0000-000000000000}"/>
          </ac:spMkLst>
        </pc:spChg>
        <pc:spChg chg="mod">
          <ac:chgData name="365 Pro Plus" userId="8a4ede6a-2f8b-4c6e-b52c-08ce3e3b5c4d" providerId="ADAL" clId="{DA390177-86CC-4FB2-9591-590A9DFC29D7}" dt="2020-10-26T10:20:04.656" v="2"/>
          <ac:spMkLst>
            <pc:docMk/>
            <pc:sldMk cId="798617843" sldId="263"/>
            <ac:spMk id="137" creationId="{00000000-0000-0000-0000-000000000000}"/>
          </ac:spMkLst>
        </pc:spChg>
        <pc:spChg chg="mod">
          <ac:chgData name="365 Pro Plus" userId="8a4ede6a-2f8b-4c6e-b52c-08ce3e3b5c4d" providerId="ADAL" clId="{DA390177-86CC-4FB2-9591-590A9DFC29D7}" dt="2020-10-26T10:20:04.656" v="2"/>
          <ac:spMkLst>
            <pc:docMk/>
            <pc:sldMk cId="798617843" sldId="263"/>
            <ac:spMk id="138" creationId="{00000000-0000-0000-0000-000000000000}"/>
          </ac:spMkLst>
        </pc:spChg>
        <pc:spChg chg="mod">
          <ac:chgData name="365 Pro Plus" userId="8a4ede6a-2f8b-4c6e-b52c-08ce3e3b5c4d" providerId="ADAL" clId="{DA390177-86CC-4FB2-9591-590A9DFC29D7}" dt="2020-10-26T10:20:04.656" v="2"/>
          <ac:spMkLst>
            <pc:docMk/>
            <pc:sldMk cId="798617843" sldId="263"/>
            <ac:spMk id="139" creationId="{00000000-0000-0000-0000-000000000000}"/>
          </ac:spMkLst>
        </pc:spChg>
        <pc:spChg chg="mod">
          <ac:chgData name="365 Pro Plus" userId="8a4ede6a-2f8b-4c6e-b52c-08ce3e3b5c4d" providerId="ADAL" clId="{DA390177-86CC-4FB2-9591-590A9DFC29D7}" dt="2020-10-26T10:20:04.656" v="2"/>
          <ac:spMkLst>
            <pc:docMk/>
            <pc:sldMk cId="798617843" sldId="263"/>
            <ac:spMk id="140" creationId="{00000000-0000-0000-0000-000000000000}"/>
          </ac:spMkLst>
        </pc:spChg>
        <pc:spChg chg="mod">
          <ac:chgData name="365 Pro Plus" userId="8a4ede6a-2f8b-4c6e-b52c-08ce3e3b5c4d" providerId="ADAL" clId="{DA390177-86CC-4FB2-9591-590A9DFC29D7}" dt="2020-10-26T10:20:04.656" v="2"/>
          <ac:spMkLst>
            <pc:docMk/>
            <pc:sldMk cId="798617843" sldId="263"/>
            <ac:spMk id="141" creationId="{00000000-0000-0000-0000-000000000000}"/>
          </ac:spMkLst>
        </pc:spChg>
        <pc:picChg chg="mod">
          <ac:chgData name="365 Pro Plus" userId="8a4ede6a-2f8b-4c6e-b52c-08ce3e3b5c4d" providerId="ADAL" clId="{DA390177-86CC-4FB2-9591-590A9DFC29D7}" dt="2020-10-26T10:20:04.656" v="2"/>
          <ac:picMkLst>
            <pc:docMk/>
            <pc:sldMk cId="798617843" sldId="263"/>
            <ac:picMk id="128" creationId="{00000000-0000-0000-0000-000000000000}"/>
          </ac:picMkLst>
        </pc:picChg>
        <pc:picChg chg="mod">
          <ac:chgData name="365 Pro Plus" userId="8a4ede6a-2f8b-4c6e-b52c-08ce3e3b5c4d" providerId="ADAL" clId="{DA390177-86CC-4FB2-9591-590A9DFC29D7}" dt="2020-10-26T10:20:04.656" v="2"/>
          <ac:picMkLst>
            <pc:docMk/>
            <pc:sldMk cId="798617843" sldId="263"/>
            <ac:picMk id="129" creationId="{00000000-0000-0000-0000-000000000000}"/>
          </ac:picMkLst>
        </pc:picChg>
        <pc:picChg chg="mod">
          <ac:chgData name="365 Pro Plus" userId="8a4ede6a-2f8b-4c6e-b52c-08ce3e3b5c4d" providerId="ADAL" clId="{DA390177-86CC-4FB2-9591-590A9DFC29D7}" dt="2020-10-26T10:20:04.656" v="2"/>
          <ac:picMkLst>
            <pc:docMk/>
            <pc:sldMk cId="798617843" sldId="263"/>
            <ac:picMk id="130" creationId="{00000000-0000-0000-0000-000000000000}"/>
          </ac:picMkLst>
        </pc:picChg>
        <pc:picChg chg="mod">
          <ac:chgData name="365 Pro Plus" userId="8a4ede6a-2f8b-4c6e-b52c-08ce3e3b5c4d" providerId="ADAL" clId="{DA390177-86CC-4FB2-9591-590A9DFC29D7}" dt="2020-10-26T10:20:04.656" v="2"/>
          <ac:picMkLst>
            <pc:docMk/>
            <pc:sldMk cId="798617843" sldId="263"/>
            <ac:picMk id="135" creationId="{00000000-0000-0000-0000-000000000000}"/>
          </ac:picMkLst>
        </pc:picChg>
        <pc:picChg chg="add mod">
          <ac:chgData name="365 Pro Plus" userId="8a4ede6a-2f8b-4c6e-b52c-08ce3e3b5c4d" providerId="ADAL" clId="{DA390177-86CC-4FB2-9591-590A9DFC29D7}" dt="2020-10-26T12:08:46.711" v="206" actId="14100"/>
          <ac:picMkLst>
            <pc:docMk/>
            <pc:sldMk cId="798617843" sldId="263"/>
            <ac:picMk id="2050" creationId="{77161090-CE55-4915-9B5E-2A5A835F9D2C}"/>
          </ac:picMkLst>
        </pc:picChg>
      </pc:sldChg>
      <pc:sldChg chg="modSp del modNotes">
        <pc:chgData name="365 Pro Plus" userId="8a4ede6a-2f8b-4c6e-b52c-08ce3e3b5c4d" providerId="ADAL" clId="{DA390177-86CC-4FB2-9591-590A9DFC29D7}" dt="2020-10-26T11:27:18.487" v="73" actId="47"/>
        <pc:sldMkLst>
          <pc:docMk/>
          <pc:sldMk cId="4263885970" sldId="264"/>
        </pc:sldMkLst>
        <pc:spChg chg="del mod ord">
          <ac:chgData name="365 Pro Plus" userId="8a4ede6a-2f8b-4c6e-b52c-08ce3e3b5c4d" providerId="ADAL" clId="{DA390177-86CC-4FB2-9591-590A9DFC29D7}" dt="2020-10-26T12:18:20.688" v="352" actId="700"/>
          <ac:spMkLst>
            <pc:docMk/>
            <pc:sldMk cId="4263885970" sldId="264"/>
            <ac:spMk id="2" creationId="{B24A09CF-72AA-4A24-BB78-3D886779A443}"/>
          </ac:spMkLst>
        </pc:spChg>
        <pc:spChg chg="del mod ord">
          <ac:chgData name="365 Pro Plus" userId="8a4ede6a-2f8b-4c6e-b52c-08ce3e3b5c4d" providerId="ADAL" clId="{DA390177-86CC-4FB2-9591-590A9DFC29D7}" dt="2020-10-26T12:18:20.688" v="352" actId="700"/>
          <ac:spMkLst>
            <pc:docMk/>
            <pc:sldMk cId="4263885970" sldId="264"/>
            <ac:spMk id="3" creationId="{5C5A8262-18CD-40FC-A679-2CB72E8E0EE7}"/>
          </ac:spMkLst>
        </pc:spChg>
        <pc:spChg chg="del">
          <ac:chgData name="365 Pro Plus" userId="8a4ede6a-2f8b-4c6e-b52c-08ce3e3b5c4d" providerId="ADAL" clId="{DA390177-86CC-4FB2-9591-590A9DFC29D7}" dt="2020-10-26T12:18:20.688" v="352" actId="700"/>
          <ac:spMkLst>
            <pc:docMk/>
            <pc:sldMk cId="4263885970" sldId="264"/>
            <ac:spMk id="4" creationId="{078311B4-AAFD-4D95-AD73-8916CA71431C}"/>
          </ac:spMkLst>
        </pc:spChg>
        <pc:spChg chg="add mod ord">
          <ac:chgData name="365 Pro Plus" userId="8a4ede6a-2f8b-4c6e-b52c-08ce3e3b5c4d" providerId="ADAL" clId="{DA390177-86CC-4FB2-9591-590A9DFC29D7}" dt="2020-10-26T12:22:32.138" v="392" actId="14100"/>
          <ac:spMkLst>
            <pc:docMk/>
            <pc:sldMk cId="4263885970" sldId="264"/>
            <ac:spMk id="5" creationId="{3EFA83AF-5CB6-4706-8F5E-B0C8A3A3C896}"/>
          </ac:spMkLst>
        </pc:spChg>
        <pc:spChg chg="add del mod ord">
          <ac:chgData name="365 Pro Plus" userId="8a4ede6a-2f8b-4c6e-b52c-08ce3e3b5c4d" providerId="ADAL" clId="{DA390177-86CC-4FB2-9591-590A9DFC29D7}" dt="2020-10-26T12:21:58.536" v="384"/>
          <ac:spMkLst>
            <pc:docMk/>
            <pc:sldMk cId="4263885970" sldId="264"/>
            <ac:spMk id="6" creationId="{81BE5ED8-430A-4EA6-82BF-BB9E893D97C2}"/>
          </ac:spMkLst>
        </pc:spChg>
        <pc:spChg chg="add mod">
          <ac:chgData name="365 Pro Plus" userId="8a4ede6a-2f8b-4c6e-b52c-08ce3e3b5c4d" providerId="ADAL" clId="{DA390177-86CC-4FB2-9591-590A9DFC29D7}" dt="2020-10-26T12:25:41.351" v="419" actId="1076"/>
          <ac:spMkLst>
            <pc:docMk/>
            <pc:sldMk cId="4263885970" sldId="264"/>
            <ac:spMk id="11" creationId="{6B86F72A-A213-44BD-8F62-5737972569D9}"/>
          </ac:spMkLst>
        </pc:spChg>
        <pc:spChg chg="add del mod">
          <ac:chgData name="365 Pro Plus" userId="8a4ede6a-2f8b-4c6e-b52c-08ce3e3b5c4d" providerId="ADAL" clId="{DA390177-86CC-4FB2-9591-590A9DFC29D7}" dt="2020-10-26T12:22:20.649" v="388" actId="26606"/>
          <ac:spMkLst>
            <pc:docMk/>
            <pc:sldMk cId="4263885970" sldId="264"/>
            <ac:spMk id="71" creationId="{65E23485-33B1-4D6B-BE04-8688C985B8AF}"/>
          </ac:spMkLst>
        </pc:spChg>
        <pc:spChg chg="mod">
          <ac:chgData name="365 Pro Plus" userId="8a4ede6a-2f8b-4c6e-b52c-08ce3e3b5c4d" providerId="ADAL" clId="{DA390177-86CC-4FB2-9591-590A9DFC29D7}" dt="2020-10-26T10:20:04.656" v="2"/>
          <ac:spMkLst>
            <pc:docMk/>
            <pc:sldMk cId="4263885970" sldId="264"/>
            <ac:spMk id="146" creationId="{00000000-0000-0000-0000-000000000000}"/>
          </ac:spMkLst>
        </pc:spChg>
        <pc:spChg chg="mod">
          <ac:chgData name="365 Pro Plus" userId="8a4ede6a-2f8b-4c6e-b52c-08ce3e3b5c4d" providerId="ADAL" clId="{DA390177-86CC-4FB2-9591-590A9DFC29D7}" dt="2020-10-26T10:20:04.656" v="2"/>
          <ac:spMkLst>
            <pc:docMk/>
            <pc:sldMk cId="4263885970" sldId="264"/>
            <ac:spMk id="147" creationId="{00000000-0000-0000-0000-000000000000}"/>
          </ac:spMkLst>
        </pc:spChg>
        <pc:spChg chg="add mod">
          <ac:chgData name="365 Pro Plus" userId="8a4ede6a-2f8b-4c6e-b52c-08ce3e3b5c4d" providerId="ADAL" clId="{DA390177-86CC-4FB2-9591-590A9DFC29D7}" dt="2020-10-26T12:25:46.179" v="420" actId="1076"/>
          <ac:spMkLst>
            <pc:docMk/>
            <pc:sldMk cId="4263885970" sldId="264"/>
            <ac:spMk id="1028" creationId="{677554C2-BB2E-4164-8BE9-441EA01A82E9}"/>
          </ac:spMkLst>
        </pc:spChg>
        <pc:picChg chg="mod">
          <ac:chgData name="365 Pro Plus" userId="8a4ede6a-2f8b-4c6e-b52c-08ce3e3b5c4d" providerId="ADAL" clId="{DA390177-86CC-4FB2-9591-590A9DFC29D7}" dt="2020-10-26T10:20:04.656" v="2"/>
          <ac:picMkLst>
            <pc:docMk/>
            <pc:sldMk cId="4263885970" sldId="264"/>
            <ac:picMk id="148" creationId="{00000000-0000-0000-0000-000000000000}"/>
          </ac:picMkLst>
        </pc:picChg>
        <pc:picChg chg="add mod">
          <ac:chgData name="365 Pro Plus" userId="8a4ede6a-2f8b-4c6e-b52c-08ce3e3b5c4d" providerId="ADAL" clId="{DA390177-86CC-4FB2-9591-590A9DFC29D7}" dt="2020-10-26T12:25:36.595" v="418" actId="14100"/>
          <ac:picMkLst>
            <pc:docMk/>
            <pc:sldMk cId="4263885970" sldId="264"/>
            <ac:picMk id="1026" creationId="{308B36E3-F22F-4CF4-820E-216274821D02}"/>
          </ac:picMkLst>
        </pc:picChg>
      </pc:sldChg>
      <pc:sldChg chg="modSp del modNotes">
        <pc:chgData name="365 Pro Plus" userId="8a4ede6a-2f8b-4c6e-b52c-08ce3e3b5c4d" providerId="ADAL" clId="{DA390177-86CC-4FB2-9591-590A9DFC29D7}" dt="2020-10-26T11:27:18.487" v="73" actId="47"/>
        <pc:sldMkLst>
          <pc:docMk/>
          <pc:sldMk cId="1537788745" sldId="265"/>
        </pc:sldMkLst>
        <pc:spChg chg="mod">
          <ac:chgData name="365 Pro Plus" userId="8a4ede6a-2f8b-4c6e-b52c-08ce3e3b5c4d" providerId="ADAL" clId="{DA390177-86CC-4FB2-9591-590A9DFC29D7}" dt="2020-10-26T10:20:04.656" v="2"/>
          <ac:spMkLst>
            <pc:docMk/>
            <pc:sldMk cId="1537788745" sldId="265"/>
            <ac:spMk id="154" creationId="{00000000-0000-0000-0000-000000000000}"/>
          </ac:spMkLst>
        </pc:spChg>
        <pc:spChg chg="mod">
          <ac:chgData name="365 Pro Plus" userId="8a4ede6a-2f8b-4c6e-b52c-08ce3e3b5c4d" providerId="ADAL" clId="{DA390177-86CC-4FB2-9591-590A9DFC29D7}" dt="2020-10-26T10:20:04.656" v="2"/>
          <ac:spMkLst>
            <pc:docMk/>
            <pc:sldMk cId="1537788745" sldId="265"/>
            <ac:spMk id="155" creationId="{00000000-0000-0000-0000-000000000000}"/>
          </ac:spMkLst>
        </pc:spChg>
        <pc:picChg chg="mod">
          <ac:chgData name="365 Pro Plus" userId="8a4ede6a-2f8b-4c6e-b52c-08ce3e3b5c4d" providerId="ADAL" clId="{DA390177-86CC-4FB2-9591-590A9DFC29D7}" dt="2020-10-26T10:20:04.656" v="2"/>
          <ac:picMkLst>
            <pc:docMk/>
            <pc:sldMk cId="1537788745" sldId="265"/>
            <ac:picMk id="153" creationId="{00000000-0000-0000-0000-000000000000}"/>
          </ac:picMkLst>
        </pc:picChg>
      </pc:sldChg>
      <pc:sldChg chg="modSp del modNotes">
        <pc:chgData name="365 Pro Plus" userId="8a4ede6a-2f8b-4c6e-b52c-08ce3e3b5c4d" providerId="ADAL" clId="{DA390177-86CC-4FB2-9591-590A9DFC29D7}" dt="2020-10-31T16:00:52.736" v="993" actId="2696"/>
        <pc:sldMkLst>
          <pc:docMk/>
          <pc:sldMk cId="1546681062" sldId="266"/>
        </pc:sldMkLst>
        <pc:spChg chg="mod">
          <ac:chgData name="365 Pro Plus" userId="8a4ede6a-2f8b-4c6e-b52c-08ce3e3b5c4d" providerId="ADAL" clId="{DA390177-86CC-4FB2-9591-590A9DFC29D7}" dt="2020-10-26T14:11:48.950" v="527" actId="20577"/>
          <ac:spMkLst>
            <pc:docMk/>
            <pc:sldMk cId="1546681062" sldId="266"/>
            <ac:spMk id="2" creationId="{00000000-0000-0000-0000-000000000000}"/>
          </ac:spMkLst>
        </pc:spChg>
        <pc:spChg chg="mod ord">
          <ac:chgData name="365 Pro Plus" userId="8a4ede6a-2f8b-4c6e-b52c-08ce3e3b5c4d" providerId="ADAL" clId="{DA390177-86CC-4FB2-9591-590A9DFC29D7}" dt="2020-10-26T14:10:46.624" v="516" actId="1076"/>
          <ac:spMkLst>
            <pc:docMk/>
            <pc:sldMk cId="1546681062" sldId="266"/>
            <ac:spMk id="3" creationId="{00000000-0000-0000-0000-000000000000}"/>
          </ac:spMkLst>
        </pc:spChg>
        <pc:spChg chg="add del mod">
          <ac:chgData name="365 Pro Plus" userId="8a4ede6a-2f8b-4c6e-b52c-08ce3e3b5c4d" providerId="ADAL" clId="{DA390177-86CC-4FB2-9591-590A9DFC29D7}" dt="2020-10-26T14:10:16.810" v="510" actId="26606"/>
          <ac:spMkLst>
            <pc:docMk/>
            <pc:sldMk cId="1546681062" sldId="266"/>
            <ac:spMk id="8" creationId="{BC365149-3192-421B-A7B6-34BF5B5E9004}"/>
          </ac:spMkLst>
        </pc:spChg>
        <pc:spChg chg="mod">
          <ac:chgData name="365 Pro Plus" userId="8a4ede6a-2f8b-4c6e-b52c-08ce3e3b5c4d" providerId="ADAL" clId="{DA390177-86CC-4FB2-9591-590A9DFC29D7}" dt="2020-10-26T10:20:04.656" v="2"/>
          <ac:spMkLst>
            <pc:docMk/>
            <pc:sldMk cId="1546681062" sldId="266"/>
            <ac:spMk id="161" creationId="{00000000-0000-0000-0000-000000000000}"/>
          </ac:spMkLst>
        </pc:spChg>
        <pc:spChg chg="mod">
          <ac:chgData name="365 Pro Plus" userId="8a4ede6a-2f8b-4c6e-b52c-08ce3e3b5c4d" providerId="ADAL" clId="{DA390177-86CC-4FB2-9591-590A9DFC29D7}" dt="2020-10-26T10:20:04.656" v="2"/>
          <ac:spMkLst>
            <pc:docMk/>
            <pc:sldMk cId="1546681062" sldId="266"/>
            <ac:spMk id="162" creationId="{00000000-0000-0000-0000-000000000000}"/>
          </ac:spMkLst>
        </pc:spChg>
        <pc:spChg chg="mod">
          <ac:chgData name="365 Pro Plus" userId="8a4ede6a-2f8b-4c6e-b52c-08ce3e3b5c4d" providerId="ADAL" clId="{DA390177-86CC-4FB2-9591-590A9DFC29D7}" dt="2020-10-26T10:20:04.656" v="2"/>
          <ac:spMkLst>
            <pc:docMk/>
            <pc:sldMk cId="1546681062" sldId="266"/>
            <ac:spMk id="163" creationId="{00000000-0000-0000-0000-000000000000}"/>
          </ac:spMkLst>
        </pc:spChg>
        <pc:spChg chg="mod">
          <ac:chgData name="365 Pro Plus" userId="8a4ede6a-2f8b-4c6e-b52c-08ce3e3b5c4d" providerId="ADAL" clId="{DA390177-86CC-4FB2-9591-590A9DFC29D7}" dt="2020-10-26T10:20:04.656" v="2"/>
          <ac:spMkLst>
            <pc:docMk/>
            <pc:sldMk cId="1546681062" sldId="266"/>
            <ac:spMk id="164" creationId="{00000000-0000-0000-0000-000000000000}"/>
          </ac:spMkLst>
        </pc:spChg>
        <pc:picChg chg="mod">
          <ac:chgData name="365 Pro Plus" userId="8a4ede6a-2f8b-4c6e-b52c-08ce3e3b5c4d" providerId="ADAL" clId="{DA390177-86CC-4FB2-9591-590A9DFC29D7}" dt="2020-10-26T10:20:04.656" v="2"/>
          <ac:picMkLst>
            <pc:docMk/>
            <pc:sldMk cId="1546681062" sldId="266"/>
            <ac:picMk id="160" creationId="{00000000-0000-0000-0000-000000000000}"/>
          </ac:picMkLst>
        </pc:picChg>
        <pc:picChg chg="add mod">
          <ac:chgData name="365 Pro Plus" userId="8a4ede6a-2f8b-4c6e-b52c-08ce3e3b5c4d" providerId="ADAL" clId="{DA390177-86CC-4FB2-9591-590A9DFC29D7}" dt="2020-10-26T14:10:46.624" v="516" actId="1076"/>
          <ac:picMkLst>
            <pc:docMk/>
            <pc:sldMk cId="1546681062" sldId="266"/>
            <ac:picMk id="4098" creationId="{93AFD8FA-1952-402F-8363-C02D7BB0B49E}"/>
          </ac:picMkLst>
        </pc:picChg>
      </pc:sldChg>
      <pc:sldChg chg="add">
        <pc:chgData name="365 Pro Plus" userId="8a4ede6a-2f8b-4c6e-b52c-08ce3e3b5c4d" providerId="ADAL" clId="{DA390177-86CC-4FB2-9591-590A9DFC29D7}" dt="2020-10-31T16:00:55.776" v="994"/>
        <pc:sldMkLst>
          <pc:docMk/>
          <pc:sldMk cId="3930945791" sldId="266"/>
        </pc:sldMkLst>
      </pc:sldChg>
      <pc:sldChg chg="add">
        <pc:chgData name="365 Pro Plus" userId="8a4ede6a-2f8b-4c6e-b52c-08ce3e3b5c4d" providerId="ADAL" clId="{DA390177-86CC-4FB2-9591-590A9DFC29D7}" dt="2020-10-31T16:00:55.776" v="994"/>
        <pc:sldMkLst>
          <pc:docMk/>
          <pc:sldMk cId="780993560" sldId="267"/>
        </pc:sldMkLst>
      </pc:sldChg>
      <pc:sldChg chg="modSp del modNotes">
        <pc:chgData name="365 Pro Plus" userId="8a4ede6a-2f8b-4c6e-b52c-08ce3e3b5c4d" providerId="ADAL" clId="{DA390177-86CC-4FB2-9591-590A9DFC29D7}" dt="2020-10-31T16:00:52.736" v="993" actId="2696"/>
        <pc:sldMkLst>
          <pc:docMk/>
          <pc:sldMk cId="2019625261" sldId="267"/>
        </pc:sldMkLst>
        <pc:spChg chg="mod">
          <ac:chgData name="365 Pro Plus" userId="8a4ede6a-2f8b-4c6e-b52c-08ce3e3b5c4d" providerId="ADAL" clId="{DA390177-86CC-4FB2-9591-590A9DFC29D7}" dt="2020-10-26T14:11:03.450" v="518" actId="26606"/>
          <ac:spMkLst>
            <pc:docMk/>
            <pc:sldMk cId="2019625261" sldId="267"/>
            <ac:spMk id="2" creationId="{00000000-0000-0000-0000-000000000000}"/>
          </ac:spMkLst>
        </pc:spChg>
        <pc:spChg chg="mod ord">
          <ac:chgData name="365 Pro Plus" userId="8a4ede6a-2f8b-4c6e-b52c-08ce3e3b5c4d" providerId="ADAL" clId="{DA390177-86CC-4FB2-9591-590A9DFC29D7}" dt="2020-10-26T14:11:30.298" v="524" actId="1076"/>
          <ac:spMkLst>
            <pc:docMk/>
            <pc:sldMk cId="2019625261" sldId="267"/>
            <ac:spMk id="3" creationId="{00000000-0000-0000-0000-000000000000}"/>
          </ac:spMkLst>
        </pc:spChg>
        <pc:spChg chg="mod">
          <ac:chgData name="365 Pro Plus" userId="8a4ede6a-2f8b-4c6e-b52c-08ce3e3b5c4d" providerId="ADAL" clId="{DA390177-86CC-4FB2-9591-590A9DFC29D7}" dt="2020-10-26T10:20:04.656" v="2"/>
          <ac:spMkLst>
            <pc:docMk/>
            <pc:sldMk cId="2019625261" sldId="267"/>
            <ac:spMk id="170" creationId="{00000000-0000-0000-0000-000000000000}"/>
          </ac:spMkLst>
        </pc:spChg>
        <pc:spChg chg="mod">
          <ac:chgData name="365 Pro Plus" userId="8a4ede6a-2f8b-4c6e-b52c-08ce3e3b5c4d" providerId="ADAL" clId="{DA390177-86CC-4FB2-9591-590A9DFC29D7}" dt="2020-10-26T10:20:04.656" v="2"/>
          <ac:spMkLst>
            <pc:docMk/>
            <pc:sldMk cId="2019625261" sldId="267"/>
            <ac:spMk id="171" creationId="{00000000-0000-0000-0000-000000000000}"/>
          </ac:spMkLst>
        </pc:spChg>
        <pc:spChg chg="mod">
          <ac:chgData name="365 Pro Plus" userId="8a4ede6a-2f8b-4c6e-b52c-08ce3e3b5c4d" providerId="ADAL" clId="{DA390177-86CC-4FB2-9591-590A9DFC29D7}" dt="2020-10-26T10:20:04.656" v="2"/>
          <ac:spMkLst>
            <pc:docMk/>
            <pc:sldMk cId="2019625261" sldId="267"/>
            <ac:spMk id="172" creationId="{00000000-0000-0000-0000-000000000000}"/>
          </ac:spMkLst>
        </pc:spChg>
        <pc:spChg chg="mod">
          <ac:chgData name="365 Pro Plus" userId="8a4ede6a-2f8b-4c6e-b52c-08ce3e3b5c4d" providerId="ADAL" clId="{DA390177-86CC-4FB2-9591-590A9DFC29D7}" dt="2020-10-26T10:20:04.656" v="2"/>
          <ac:spMkLst>
            <pc:docMk/>
            <pc:sldMk cId="2019625261" sldId="267"/>
            <ac:spMk id="173" creationId="{00000000-0000-0000-0000-000000000000}"/>
          </ac:spMkLst>
        </pc:spChg>
        <pc:spChg chg="mod">
          <ac:chgData name="365 Pro Plus" userId="8a4ede6a-2f8b-4c6e-b52c-08ce3e3b5c4d" providerId="ADAL" clId="{DA390177-86CC-4FB2-9591-590A9DFC29D7}" dt="2020-10-26T10:20:04.656" v="2"/>
          <ac:spMkLst>
            <pc:docMk/>
            <pc:sldMk cId="2019625261" sldId="267"/>
            <ac:spMk id="174" creationId="{00000000-0000-0000-0000-000000000000}"/>
          </ac:spMkLst>
        </pc:spChg>
        <pc:picChg chg="add mod">
          <ac:chgData name="365 Pro Plus" userId="8a4ede6a-2f8b-4c6e-b52c-08ce3e3b5c4d" providerId="ADAL" clId="{DA390177-86CC-4FB2-9591-590A9DFC29D7}" dt="2020-10-26T14:11:18.016" v="523" actId="1076"/>
          <ac:picMkLst>
            <pc:docMk/>
            <pc:sldMk cId="2019625261" sldId="267"/>
            <ac:picMk id="5" creationId="{1017F0BA-E5E6-471D-AC8B-DDCBD4B85099}"/>
          </ac:picMkLst>
        </pc:picChg>
        <pc:picChg chg="mod">
          <ac:chgData name="365 Pro Plus" userId="8a4ede6a-2f8b-4c6e-b52c-08ce3e3b5c4d" providerId="ADAL" clId="{DA390177-86CC-4FB2-9591-590A9DFC29D7}" dt="2020-10-26T10:20:04.656" v="2"/>
          <ac:picMkLst>
            <pc:docMk/>
            <pc:sldMk cId="2019625261" sldId="267"/>
            <ac:picMk id="169" creationId="{00000000-0000-0000-0000-000000000000}"/>
          </ac:picMkLst>
        </pc:picChg>
      </pc:sldChg>
      <pc:sldChg chg="modSp del modNotes">
        <pc:chgData name="365 Pro Plus" userId="8a4ede6a-2f8b-4c6e-b52c-08ce3e3b5c4d" providerId="ADAL" clId="{DA390177-86CC-4FB2-9591-590A9DFC29D7}" dt="2020-10-31T16:00:52.736" v="993" actId="2696"/>
        <pc:sldMkLst>
          <pc:docMk/>
          <pc:sldMk cId="1518042882" sldId="268"/>
        </pc:sldMkLst>
        <pc:spChg chg="mod">
          <ac:chgData name="365 Pro Plus" userId="8a4ede6a-2f8b-4c6e-b52c-08ce3e3b5c4d" providerId="ADAL" clId="{DA390177-86CC-4FB2-9591-590A9DFC29D7}" dt="2020-10-26T14:12:08.905" v="529" actId="26606"/>
          <ac:spMkLst>
            <pc:docMk/>
            <pc:sldMk cId="1518042882" sldId="268"/>
            <ac:spMk id="2" creationId="{00000000-0000-0000-0000-000000000000}"/>
          </ac:spMkLst>
        </pc:spChg>
        <pc:spChg chg="mod ord">
          <ac:chgData name="365 Pro Plus" userId="8a4ede6a-2f8b-4c6e-b52c-08ce3e3b5c4d" providerId="ADAL" clId="{DA390177-86CC-4FB2-9591-590A9DFC29D7}" dt="2020-10-26T14:12:33.546" v="538" actId="1076"/>
          <ac:spMkLst>
            <pc:docMk/>
            <pc:sldMk cId="1518042882" sldId="268"/>
            <ac:spMk id="3" creationId="{00000000-0000-0000-0000-000000000000}"/>
          </ac:spMkLst>
        </pc:spChg>
        <pc:spChg chg="mod">
          <ac:chgData name="365 Pro Plus" userId="8a4ede6a-2f8b-4c6e-b52c-08ce3e3b5c4d" providerId="ADAL" clId="{DA390177-86CC-4FB2-9591-590A9DFC29D7}" dt="2020-10-26T10:20:04.656" v="2"/>
          <ac:spMkLst>
            <pc:docMk/>
            <pc:sldMk cId="1518042882" sldId="268"/>
            <ac:spMk id="179" creationId="{00000000-0000-0000-0000-000000000000}"/>
          </ac:spMkLst>
        </pc:spChg>
        <pc:spChg chg="mod">
          <ac:chgData name="365 Pro Plus" userId="8a4ede6a-2f8b-4c6e-b52c-08ce3e3b5c4d" providerId="ADAL" clId="{DA390177-86CC-4FB2-9591-590A9DFC29D7}" dt="2020-10-26T10:20:04.656" v="2"/>
          <ac:spMkLst>
            <pc:docMk/>
            <pc:sldMk cId="1518042882" sldId="268"/>
            <ac:spMk id="182" creationId="{00000000-0000-0000-0000-000000000000}"/>
          </ac:spMkLst>
        </pc:spChg>
        <pc:spChg chg="mod">
          <ac:chgData name="365 Pro Plus" userId="8a4ede6a-2f8b-4c6e-b52c-08ce3e3b5c4d" providerId="ADAL" clId="{DA390177-86CC-4FB2-9591-590A9DFC29D7}" dt="2020-10-26T10:20:04.656" v="2"/>
          <ac:spMkLst>
            <pc:docMk/>
            <pc:sldMk cId="1518042882" sldId="268"/>
            <ac:spMk id="183" creationId="{00000000-0000-0000-0000-000000000000}"/>
          </ac:spMkLst>
        </pc:spChg>
        <pc:spChg chg="mod">
          <ac:chgData name="365 Pro Plus" userId="8a4ede6a-2f8b-4c6e-b52c-08ce3e3b5c4d" providerId="ADAL" clId="{DA390177-86CC-4FB2-9591-590A9DFC29D7}" dt="2020-10-26T10:20:04.656" v="2"/>
          <ac:spMkLst>
            <pc:docMk/>
            <pc:sldMk cId="1518042882" sldId="268"/>
            <ac:spMk id="184" creationId="{00000000-0000-0000-0000-000000000000}"/>
          </ac:spMkLst>
        </pc:spChg>
        <pc:spChg chg="mod">
          <ac:chgData name="365 Pro Plus" userId="8a4ede6a-2f8b-4c6e-b52c-08ce3e3b5c4d" providerId="ADAL" clId="{DA390177-86CC-4FB2-9591-590A9DFC29D7}" dt="2020-10-26T10:20:04.656" v="2"/>
          <ac:spMkLst>
            <pc:docMk/>
            <pc:sldMk cId="1518042882" sldId="268"/>
            <ac:spMk id="185" creationId="{00000000-0000-0000-0000-000000000000}"/>
          </ac:spMkLst>
        </pc:spChg>
        <pc:picChg chg="add mod">
          <ac:chgData name="365 Pro Plus" userId="8a4ede6a-2f8b-4c6e-b52c-08ce3e3b5c4d" providerId="ADAL" clId="{DA390177-86CC-4FB2-9591-590A9DFC29D7}" dt="2020-10-26T14:12:28.697" v="536" actId="26606"/>
          <ac:picMkLst>
            <pc:docMk/>
            <pc:sldMk cId="1518042882" sldId="268"/>
            <ac:picMk id="5" creationId="{52A4FDBC-2F38-4A7C-B4E8-17C1C145AE20}"/>
          </ac:picMkLst>
        </pc:picChg>
        <pc:picChg chg="mod">
          <ac:chgData name="365 Pro Plus" userId="8a4ede6a-2f8b-4c6e-b52c-08ce3e3b5c4d" providerId="ADAL" clId="{DA390177-86CC-4FB2-9591-590A9DFC29D7}" dt="2020-10-26T10:20:04.656" v="2"/>
          <ac:picMkLst>
            <pc:docMk/>
            <pc:sldMk cId="1518042882" sldId="268"/>
            <ac:picMk id="180" creationId="{00000000-0000-0000-0000-000000000000}"/>
          </ac:picMkLst>
        </pc:picChg>
        <pc:picChg chg="mod">
          <ac:chgData name="365 Pro Plus" userId="8a4ede6a-2f8b-4c6e-b52c-08ce3e3b5c4d" providerId="ADAL" clId="{DA390177-86CC-4FB2-9591-590A9DFC29D7}" dt="2020-10-26T10:20:04.656" v="2"/>
          <ac:picMkLst>
            <pc:docMk/>
            <pc:sldMk cId="1518042882" sldId="268"/>
            <ac:picMk id="181" creationId="{00000000-0000-0000-0000-000000000000}"/>
          </ac:picMkLst>
        </pc:picChg>
      </pc:sldChg>
      <pc:sldChg chg="add">
        <pc:chgData name="365 Pro Plus" userId="8a4ede6a-2f8b-4c6e-b52c-08ce3e3b5c4d" providerId="ADAL" clId="{DA390177-86CC-4FB2-9591-590A9DFC29D7}" dt="2020-10-31T16:00:55.776" v="994"/>
        <pc:sldMkLst>
          <pc:docMk/>
          <pc:sldMk cId="1554604946" sldId="268"/>
        </pc:sldMkLst>
      </pc:sldChg>
      <pc:sldChg chg="add">
        <pc:chgData name="365 Pro Plus" userId="8a4ede6a-2f8b-4c6e-b52c-08ce3e3b5c4d" providerId="ADAL" clId="{DA390177-86CC-4FB2-9591-590A9DFC29D7}" dt="2020-10-31T16:00:55.776" v="994"/>
        <pc:sldMkLst>
          <pc:docMk/>
          <pc:sldMk cId="861382456" sldId="269"/>
        </pc:sldMkLst>
      </pc:sldChg>
      <pc:sldChg chg="addSp modSp add del mod modClrScheme chgLayout">
        <pc:chgData name="365 Pro Plus" userId="8a4ede6a-2f8b-4c6e-b52c-08ce3e3b5c4d" providerId="ADAL" clId="{DA390177-86CC-4FB2-9591-590A9DFC29D7}" dt="2020-10-31T16:00:52.736" v="993" actId="2696"/>
        <pc:sldMkLst>
          <pc:docMk/>
          <pc:sldMk cId="3118731822" sldId="269"/>
        </pc:sldMkLst>
        <pc:spChg chg="mod">
          <ac:chgData name="365 Pro Plus" userId="8a4ede6a-2f8b-4c6e-b52c-08ce3e3b5c4d" providerId="ADAL" clId="{DA390177-86CC-4FB2-9591-590A9DFC29D7}" dt="2020-10-26T14:13:11.293" v="542" actId="26606"/>
          <ac:spMkLst>
            <pc:docMk/>
            <pc:sldMk cId="3118731822" sldId="269"/>
            <ac:spMk id="2" creationId="{00000000-0000-0000-0000-000000000000}"/>
          </ac:spMkLst>
        </pc:spChg>
        <pc:spChg chg="mod ord">
          <ac:chgData name="365 Pro Plus" userId="8a4ede6a-2f8b-4c6e-b52c-08ce3e3b5c4d" providerId="ADAL" clId="{DA390177-86CC-4FB2-9591-590A9DFC29D7}" dt="2020-10-26T14:13:15.926" v="543" actId="404"/>
          <ac:spMkLst>
            <pc:docMk/>
            <pc:sldMk cId="3118731822" sldId="269"/>
            <ac:spMk id="3" creationId="{00000000-0000-0000-0000-000000000000}"/>
          </ac:spMkLst>
        </pc:spChg>
        <pc:picChg chg="add mod">
          <ac:chgData name="365 Pro Plus" userId="8a4ede6a-2f8b-4c6e-b52c-08ce3e3b5c4d" providerId="ADAL" clId="{DA390177-86CC-4FB2-9591-590A9DFC29D7}" dt="2020-10-26T14:13:24.829" v="545" actId="1076"/>
          <ac:picMkLst>
            <pc:docMk/>
            <pc:sldMk cId="3118731822" sldId="269"/>
            <ac:picMk id="5" creationId="{E70F63E9-3FF4-4A60-9C08-AA161248D11A}"/>
          </ac:picMkLst>
        </pc:picChg>
      </pc:sldChg>
      <pc:sldChg chg="addSp delSp modSp add del mod">
        <pc:chgData name="365 Pro Plus" userId="8a4ede6a-2f8b-4c6e-b52c-08ce3e3b5c4d" providerId="ADAL" clId="{DA390177-86CC-4FB2-9591-590A9DFC29D7}" dt="2020-10-31T16:00:52.736" v="993" actId="2696"/>
        <pc:sldMkLst>
          <pc:docMk/>
          <pc:sldMk cId="243509233" sldId="270"/>
        </pc:sldMkLst>
        <pc:spChg chg="add del mod">
          <ac:chgData name="365 Pro Plus" userId="8a4ede6a-2f8b-4c6e-b52c-08ce3e3b5c4d" providerId="ADAL" clId="{DA390177-86CC-4FB2-9591-590A9DFC29D7}" dt="2020-10-26T14:16:22.701" v="567" actId="478"/>
          <ac:spMkLst>
            <pc:docMk/>
            <pc:sldMk cId="243509233" sldId="270"/>
            <ac:spMk id="5" creationId="{7815DDF3-EE71-47EE-9AF8-34AA1FFD9164}"/>
          </ac:spMkLst>
        </pc:spChg>
        <pc:graphicFrameChg chg="add del mod">
          <ac:chgData name="365 Pro Plus" userId="8a4ede6a-2f8b-4c6e-b52c-08ce3e3b5c4d" providerId="ADAL" clId="{DA390177-86CC-4FB2-9591-590A9DFC29D7}" dt="2020-10-26T14:16:58.951" v="569" actId="2711"/>
          <ac:graphicFrameMkLst>
            <pc:docMk/>
            <pc:sldMk cId="243509233" sldId="270"/>
            <ac:graphicFrameMk id="4" creationId="{00000000-0000-0000-0000-000000000000}"/>
          </ac:graphicFrameMkLst>
        </pc:graphicFrameChg>
      </pc:sldChg>
      <pc:sldChg chg="add">
        <pc:chgData name="365 Pro Plus" userId="8a4ede6a-2f8b-4c6e-b52c-08ce3e3b5c4d" providerId="ADAL" clId="{DA390177-86CC-4FB2-9591-590A9DFC29D7}" dt="2020-10-31T16:00:55.776" v="994"/>
        <pc:sldMkLst>
          <pc:docMk/>
          <pc:sldMk cId="4142278036" sldId="270"/>
        </pc:sldMkLst>
      </pc:sldChg>
      <pc:sldChg chg="add">
        <pc:chgData name="365 Pro Plus" userId="8a4ede6a-2f8b-4c6e-b52c-08ce3e3b5c4d" providerId="ADAL" clId="{DA390177-86CC-4FB2-9591-590A9DFC29D7}" dt="2020-10-31T16:00:55.776" v="994"/>
        <pc:sldMkLst>
          <pc:docMk/>
          <pc:sldMk cId="593656598" sldId="271"/>
        </pc:sldMkLst>
      </pc:sldChg>
      <pc:sldChg chg="addSp delSp modSp add del mod modClrScheme chgLayout">
        <pc:chgData name="365 Pro Plus" userId="8a4ede6a-2f8b-4c6e-b52c-08ce3e3b5c4d" providerId="ADAL" clId="{DA390177-86CC-4FB2-9591-590A9DFC29D7}" dt="2020-10-31T16:00:52.736" v="993" actId="2696"/>
        <pc:sldMkLst>
          <pc:docMk/>
          <pc:sldMk cId="2962687267" sldId="271"/>
        </pc:sldMkLst>
        <pc:spChg chg="mod">
          <ac:chgData name="365 Pro Plus" userId="8a4ede6a-2f8b-4c6e-b52c-08ce3e3b5c4d" providerId="ADAL" clId="{DA390177-86CC-4FB2-9591-590A9DFC29D7}" dt="2020-10-26T14:47:09.706" v="717" actId="26606"/>
          <ac:spMkLst>
            <pc:docMk/>
            <pc:sldMk cId="2962687267" sldId="271"/>
            <ac:spMk id="2" creationId="{00000000-0000-0000-0000-000000000000}"/>
          </ac:spMkLst>
        </pc:spChg>
        <pc:spChg chg="mod ord">
          <ac:chgData name="365 Pro Plus" userId="8a4ede6a-2f8b-4c6e-b52c-08ce3e3b5c4d" providerId="ADAL" clId="{DA390177-86CC-4FB2-9591-590A9DFC29D7}" dt="2020-10-26T14:47:09.706" v="717" actId="26606"/>
          <ac:spMkLst>
            <pc:docMk/>
            <pc:sldMk cId="2962687267" sldId="271"/>
            <ac:spMk id="3" creationId="{00000000-0000-0000-0000-000000000000}"/>
          </ac:spMkLst>
        </pc:spChg>
        <pc:spChg chg="add del mod">
          <ac:chgData name="365 Pro Plus" userId="8a4ede6a-2f8b-4c6e-b52c-08ce3e3b5c4d" providerId="ADAL" clId="{DA390177-86CC-4FB2-9591-590A9DFC29D7}" dt="2020-10-26T14:21:52.138" v="613" actId="26606"/>
          <ac:spMkLst>
            <pc:docMk/>
            <pc:sldMk cId="2962687267" sldId="271"/>
            <ac:spMk id="71" creationId="{3D78A3EC-71F2-4FE5-A6FE-E089450BA90A}"/>
          </ac:spMkLst>
        </pc:spChg>
        <pc:spChg chg="add del mod">
          <ac:chgData name="365 Pro Plus" userId="8a4ede6a-2f8b-4c6e-b52c-08ce3e3b5c4d" providerId="ADAL" clId="{DA390177-86CC-4FB2-9591-590A9DFC29D7}" dt="2020-10-26T14:21:52.138" v="613" actId="26606"/>
          <ac:spMkLst>
            <pc:docMk/>
            <pc:sldMk cId="2962687267" sldId="271"/>
            <ac:spMk id="73" creationId="{992C6A88-FFE2-47A9-A16A-B68E505FC3FF}"/>
          </ac:spMkLst>
        </pc:spChg>
        <pc:picChg chg="add mod ord">
          <ac:chgData name="365 Pro Plus" userId="8a4ede6a-2f8b-4c6e-b52c-08ce3e3b5c4d" providerId="ADAL" clId="{DA390177-86CC-4FB2-9591-590A9DFC29D7}" dt="2020-10-26T14:47:09.706" v="717" actId="26606"/>
          <ac:picMkLst>
            <pc:docMk/>
            <pc:sldMk cId="2962687267" sldId="271"/>
            <ac:picMk id="5122" creationId="{D984CEDB-E675-4FDD-9D3A-ADFD78F3AC1A}"/>
          </ac:picMkLst>
        </pc:picChg>
      </pc:sldChg>
      <pc:sldChg chg="addSp modSp add mod">
        <pc:chgData name="365 Pro Plus" userId="8a4ede6a-2f8b-4c6e-b52c-08ce3e3b5c4d" providerId="ADAL" clId="{DA390177-86CC-4FB2-9591-590A9DFC29D7}" dt="2020-10-31T16:12:12.533" v="1243" actId="404"/>
        <pc:sldMkLst>
          <pc:docMk/>
          <pc:sldMk cId="316213274" sldId="272"/>
        </pc:sldMkLst>
        <pc:spChg chg="mod">
          <ac:chgData name="365 Pro Plus" userId="8a4ede6a-2f8b-4c6e-b52c-08ce3e3b5c4d" providerId="ADAL" clId="{DA390177-86CC-4FB2-9591-590A9DFC29D7}" dt="2020-10-31T16:10:35.843" v="1053" actId="20577"/>
          <ac:spMkLst>
            <pc:docMk/>
            <pc:sldMk cId="316213274" sldId="272"/>
            <ac:spMk id="4" creationId="{983CF7DD-7356-4271-9314-FA17E806A204}"/>
          </ac:spMkLst>
        </pc:spChg>
        <pc:spChg chg="add mod">
          <ac:chgData name="365 Pro Plus" userId="8a4ede6a-2f8b-4c6e-b52c-08ce3e3b5c4d" providerId="ADAL" clId="{DA390177-86CC-4FB2-9591-590A9DFC29D7}" dt="2020-10-31T16:12:12.533" v="1243" actId="404"/>
          <ac:spMkLst>
            <pc:docMk/>
            <pc:sldMk cId="316213274" sldId="272"/>
            <ac:spMk id="6" creationId="{7D3FEB2D-430B-42CE-A0C2-D5A2A8C2FF84}"/>
          </ac:spMkLst>
        </pc:spChg>
      </pc:sldChg>
      <pc:sldChg chg="addSp delSp modSp add del mod modClrScheme chgLayout">
        <pc:chgData name="365 Pro Plus" userId="8a4ede6a-2f8b-4c6e-b52c-08ce3e3b5c4d" providerId="ADAL" clId="{DA390177-86CC-4FB2-9591-590A9DFC29D7}" dt="2020-10-31T16:00:52.736" v="993" actId="2696"/>
        <pc:sldMkLst>
          <pc:docMk/>
          <pc:sldMk cId="2996644430" sldId="272"/>
        </pc:sldMkLst>
        <pc:spChg chg="mod">
          <ac:chgData name="365 Pro Plus" userId="8a4ede6a-2f8b-4c6e-b52c-08ce3e3b5c4d" providerId="ADAL" clId="{DA390177-86CC-4FB2-9591-590A9DFC29D7}" dt="2020-10-26T14:23:30.052" v="639" actId="26606"/>
          <ac:spMkLst>
            <pc:docMk/>
            <pc:sldMk cId="2996644430" sldId="272"/>
            <ac:spMk id="2" creationId="{00000000-0000-0000-0000-000000000000}"/>
          </ac:spMkLst>
        </pc:spChg>
        <pc:spChg chg="mod">
          <ac:chgData name="365 Pro Plus" userId="8a4ede6a-2f8b-4c6e-b52c-08ce3e3b5c4d" providerId="ADAL" clId="{DA390177-86CC-4FB2-9591-590A9DFC29D7}" dt="2020-10-26T14:23:44.265" v="644" actId="403"/>
          <ac:spMkLst>
            <pc:docMk/>
            <pc:sldMk cId="2996644430" sldId="272"/>
            <ac:spMk id="3" creationId="{00000000-0000-0000-0000-000000000000}"/>
          </ac:spMkLst>
        </pc:spChg>
        <pc:spChg chg="add mod">
          <ac:chgData name="365 Pro Plus" userId="8a4ede6a-2f8b-4c6e-b52c-08ce3e3b5c4d" providerId="ADAL" clId="{DA390177-86CC-4FB2-9591-590A9DFC29D7}" dt="2020-10-26T14:23:55.958" v="647" actId="1076"/>
          <ac:spMkLst>
            <pc:docMk/>
            <pc:sldMk cId="2996644430" sldId="272"/>
            <ac:spMk id="4" creationId="{983CF7DD-7356-4271-9314-FA17E806A204}"/>
          </ac:spMkLst>
        </pc:spChg>
        <pc:spChg chg="del">
          <ac:chgData name="365 Pro Plus" userId="8a4ede6a-2f8b-4c6e-b52c-08ce3e3b5c4d" providerId="ADAL" clId="{DA390177-86CC-4FB2-9591-590A9DFC29D7}" dt="2020-10-26T14:23:23.604" v="638" actId="21"/>
          <ac:spMkLst>
            <pc:docMk/>
            <pc:sldMk cId="2996644430" sldId="272"/>
            <ac:spMk id="6" creationId="{00000000-0000-0000-0000-000000000000}"/>
          </ac:spMkLst>
        </pc:spChg>
        <pc:spChg chg="add del">
          <ac:chgData name="365 Pro Plus" userId="8a4ede6a-2f8b-4c6e-b52c-08ce3e3b5c4d" providerId="ADAL" clId="{DA390177-86CC-4FB2-9591-590A9DFC29D7}" dt="2020-10-26T14:24:09.390" v="649" actId="11529"/>
          <ac:spMkLst>
            <pc:docMk/>
            <pc:sldMk cId="2996644430" sldId="272"/>
            <ac:spMk id="8" creationId="{544E1585-EE8E-4985-B2F7-7261530BBA0A}"/>
          </ac:spMkLst>
        </pc:spChg>
        <pc:picChg chg="mod">
          <ac:chgData name="365 Pro Plus" userId="8a4ede6a-2f8b-4c6e-b52c-08ce3e3b5c4d" providerId="ADAL" clId="{DA390177-86CC-4FB2-9591-590A9DFC29D7}" dt="2020-10-26T14:23:50.727" v="645" actId="1076"/>
          <ac:picMkLst>
            <pc:docMk/>
            <pc:sldMk cId="2996644430" sldId="272"/>
            <ac:picMk id="5" creationId="{00000000-0000-0000-0000-000000000000}"/>
          </ac:picMkLst>
        </pc:picChg>
      </pc:sldChg>
      <pc:sldChg chg="add">
        <pc:chgData name="365 Pro Plus" userId="8a4ede6a-2f8b-4c6e-b52c-08ce3e3b5c4d" providerId="ADAL" clId="{DA390177-86CC-4FB2-9591-590A9DFC29D7}" dt="2020-10-31T16:00:55.776" v="994"/>
        <pc:sldMkLst>
          <pc:docMk/>
          <pc:sldMk cId="1147624584" sldId="273"/>
        </pc:sldMkLst>
      </pc:sldChg>
      <pc:sldChg chg="addSp modSp add del mod modClrScheme chgLayout">
        <pc:chgData name="365 Pro Plus" userId="8a4ede6a-2f8b-4c6e-b52c-08ce3e3b5c4d" providerId="ADAL" clId="{DA390177-86CC-4FB2-9591-590A9DFC29D7}" dt="2020-10-31T16:00:52.736" v="993" actId="2696"/>
        <pc:sldMkLst>
          <pc:docMk/>
          <pc:sldMk cId="2166557500" sldId="273"/>
        </pc:sldMkLst>
        <pc:spChg chg="mod">
          <ac:chgData name="365 Pro Plus" userId="8a4ede6a-2f8b-4c6e-b52c-08ce3e3b5c4d" providerId="ADAL" clId="{DA390177-86CC-4FB2-9591-590A9DFC29D7}" dt="2020-10-26T14:26:17.154" v="662" actId="26606"/>
          <ac:spMkLst>
            <pc:docMk/>
            <pc:sldMk cId="2166557500" sldId="273"/>
            <ac:spMk id="2" creationId="{00000000-0000-0000-0000-000000000000}"/>
          </ac:spMkLst>
        </pc:spChg>
        <pc:spChg chg="mod ord">
          <ac:chgData name="365 Pro Plus" userId="8a4ede6a-2f8b-4c6e-b52c-08ce3e3b5c4d" providerId="ADAL" clId="{DA390177-86CC-4FB2-9591-590A9DFC29D7}" dt="2020-10-27T04:35:10.001" v="762" actId="403"/>
          <ac:spMkLst>
            <pc:docMk/>
            <pc:sldMk cId="2166557500" sldId="273"/>
            <ac:spMk id="3" creationId="{00000000-0000-0000-0000-000000000000}"/>
          </ac:spMkLst>
        </pc:spChg>
        <pc:picChg chg="add mod ord modCrop">
          <ac:chgData name="365 Pro Plus" userId="8a4ede6a-2f8b-4c6e-b52c-08ce3e3b5c4d" providerId="ADAL" clId="{DA390177-86CC-4FB2-9591-590A9DFC29D7}" dt="2020-10-27T04:35:13.120" v="763" actId="1076"/>
          <ac:picMkLst>
            <pc:docMk/>
            <pc:sldMk cId="2166557500" sldId="273"/>
            <ac:picMk id="4" creationId="{383C57C3-8E5F-49D7-AD1A-687789AF1A62}"/>
          </ac:picMkLst>
        </pc:picChg>
      </pc:sldChg>
      <pc:sldChg chg="addSp modSp add del mod modClrScheme chgLayout">
        <pc:chgData name="365 Pro Plus" userId="8a4ede6a-2f8b-4c6e-b52c-08ce3e3b5c4d" providerId="ADAL" clId="{DA390177-86CC-4FB2-9591-590A9DFC29D7}" dt="2020-10-31T16:00:52.736" v="993" actId="2696"/>
        <pc:sldMkLst>
          <pc:docMk/>
          <pc:sldMk cId="2383989092" sldId="274"/>
        </pc:sldMkLst>
        <pc:spChg chg="mod">
          <ac:chgData name="365 Pro Plus" userId="8a4ede6a-2f8b-4c6e-b52c-08ce3e3b5c4d" providerId="ADAL" clId="{DA390177-86CC-4FB2-9591-590A9DFC29D7}" dt="2020-10-26T14:36:19.134" v="694" actId="26606"/>
          <ac:spMkLst>
            <pc:docMk/>
            <pc:sldMk cId="2383989092" sldId="274"/>
            <ac:spMk id="2" creationId="{00000000-0000-0000-0000-000000000000}"/>
          </ac:spMkLst>
        </pc:spChg>
        <pc:spChg chg="mod ord">
          <ac:chgData name="365 Pro Plus" userId="8a4ede6a-2f8b-4c6e-b52c-08ce3e3b5c4d" providerId="ADAL" clId="{DA390177-86CC-4FB2-9591-590A9DFC29D7}" dt="2020-10-26T14:36:59.918" v="695" actId="404"/>
          <ac:spMkLst>
            <pc:docMk/>
            <pc:sldMk cId="2383989092" sldId="274"/>
            <ac:spMk id="3" creationId="{00000000-0000-0000-0000-000000000000}"/>
          </ac:spMkLst>
        </pc:spChg>
        <pc:spChg chg="add mod">
          <ac:chgData name="365 Pro Plus" userId="8a4ede6a-2f8b-4c6e-b52c-08ce3e3b5c4d" providerId="ADAL" clId="{DA390177-86CC-4FB2-9591-590A9DFC29D7}" dt="2020-10-26T14:46:23.160" v="709" actId="2085"/>
          <ac:spMkLst>
            <pc:docMk/>
            <pc:sldMk cId="2383989092" sldId="274"/>
            <ac:spMk id="4" creationId="{12169DD5-A09D-4E3A-B72F-233A3FBE9032}"/>
          </ac:spMkLst>
        </pc:spChg>
        <pc:picChg chg="add mod">
          <ac:chgData name="365 Pro Plus" userId="8a4ede6a-2f8b-4c6e-b52c-08ce3e3b5c4d" providerId="ADAL" clId="{DA390177-86CC-4FB2-9591-590A9DFC29D7}" dt="2020-10-26T14:46:31.876" v="710" actId="732"/>
          <ac:picMkLst>
            <pc:docMk/>
            <pc:sldMk cId="2383989092" sldId="274"/>
            <ac:picMk id="7170" creationId="{863671AE-847A-45F6-A081-9BE38029E58C}"/>
          </ac:picMkLst>
        </pc:picChg>
      </pc:sldChg>
      <pc:sldChg chg="add">
        <pc:chgData name="365 Pro Plus" userId="8a4ede6a-2f8b-4c6e-b52c-08ce3e3b5c4d" providerId="ADAL" clId="{DA390177-86CC-4FB2-9591-590A9DFC29D7}" dt="2020-10-31T16:00:55.776" v="994"/>
        <pc:sldMkLst>
          <pc:docMk/>
          <pc:sldMk cId="4280694607" sldId="274"/>
        </pc:sldMkLst>
      </pc:sldChg>
      <pc:sldChg chg="add">
        <pc:chgData name="365 Pro Plus" userId="8a4ede6a-2f8b-4c6e-b52c-08ce3e3b5c4d" providerId="ADAL" clId="{DA390177-86CC-4FB2-9591-590A9DFC29D7}" dt="2020-10-31T16:00:55.776" v="994"/>
        <pc:sldMkLst>
          <pc:docMk/>
          <pc:sldMk cId="2395915080" sldId="275"/>
        </pc:sldMkLst>
      </pc:sldChg>
      <pc:sldChg chg="addSp modSp add del mod modClrScheme chgLayout">
        <pc:chgData name="365 Pro Plus" userId="8a4ede6a-2f8b-4c6e-b52c-08ce3e3b5c4d" providerId="ADAL" clId="{DA390177-86CC-4FB2-9591-590A9DFC29D7}" dt="2020-10-31T16:00:52.736" v="993" actId="2696"/>
        <pc:sldMkLst>
          <pc:docMk/>
          <pc:sldMk cId="2399803990" sldId="275"/>
        </pc:sldMkLst>
        <pc:spChg chg="mod">
          <ac:chgData name="365 Pro Plus" userId="8a4ede6a-2f8b-4c6e-b52c-08ce3e3b5c4d" providerId="ADAL" clId="{DA390177-86CC-4FB2-9591-590A9DFC29D7}" dt="2020-10-26T14:50:22.547" v="719" actId="26606"/>
          <ac:spMkLst>
            <pc:docMk/>
            <pc:sldMk cId="2399803990" sldId="275"/>
            <ac:spMk id="2" creationId="{00000000-0000-0000-0000-000000000000}"/>
          </ac:spMkLst>
        </pc:spChg>
        <pc:spChg chg="mod">
          <ac:chgData name="365 Pro Plus" userId="8a4ede6a-2f8b-4c6e-b52c-08ce3e3b5c4d" providerId="ADAL" clId="{DA390177-86CC-4FB2-9591-590A9DFC29D7}" dt="2020-10-26T14:50:39.123" v="725" actId="1076"/>
          <ac:spMkLst>
            <pc:docMk/>
            <pc:sldMk cId="2399803990" sldId="275"/>
            <ac:spMk id="3" creationId="{00000000-0000-0000-0000-000000000000}"/>
          </ac:spMkLst>
        </pc:spChg>
        <pc:picChg chg="add mod">
          <ac:chgData name="365 Pro Plus" userId="8a4ede6a-2f8b-4c6e-b52c-08ce3e3b5c4d" providerId="ADAL" clId="{DA390177-86CC-4FB2-9591-590A9DFC29D7}" dt="2020-10-26T14:50:33.700" v="723" actId="1076"/>
          <ac:picMkLst>
            <pc:docMk/>
            <pc:sldMk cId="2399803990" sldId="275"/>
            <ac:picMk id="8194" creationId="{B2784314-5D58-40AC-BA53-6537EDFCB607}"/>
          </ac:picMkLst>
        </pc:picChg>
      </pc:sldChg>
      <pc:sldChg chg="add">
        <pc:chgData name="365 Pro Plus" userId="8a4ede6a-2f8b-4c6e-b52c-08ce3e3b5c4d" providerId="ADAL" clId="{DA390177-86CC-4FB2-9591-590A9DFC29D7}" dt="2020-10-31T16:00:55.776" v="994"/>
        <pc:sldMkLst>
          <pc:docMk/>
          <pc:sldMk cId="184522743" sldId="276"/>
        </pc:sldMkLst>
      </pc:sldChg>
      <pc:sldChg chg="modSp add del mod">
        <pc:chgData name="365 Pro Plus" userId="8a4ede6a-2f8b-4c6e-b52c-08ce3e3b5c4d" providerId="ADAL" clId="{DA390177-86CC-4FB2-9591-590A9DFC29D7}" dt="2020-10-31T16:00:52.736" v="993" actId="2696"/>
        <pc:sldMkLst>
          <pc:docMk/>
          <pc:sldMk cId="634094106" sldId="276"/>
        </pc:sldMkLst>
        <pc:picChg chg="mod">
          <ac:chgData name="365 Pro Plus" userId="8a4ede6a-2f8b-4c6e-b52c-08ce3e3b5c4d" providerId="ADAL" clId="{DA390177-86CC-4FB2-9591-590A9DFC29D7}" dt="2020-10-26T14:49:27.841" v="718" actId="14100"/>
          <ac:picMkLst>
            <pc:docMk/>
            <pc:sldMk cId="634094106" sldId="276"/>
            <ac:picMk id="4" creationId="{00000000-0000-0000-0000-000000000000}"/>
          </ac:picMkLst>
        </pc:picChg>
      </pc:sldChg>
      <pc:sldChg chg="add">
        <pc:chgData name="365 Pro Plus" userId="8a4ede6a-2f8b-4c6e-b52c-08ce3e3b5c4d" providerId="ADAL" clId="{DA390177-86CC-4FB2-9591-590A9DFC29D7}" dt="2020-10-31T16:00:55.776" v="994"/>
        <pc:sldMkLst>
          <pc:docMk/>
          <pc:sldMk cId="1473790031" sldId="277"/>
        </pc:sldMkLst>
      </pc:sldChg>
      <pc:sldChg chg="addSp delSp modSp add del mod modClrScheme chgLayout">
        <pc:chgData name="365 Pro Plus" userId="8a4ede6a-2f8b-4c6e-b52c-08ce3e3b5c4d" providerId="ADAL" clId="{DA390177-86CC-4FB2-9591-590A9DFC29D7}" dt="2020-10-31T16:00:52.736" v="993" actId="2696"/>
        <pc:sldMkLst>
          <pc:docMk/>
          <pc:sldMk cId="3732915017" sldId="277"/>
        </pc:sldMkLst>
        <pc:spChg chg="mod">
          <ac:chgData name="365 Pro Plus" userId="8a4ede6a-2f8b-4c6e-b52c-08ce3e3b5c4d" providerId="ADAL" clId="{DA390177-86CC-4FB2-9591-590A9DFC29D7}" dt="2020-10-26T14:19:56.802" v="602" actId="1076"/>
          <ac:spMkLst>
            <pc:docMk/>
            <pc:sldMk cId="3732915017" sldId="277"/>
            <ac:spMk id="2" creationId="{00000000-0000-0000-0000-000000000000}"/>
          </ac:spMkLst>
        </pc:spChg>
        <pc:spChg chg="del">
          <ac:chgData name="365 Pro Plus" userId="8a4ede6a-2f8b-4c6e-b52c-08ce3e3b5c4d" providerId="ADAL" clId="{DA390177-86CC-4FB2-9591-590A9DFC29D7}" dt="2020-10-26T14:17:58.663" v="576" actId="478"/>
          <ac:spMkLst>
            <pc:docMk/>
            <pc:sldMk cId="3732915017" sldId="277"/>
            <ac:spMk id="5" creationId="{00000000-0000-0000-0000-000000000000}"/>
          </ac:spMkLst>
        </pc:spChg>
        <pc:picChg chg="add mod ord modCrop">
          <ac:chgData name="365 Pro Plus" userId="8a4ede6a-2f8b-4c6e-b52c-08ce3e3b5c4d" providerId="ADAL" clId="{DA390177-86CC-4FB2-9591-590A9DFC29D7}" dt="2020-10-26T14:19:34.971" v="597" actId="1076"/>
          <ac:picMkLst>
            <pc:docMk/>
            <pc:sldMk cId="3732915017" sldId="277"/>
            <ac:picMk id="3" creationId="{7826BDF8-F68D-42B3-A696-FED52DADEF98}"/>
          </ac:picMkLst>
        </pc:picChg>
      </pc:sldChg>
      <pc:sldChg chg="addSp delSp modSp add del mod modClrScheme chgLayout">
        <pc:chgData name="365 Pro Plus" userId="8a4ede6a-2f8b-4c6e-b52c-08ce3e3b5c4d" providerId="ADAL" clId="{DA390177-86CC-4FB2-9591-590A9DFC29D7}" dt="2020-10-31T16:00:52.736" v="993" actId="2696"/>
        <pc:sldMkLst>
          <pc:docMk/>
          <pc:sldMk cId="2595525605" sldId="278"/>
        </pc:sldMkLst>
        <pc:spChg chg="mod">
          <ac:chgData name="365 Pro Plus" userId="8a4ede6a-2f8b-4c6e-b52c-08ce3e3b5c4d" providerId="ADAL" clId="{DA390177-86CC-4FB2-9591-590A9DFC29D7}" dt="2020-10-26T14:06:02.997" v="503" actId="1076"/>
          <ac:spMkLst>
            <pc:docMk/>
            <pc:sldMk cId="2595525605" sldId="278"/>
            <ac:spMk id="2" creationId="{00000000-0000-0000-0000-000000000000}"/>
          </ac:spMkLst>
        </pc:spChg>
        <pc:spChg chg="del mod">
          <ac:chgData name="365 Pro Plus" userId="8a4ede6a-2f8b-4c6e-b52c-08ce3e3b5c4d" providerId="ADAL" clId="{DA390177-86CC-4FB2-9591-590A9DFC29D7}" dt="2020-10-26T14:03:01.559" v="492" actId="478"/>
          <ac:spMkLst>
            <pc:docMk/>
            <pc:sldMk cId="2595525605" sldId="278"/>
            <ac:spMk id="5" creationId="{00000000-0000-0000-0000-000000000000}"/>
          </ac:spMkLst>
        </pc:spChg>
        <pc:spChg chg="add del mod">
          <ac:chgData name="365 Pro Plus" userId="8a4ede6a-2f8b-4c6e-b52c-08ce3e3b5c4d" providerId="ADAL" clId="{DA390177-86CC-4FB2-9591-590A9DFC29D7}" dt="2020-10-26T14:06:09.723" v="504" actId="478"/>
          <ac:spMkLst>
            <pc:docMk/>
            <pc:sldMk cId="2595525605" sldId="278"/>
            <ac:spMk id="7" creationId="{3B47CF13-CFB5-460E-846D-439843E154BF}"/>
          </ac:spMkLst>
        </pc:spChg>
        <pc:picChg chg="add mod">
          <ac:chgData name="365 Pro Plus" userId="8a4ede6a-2f8b-4c6e-b52c-08ce3e3b5c4d" providerId="ADAL" clId="{DA390177-86CC-4FB2-9591-590A9DFC29D7}" dt="2020-10-26T14:05:59.163" v="502" actId="14100"/>
          <ac:picMkLst>
            <pc:docMk/>
            <pc:sldMk cId="2595525605" sldId="278"/>
            <ac:picMk id="3074" creationId="{FA5B9861-7671-4A14-AA6C-3A44B98AB9A9}"/>
          </ac:picMkLst>
        </pc:picChg>
      </pc:sldChg>
      <pc:sldChg chg="add">
        <pc:chgData name="365 Pro Plus" userId="8a4ede6a-2f8b-4c6e-b52c-08ce3e3b5c4d" providerId="ADAL" clId="{DA390177-86CC-4FB2-9591-590A9DFC29D7}" dt="2020-10-31T16:00:55.776" v="994"/>
        <pc:sldMkLst>
          <pc:docMk/>
          <pc:sldMk cId="3403308528" sldId="278"/>
        </pc:sldMkLst>
      </pc:sldChg>
      <pc:sldChg chg="addSp delSp modSp new del mod ord">
        <pc:chgData name="365 Pro Plus" userId="8a4ede6a-2f8b-4c6e-b52c-08ce3e3b5c4d" providerId="ADAL" clId="{DA390177-86CC-4FB2-9591-590A9DFC29D7}" dt="2020-10-31T16:00:52.736" v="993" actId="2696"/>
        <pc:sldMkLst>
          <pc:docMk/>
          <pc:sldMk cId="402671180" sldId="279"/>
        </pc:sldMkLst>
        <pc:spChg chg="del">
          <ac:chgData name="365 Pro Plus" userId="8a4ede6a-2f8b-4c6e-b52c-08ce3e3b5c4d" providerId="ADAL" clId="{DA390177-86CC-4FB2-9591-590A9DFC29D7}" dt="2020-10-26T14:31:59.804" v="670" actId="478"/>
          <ac:spMkLst>
            <pc:docMk/>
            <pc:sldMk cId="402671180" sldId="279"/>
            <ac:spMk id="2" creationId="{F66C42CE-98C9-4D0B-B245-C8FD8FC85D41}"/>
          </ac:spMkLst>
        </pc:spChg>
        <pc:spChg chg="del">
          <ac:chgData name="365 Pro Plus" userId="8a4ede6a-2f8b-4c6e-b52c-08ce3e3b5c4d" providerId="ADAL" clId="{DA390177-86CC-4FB2-9591-590A9DFC29D7}" dt="2020-10-26T14:32:03.667" v="671"/>
          <ac:spMkLst>
            <pc:docMk/>
            <pc:sldMk cId="402671180" sldId="279"/>
            <ac:spMk id="3" creationId="{04CAEE42-C38F-45D5-A46C-2FFDCF6C089C}"/>
          </ac:spMkLst>
        </pc:spChg>
        <pc:picChg chg="add mod">
          <ac:chgData name="365 Pro Plus" userId="8a4ede6a-2f8b-4c6e-b52c-08ce3e3b5c4d" providerId="ADAL" clId="{DA390177-86CC-4FB2-9591-590A9DFC29D7}" dt="2020-10-26T14:32:19.471" v="673" actId="14100"/>
          <ac:picMkLst>
            <pc:docMk/>
            <pc:sldMk cId="402671180" sldId="279"/>
            <ac:picMk id="6146" creationId="{740CBD8E-FC62-4796-83E5-61D00A4151CF}"/>
          </ac:picMkLst>
        </pc:picChg>
      </pc:sldChg>
      <pc:sldChg chg="add">
        <pc:chgData name="365 Pro Plus" userId="8a4ede6a-2f8b-4c6e-b52c-08ce3e3b5c4d" providerId="ADAL" clId="{DA390177-86CC-4FB2-9591-590A9DFC29D7}" dt="2020-10-31T16:00:55.776" v="994"/>
        <pc:sldMkLst>
          <pc:docMk/>
          <pc:sldMk cId="4269271952" sldId="279"/>
        </pc:sldMkLst>
      </pc:sldChg>
      <pc:sldChg chg="add">
        <pc:chgData name="365 Pro Plus" userId="8a4ede6a-2f8b-4c6e-b52c-08ce3e3b5c4d" providerId="ADAL" clId="{DA390177-86CC-4FB2-9591-590A9DFC29D7}" dt="2020-10-31T16:14:38.888" v="1247"/>
        <pc:sldMkLst>
          <pc:docMk/>
          <pc:sldMk cId="2366653260" sldId="280"/>
        </pc:sldMkLst>
      </pc:sldChg>
      <pc:sldChg chg="addSp delSp modSp add del mod modClrScheme chgLayout">
        <pc:chgData name="365 Pro Plus" userId="8a4ede6a-2f8b-4c6e-b52c-08ce3e3b5c4d" providerId="ADAL" clId="{DA390177-86CC-4FB2-9591-590A9DFC29D7}" dt="2020-10-31T16:14:35.690" v="1246" actId="2696"/>
        <pc:sldMkLst>
          <pc:docMk/>
          <pc:sldMk cId="3236699236" sldId="280"/>
        </pc:sldMkLst>
        <pc:spChg chg="mod">
          <ac:chgData name="365 Pro Plus" userId="8a4ede6a-2f8b-4c6e-b52c-08ce3e3b5c4d" providerId="ADAL" clId="{DA390177-86CC-4FB2-9591-590A9DFC29D7}" dt="2020-10-26T14:57:29.186" v="759" actId="1076"/>
          <ac:spMkLst>
            <pc:docMk/>
            <pc:sldMk cId="3236699236" sldId="280"/>
            <ac:spMk id="2" creationId="{00000000-0000-0000-0000-000000000000}"/>
          </ac:spMkLst>
        </pc:spChg>
        <pc:picChg chg="add mod modCrop">
          <ac:chgData name="365 Pro Plus" userId="8a4ede6a-2f8b-4c6e-b52c-08ce3e3b5c4d" providerId="ADAL" clId="{DA390177-86CC-4FB2-9591-590A9DFC29D7}" dt="2020-10-26T14:57:22.883" v="757" actId="1076"/>
          <ac:picMkLst>
            <pc:docMk/>
            <pc:sldMk cId="3236699236" sldId="280"/>
            <ac:picMk id="4" creationId="{6F54F90C-2A9E-414B-A258-EFB970C174C4}"/>
          </ac:picMkLst>
        </pc:picChg>
        <pc:picChg chg="del">
          <ac:chgData name="365 Pro Plus" userId="8a4ede6a-2f8b-4c6e-b52c-08ce3e3b5c4d" providerId="ADAL" clId="{DA390177-86CC-4FB2-9591-590A9DFC29D7}" dt="2020-10-26T14:56:37.228" v="749" actId="478"/>
          <ac:picMkLst>
            <pc:docMk/>
            <pc:sldMk cId="3236699236" sldId="280"/>
            <ac:picMk id="3074" creationId="{FA5B9861-7671-4A14-AA6C-3A44B98AB9A9}"/>
          </ac:picMkLst>
        </pc:picChg>
      </pc:sldChg>
      <pc:sldChg chg="modSp add mod">
        <pc:chgData name="365 Pro Plus" userId="8a4ede6a-2f8b-4c6e-b52c-08ce3e3b5c4d" providerId="ADAL" clId="{DA390177-86CC-4FB2-9591-590A9DFC29D7}" dt="2020-11-01T12:18:11.306" v="2978" actId="403"/>
        <pc:sldMkLst>
          <pc:docMk/>
          <pc:sldMk cId="150867754" sldId="281"/>
        </pc:sldMkLst>
        <pc:spChg chg="mod">
          <ac:chgData name="365 Pro Plus" userId="8a4ede6a-2f8b-4c6e-b52c-08ce3e3b5c4d" providerId="ADAL" clId="{DA390177-86CC-4FB2-9591-590A9DFC29D7}" dt="2020-11-01T12:18:11.306" v="2978" actId="403"/>
          <ac:spMkLst>
            <pc:docMk/>
            <pc:sldMk cId="150867754" sldId="281"/>
            <ac:spMk id="3" creationId="{2BA297BC-4A6D-4A8D-9E5C-C757784E3097}"/>
          </ac:spMkLst>
        </pc:spChg>
        <pc:picChg chg="mod">
          <ac:chgData name="365 Pro Plus" userId="8a4ede6a-2f8b-4c6e-b52c-08ce3e3b5c4d" providerId="ADAL" clId="{DA390177-86CC-4FB2-9591-590A9DFC29D7}" dt="2020-11-01T12:18:04.380" v="2977" actId="1076"/>
          <ac:picMkLst>
            <pc:docMk/>
            <pc:sldMk cId="150867754" sldId="281"/>
            <ac:picMk id="1026" creationId="{E024F4D5-78DD-4FAF-BB29-E1C53DB1FD43}"/>
          </ac:picMkLst>
        </pc:picChg>
      </pc:sldChg>
      <pc:sldChg chg="addSp delSp modSp new del mod modClrScheme chgLayout">
        <pc:chgData name="365 Pro Plus" userId="8a4ede6a-2f8b-4c6e-b52c-08ce3e3b5c4d" providerId="ADAL" clId="{DA390177-86CC-4FB2-9591-590A9DFC29D7}" dt="2020-10-31T16:14:35.690" v="1246" actId="2696"/>
        <pc:sldMkLst>
          <pc:docMk/>
          <pc:sldMk cId="702769506" sldId="281"/>
        </pc:sldMkLst>
        <pc:spChg chg="mod">
          <ac:chgData name="365 Pro Plus" userId="8a4ede6a-2f8b-4c6e-b52c-08ce3e3b5c4d" providerId="ADAL" clId="{DA390177-86CC-4FB2-9591-590A9DFC29D7}" dt="2020-10-31T04:35:32.233" v="830" actId="26606"/>
          <ac:spMkLst>
            <pc:docMk/>
            <pc:sldMk cId="702769506" sldId="281"/>
            <ac:spMk id="2" creationId="{EB77E570-C726-4F05-8D19-6B72463E4BC1}"/>
          </ac:spMkLst>
        </pc:spChg>
        <pc:spChg chg="mod ord">
          <ac:chgData name="365 Pro Plus" userId="8a4ede6a-2f8b-4c6e-b52c-08ce3e3b5c4d" providerId="ADAL" clId="{DA390177-86CC-4FB2-9591-590A9DFC29D7}" dt="2020-10-31T04:35:43.746" v="831" actId="1076"/>
          <ac:spMkLst>
            <pc:docMk/>
            <pc:sldMk cId="702769506" sldId="281"/>
            <ac:spMk id="3" creationId="{2BA297BC-4A6D-4A8D-9E5C-C757784E3097}"/>
          </ac:spMkLst>
        </pc:spChg>
        <pc:picChg chg="add del">
          <ac:chgData name="365 Pro Plus" userId="8a4ede6a-2f8b-4c6e-b52c-08ce3e3b5c4d" providerId="ADAL" clId="{DA390177-86CC-4FB2-9591-590A9DFC29D7}" dt="2020-10-31T04:32:38.074" v="817"/>
          <ac:picMkLst>
            <pc:docMk/>
            <pc:sldMk cId="702769506" sldId="281"/>
            <ac:picMk id="4" creationId="{7D6B2236-3ABB-4C59-9C26-9DDEAB9FC5C9}"/>
          </ac:picMkLst>
        </pc:picChg>
        <pc:picChg chg="add mod">
          <ac:chgData name="365 Pro Plus" userId="8a4ede6a-2f8b-4c6e-b52c-08ce3e3b5c4d" providerId="ADAL" clId="{DA390177-86CC-4FB2-9591-590A9DFC29D7}" dt="2020-10-31T04:35:49.772" v="832" actId="14100"/>
          <ac:picMkLst>
            <pc:docMk/>
            <pc:sldMk cId="702769506" sldId="281"/>
            <ac:picMk id="1026" creationId="{E024F4D5-78DD-4FAF-BB29-E1C53DB1FD43}"/>
          </ac:picMkLst>
        </pc:picChg>
      </pc:sldChg>
      <pc:sldChg chg="addSp delSp modSp new add del mod modClrScheme chgLayout">
        <pc:chgData name="365 Pro Plus" userId="8a4ede6a-2f8b-4c6e-b52c-08ce3e3b5c4d" providerId="ADAL" clId="{DA390177-86CC-4FB2-9591-590A9DFC29D7}" dt="2020-10-31T16:14:35.690" v="1246" actId="2696"/>
        <pc:sldMkLst>
          <pc:docMk/>
          <pc:sldMk cId="1088171540" sldId="282"/>
        </pc:sldMkLst>
        <pc:spChg chg="del mod ord">
          <ac:chgData name="365 Pro Plus" userId="8a4ede6a-2f8b-4c6e-b52c-08ce3e3b5c4d" providerId="ADAL" clId="{DA390177-86CC-4FB2-9591-590A9DFC29D7}" dt="2020-10-31T04:36:19.057" v="834" actId="700"/>
          <ac:spMkLst>
            <pc:docMk/>
            <pc:sldMk cId="1088171540" sldId="282"/>
            <ac:spMk id="2" creationId="{AAABDFA6-098F-4E19-B9A7-21AC1C3DB718}"/>
          </ac:spMkLst>
        </pc:spChg>
        <pc:spChg chg="del mod ord">
          <ac:chgData name="365 Pro Plus" userId="8a4ede6a-2f8b-4c6e-b52c-08ce3e3b5c4d" providerId="ADAL" clId="{DA390177-86CC-4FB2-9591-590A9DFC29D7}" dt="2020-10-31T04:36:19.057" v="834" actId="700"/>
          <ac:spMkLst>
            <pc:docMk/>
            <pc:sldMk cId="1088171540" sldId="282"/>
            <ac:spMk id="3" creationId="{B853465D-97A2-4F82-958B-94166E6498B0}"/>
          </ac:spMkLst>
        </pc:spChg>
        <pc:spChg chg="del">
          <ac:chgData name="365 Pro Plus" userId="8a4ede6a-2f8b-4c6e-b52c-08ce3e3b5c4d" providerId="ADAL" clId="{DA390177-86CC-4FB2-9591-590A9DFC29D7}" dt="2020-10-31T04:36:19.057" v="834" actId="700"/>
          <ac:spMkLst>
            <pc:docMk/>
            <pc:sldMk cId="1088171540" sldId="282"/>
            <ac:spMk id="4" creationId="{F26B01F4-A7CE-4D16-94E7-4B6B2ED0926C}"/>
          </ac:spMkLst>
        </pc:spChg>
        <pc:spChg chg="add mod ord">
          <ac:chgData name="365 Pro Plus" userId="8a4ede6a-2f8b-4c6e-b52c-08ce3e3b5c4d" providerId="ADAL" clId="{DA390177-86CC-4FB2-9591-590A9DFC29D7}" dt="2020-10-31T04:52:56.585" v="874" actId="20577"/>
          <ac:spMkLst>
            <pc:docMk/>
            <pc:sldMk cId="1088171540" sldId="282"/>
            <ac:spMk id="5" creationId="{1B2D5732-2A8C-46BF-9593-DD1CAD45976D}"/>
          </ac:spMkLst>
        </pc:spChg>
        <pc:spChg chg="add del mod ord">
          <ac:chgData name="365 Pro Plus" userId="8a4ede6a-2f8b-4c6e-b52c-08ce3e3b5c4d" providerId="ADAL" clId="{DA390177-86CC-4FB2-9591-590A9DFC29D7}" dt="2020-10-31T04:51:47.030" v="858"/>
          <ac:spMkLst>
            <pc:docMk/>
            <pc:sldMk cId="1088171540" sldId="282"/>
            <ac:spMk id="6" creationId="{DFE50B57-F01A-4041-860A-D6542BF137EA}"/>
          </ac:spMkLst>
        </pc:spChg>
        <pc:spChg chg="add del mod">
          <ac:chgData name="365 Pro Plus" userId="8a4ede6a-2f8b-4c6e-b52c-08ce3e3b5c4d" providerId="ADAL" clId="{DA390177-86CC-4FB2-9591-590A9DFC29D7}" dt="2020-10-31T04:52:42.891" v="866"/>
          <ac:spMkLst>
            <pc:docMk/>
            <pc:sldMk cId="1088171540" sldId="282"/>
            <ac:spMk id="9" creationId="{6732E40D-91A3-4021-AF0D-576F2644F5B8}"/>
          </ac:spMkLst>
        </pc:spChg>
        <pc:spChg chg="add del mod">
          <ac:chgData name="365 Pro Plus" userId="8a4ede6a-2f8b-4c6e-b52c-08ce3e3b5c4d" providerId="ADAL" clId="{DA390177-86CC-4FB2-9591-590A9DFC29D7}" dt="2020-10-31T15:40:13.050" v="892" actId="22"/>
          <ac:spMkLst>
            <pc:docMk/>
            <pc:sldMk cId="1088171540" sldId="282"/>
            <ac:spMk id="14" creationId="{E5243F8D-0F95-4111-9B0F-5AC4116EC810}"/>
          </ac:spMkLst>
        </pc:spChg>
        <pc:picChg chg="add del mod modCrop">
          <ac:chgData name="365 Pro Plus" userId="8a4ede6a-2f8b-4c6e-b52c-08ce3e3b5c4d" providerId="ADAL" clId="{DA390177-86CC-4FB2-9591-590A9DFC29D7}" dt="2020-10-31T04:52:39.153" v="865" actId="478"/>
          <ac:picMkLst>
            <pc:docMk/>
            <pc:sldMk cId="1088171540" sldId="282"/>
            <ac:picMk id="7" creationId="{8552EF72-F4A2-4C05-A598-6A84D58E2811}"/>
          </ac:picMkLst>
        </pc:picChg>
        <pc:picChg chg="add del mod modCrop">
          <ac:chgData name="365 Pro Plus" userId="8a4ede6a-2f8b-4c6e-b52c-08ce3e3b5c4d" providerId="ADAL" clId="{DA390177-86CC-4FB2-9591-590A9DFC29D7}" dt="2020-10-31T04:59:41.797" v="884" actId="478"/>
          <ac:picMkLst>
            <pc:docMk/>
            <pc:sldMk cId="1088171540" sldId="282"/>
            <ac:picMk id="10" creationId="{9D60A676-0BC9-4B19-9443-FC214DAE005F}"/>
          </ac:picMkLst>
        </pc:picChg>
        <pc:picChg chg="add del mod">
          <ac:chgData name="365 Pro Plus" userId="8a4ede6a-2f8b-4c6e-b52c-08ce3e3b5c4d" providerId="ADAL" clId="{DA390177-86CC-4FB2-9591-590A9DFC29D7}" dt="2020-10-31T04:59:40.170" v="883" actId="21"/>
          <ac:picMkLst>
            <pc:docMk/>
            <pc:sldMk cId="1088171540" sldId="282"/>
            <ac:picMk id="12" creationId="{E3E9B57D-0323-47F3-A83E-355D4DE3D5C3}"/>
          </ac:picMkLst>
        </pc:picChg>
        <pc:picChg chg="add del mod modCrop">
          <ac:chgData name="365 Pro Plus" userId="8a4ede6a-2f8b-4c6e-b52c-08ce3e3b5c4d" providerId="ADAL" clId="{DA390177-86CC-4FB2-9591-590A9DFC29D7}" dt="2020-10-31T15:40:11.738" v="891" actId="21"/>
          <ac:picMkLst>
            <pc:docMk/>
            <pc:sldMk cId="1088171540" sldId="282"/>
            <ac:picMk id="16" creationId="{FB4D1AB6-6C22-4F7D-800E-5B73E5DD78AE}"/>
          </ac:picMkLst>
        </pc:picChg>
        <pc:picChg chg="add mod">
          <ac:chgData name="365 Pro Plus" userId="8a4ede6a-2f8b-4c6e-b52c-08ce3e3b5c4d" providerId="ADAL" clId="{DA390177-86CC-4FB2-9591-590A9DFC29D7}" dt="2020-10-31T16:00:06.856" v="992" actId="1036"/>
          <ac:picMkLst>
            <pc:docMk/>
            <pc:sldMk cId="1088171540" sldId="282"/>
            <ac:picMk id="18" creationId="{BF276801-A92B-4B03-B0BE-C48DFB4EA28B}"/>
          </ac:picMkLst>
        </pc:picChg>
      </pc:sldChg>
      <pc:sldChg chg="add ord">
        <pc:chgData name="365 Pro Plus" userId="8a4ede6a-2f8b-4c6e-b52c-08ce3e3b5c4d" providerId="ADAL" clId="{DA390177-86CC-4FB2-9591-590A9DFC29D7}" dt="2020-11-01T03:15:12.336" v="1462"/>
        <pc:sldMkLst>
          <pc:docMk/>
          <pc:sldMk cId="1505022179" sldId="282"/>
        </pc:sldMkLst>
      </pc:sldChg>
      <pc:sldChg chg="addSp delSp modSp add mod">
        <pc:chgData name="365 Pro Plus" userId="8a4ede6a-2f8b-4c6e-b52c-08ce3e3b5c4d" providerId="ADAL" clId="{DA390177-86CC-4FB2-9591-590A9DFC29D7}" dt="2020-11-01T03:01:04.439" v="1375" actId="478"/>
        <pc:sldMkLst>
          <pc:docMk/>
          <pc:sldMk cId="556939740" sldId="283"/>
        </pc:sldMkLst>
        <pc:spChg chg="add del mod">
          <ac:chgData name="365 Pro Plus" userId="8a4ede6a-2f8b-4c6e-b52c-08ce3e3b5c4d" providerId="ADAL" clId="{DA390177-86CC-4FB2-9591-590A9DFC29D7}" dt="2020-11-01T03:01:04.439" v="1375" actId="478"/>
          <ac:spMkLst>
            <pc:docMk/>
            <pc:sldMk cId="556939740" sldId="283"/>
            <ac:spMk id="3" creationId="{094BF393-E60F-41A8-B9B0-9266B084CA06}"/>
          </ac:spMkLst>
        </pc:spChg>
        <pc:spChg chg="mod">
          <ac:chgData name="365 Pro Plus" userId="8a4ede6a-2f8b-4c6e-b52c-08ce3e3b5c4d" providerId="ADAL" clId="{DA390177-86CC-4FB2-9591-590A9DFC29D7}" dt="2020-11-01T03:01:02.130" v="1369" actId="1076"/>
          <ac:spMkLst>
            <pc:docMk/>
            <pc:sldMk cId="556939740" sldId="283"/>
            <ac:spMk id="5" creationId="{CD50D911-9D01-45CE-BD5B-62CF21C63C20}"/>
          </ac:spMkLst>
        </pc:spChg>
        <pc:graphicFrameChg chg="add del">
          <ac:chgData name="365 Pro Plus" userId="8a4ede6a-2f8b-4c6e-b52c-08ce3e3b5c4d" providerId="ADAL" clId="{DA390177-86CC-4FB2-9591-590A9DFC29D7}" dt="2020-11-01T03:01:04.439" v="1375" actId="478"/>
          <ac:graphicFrameMkLst>
            <pc:docMk/>
            <pc:sldMk cId="556939740" sldId="283"/>
            <ac:graphicFrameMk id="7" creationId="{62FC4734-ED63-4F08-BB22-09C0D7F4CF8E}"/>
          </ac:graphicFrameMkLst>
        </pc:graphicFrameChg>
        <pc:picChg chg="add del mod">
          <ac:chgData name="365 Pro Plus" userId="8a4ede6a-2f8b-4c6e-b52c-08ce3e3b5c4d" providerId="ADAL" clId="{DA390177-86CC-4FB2-9591-590A9DFC29D7}" dt="2020-11-01T03:01:03.885" v="1374"/>
          <ac:picMkLst>
            <pc:docMk/>
            <pc:sldMk cId="556939740" sldId="283"/>
            <ac:picMk id="2050" creationId="{5D704DF4-46B2-45A1-B602-8079E5ACDE87}"/>
          </ac:picMkLst>
        </pc:picChg>
      </pc:sldChg>
      <pc:sldChg chg="addSp delSp modSp new add del mod modClrScheme chgLayout">
        <pc:chgData name="365 Pro Plus" userId="8a4ede6a-2f8b-4c6e-b52c-08ce3e3b5c4d" providerId="ADAL" clId="{DA390177-86CC-4FB2-9591-590A9DFC29D7}" dt="2020-10-31T16:14:35.690" v="1246" actId="2696"/>
        <pc:sldMkLst>
          <pc:docMk/>
          <pc:sldMk cId="996258594" sldId="283"/>
        </pc:sldMkLst>
        <pc:spChg chg="del mod ord">
          <ac:chgData name="365 Pro Plus" userId="8a4ede6a-2f8b-4c6e-b52c-08ce3e3b5c4d" providerId="ADAL" clId="{DA390177-86CC-4FB2-9591-590A9DFC29D7}" dt="2020-10-31T15:41:22.512" v="898" actId="700"/>
          <ac:spMkLst>
            <pc:docMk/>
            <pc:sldMk cId="996258594" sldId="283"/>
            <ac:spMk id="2" creationId="{CD5A4C01-00A9-49EA-998F-13CB6825D183}"/>
          </ac:spMkLst>
        </pc:spChg>
        <pc:spChg chg="del mod ord">
          <ac:chgData name="365 Pro Plus" userId="8a4ede6a-2f8b-4c6e-b52c-08ce3e3b5c4d" providerId="ADAL" clId="{DA390177-86CC-4FB2-9591-590A9DFC29D7}" dt="2020-10-31T15:41:22.512" v="898" actId="700"/>
          <ac:spMkLst>
            <pc:docMk/>
            <pc:sldMk cId="996258594" sldId="283"/>
            <ac:spMk id="3" creationId="{A3B6D560-2F06-4E0D-99AA-CB58B7EBFA81}"/>
          </ac:spMkLst>
        </pc:spChg>
        <pc:spChg chg="del">
          <ac:chgData name="365 Pro Plus" userId="8a4ede6a-2f8b-4c6e-b52c-08ce3e3b5c4d" providerId="ADAL" clId="{DA390177-86CC-4FB2-9591-590A9DFC29D7}" dt="2020-10-31T15:41:22.512" v="898" actId="700"/>
          <ac:spMkLst>
            <pc:docMk/>
            <pc:sldMk cId="996258594" sldId="283"/>
            <ac:spMk id="4" creationId="{31D9A749-ABDD-4D5E-B29B-BD1D7F16EC62}"/>
          </ac:spMkLst>
        </pc:spChg>
        <pc:spChg chg="add mod ord">
          <ac:chgData name="365 Pro Plus" userId="8a4ede6a-2f8b-4c6e-b52c-08ce3e3b5c4d" providerId="ADAL" clId="{DA390177-86CC-4FB2-9591-590A9DFC29D7}" dt="2020-10-31T15:59:32.999" v="987" actId="1076"/>
          <ac:spMkLst>
            <pc:docMk/>
            <pc:sldMk cId="996258594" sldId="283"/>
            <ac:spMk id="5" creationId="{CD50D911-9D01-45CE-BD5B-62CF21C63C20}"/>
          </ac:spMkLst>
        </pc:spChg>
        <pc:spChg chg="add del mod ord">
          <ac:chgData name="365 Pro Plus" userId="8a4ede6a-2f8b-4c6e-b52c-08ce3e3b5c4d" providerId="ADAL" clId="{DA390177-86CC-4FB2-9591-590A9DFC29D7}" dt="2020-10-31T15:54:55.316" v="899" actId="1032"/>
          <ac:spMkLst>
            <pc:docMk/>
            <pc:sldMk cId="996258594" sldId="283"/>
            <ac:spMk id="6" creationId="{AF9FED03-FB68-4622-9A21-CE4228248CB0}"/>
          </ac:spMkLst>
        </pc:spChg>
        <pc:graphicFrameChg chg="add mod modGraphic">
          <ac:chgData name="365 Pro Plus" userId="8a4ede6a-2f8b-4c6e-b52c-08ce3e3b5c4d" providerId="ADAL" clId="{DA390177-86CC-4FB2-9591-590A9DFC29D7}" dt="2020-10-31T15:59:35.778" v="988" actId="1076"/>
          <ac:graphicFrameMkLst>
            <pc:docMk/>
            <pc:sldMk cId="996258594" sldId="283"/>
            <ac:graphicFrameMk id="7" creationId="{62FC4734-ED63-4F08-BB22-09C0D7F4CF8E}"/>
          </ac:graphicFrameMkLst>
        </pc:graphicFrameChg>
      </pc:sldChg>
      <pc:sldChg chg="addSp delSp modSp new add del mod">
        <pc:chgData name="365 Pro Plus" userId="8a4ede6a-2f8b-4c6e-b52c-08ce3e3b5c4d" providerId="ADAL" clId="{DA390177-86CC-4FB2-9591-590A9DFC29D7}" dt="2020-10-31T16:14:35.690" v="1246" actId="2696"/>
        <pc:sldMkLst>
          <pc:docMk/>
          <pc:sldMk cId="2695496232" sldId="284"/>
        </pc:sldMkLst>
        <pc:spChg chg="mod">
          <ac:chgData name="365 Pro Plus" userId="8a4ede6a-2f8b-4c6e-b52c-08ce3e3b5c4d" providerId="ADAL" clId="{DA390177-86CC-4FB2-9591-590A9DFC29D7}" dt="2020-10-31T16:03:02.385" v="1010" actId="20577"/>
          <ac:spMkLst>
            <pc:docMk/>
            <pc:sldMk cId="2695496232" sldId="284"/>
            <ac:spMk id="2" creationId="{33927030-3220-487A-8A53-FFB3A456FDFF}"/>
          </ac:spMkLst>
        </pc:spChg>
        <pc:spChg chg="del">
          <ac:chgData name="365 Pro Plus" userId="8a4ede6a-2f8b-4c6e-b52c-08ce3e3b5c4d" providerId="ADAL" clId="{DA390177-86CC-4FB2-9591-590A9DFC29D7}" dt="2020-10-31T16:02:49.156" v="1001" actId="478"/>
          <ac:spMkLst>
            <pc:docMk/>
            <pc:sldMk cId="2695496232" sldId="284"/>
            <ac:spMk id="3" creationId="{02DD8F39-B3CA-4DC2-B742-E32543EB5872}"/>
          </ac:spMkLst>
        </pc:spChg>
        <pc:spChg chg="add del mod">
          <ac:chgData name="365 Pro Plus" userId="8a4ede6a-2f8b-4c6e-b52c-08ce3e3b5c4d" providerId="ADAL" clId="{DA390177-86CC-4FB2-9591-590A9DFC29D7}" dt="2020-10-31T16:02:46.131" v="1000"/>
          <ac:spMkLst>
            <pc:docMk/>
            <pc:sldMk cId="2695496232" sldId="284"/>
            <ac:spMk id="6" creationId="{9B262D89-15D8-47D3-9F15-6D4760743A58}"/>
          </ac:spMkLst>
        </pc:spChg>
        <pc:spChg chg="add del mod">
          <ac:chgData name="365 Pro Plus" userId="8a4ede6a-2f8b-4c6e-b52c-08ce3e3b5c4d" providerId="ADAL" clId="{DA390177-86CC-4FB2-9591-590A9DFC29D7}" dt="2020-10-31T16:02:46.131" v="1000"/>
          <ac:spMkLst>
            <pc:docMk/>
            <pc:sldMk cId="2695496232" sldId="284"/>
            <ac:spMk id="8" creationId="{2A7EB414-0631-4B25-9754-5BF8A16A4FCF}"/>
          </ac:spMkLst>
        </pc:spChg>
        <pc:spChg chg="add del mod">
          <ac:chgData name="365 Pro Plus" userId="8a4ede6a-2f8b-4c6e-b52c-08ce3e3b5c4d" providerId="ADAL" clId="{DA390177-86CC-4FB2-9591-590A9DFC29D7}" dt="2020-10-31T16:02:46.131" v="1000"/>
          <ac:spMkLst>
            <pc:docMk/>
            <pc:sldMk cId="2695496232" sldId="284"/>
            <ac:spMk id="9" creationId="{F1B88424-2FBE-4909-9CE8-2C162008E4AA}"/>
          </ac:spMkLst>
        </pc:spChg>
        <pc:spChg chg="add del mod">
          <ac:chgData name="365 Pro Plus" userId="8a4ede6a-2f8b-4c6e-b52c-08ce3e3b5c4d" providerId="ADAL" clId="{DA390177-86CC-4FB2-9591-590A9DFC29D7}" dt="2020-10-31T16:02:46.131" v="1000"/>
          <ac:spMkLst>
            <pc:docMk/>
            <pc:sldMk cId="2695496232" sldId="284"/>
            <ac:spMk id="10" creationId="{584AE550-93BD-4545-8840-CAD6D42A8A23}"/>
          </ac:spMkLst>
        </pc:spChg>
        <pc:spChg chg="add del mod">
          <ac:chgData name="365 Pro Plus" userId="8a4ede6a-2f8b-4c6e-b52c-08ce3e3b5c4d" providerId="ADAL" clId="{DA390177-86CC-4FB2-9591-590A9DFC29D7}" dt="2020-10-31T16:02:46.131" v="1000"/>
          <ac:spMkLst>
            <pc:docMk/>
            <pc:sldMk cId="2695496232" sldId="284"/>
            <ac:spMk id="11" creationId="{ED50554B-DE75-45E4-BEF8-4D483F96204B}"/>
          </ac:spMkLst>
        </pc:spChg>
        <pc:spChg chg="add del mod">
          <ac:chgData name="365 Pro Plus" userId="8a4ede6a-2f8b-4c6e-b52c-08ce3e3b5c4d" providerId="ADAL" clId="{DA390177-86CC-4FB2-9591-590A9DFC29D7}" dt="2020-10-31T16:02:46.131" v="1000"/>
          <ac:spMkLst>
            <pc:docMk/>
            <pc:sldMk cId="2695496232" sldId="284"/>
            <ac:spMk id="12" creationId="{CC5AA594-7567-4B33-AC14-AAE3EBE31447}"/>
          </ac:spMkLst>
        </pc:spChg>
        <pc:spChg chg="add del mod">
          <ac:chgData name="365 Pro Plus" userId="8a4ede6a-2f8b-4c6e-b52c-08ce3e3b5c4d" providerId="ADAL" clId="{DA390177-86CC-4FB2-9591-590A9DFC29D7}" dt="2020-10-31T16:02:46.131" v="1000"/>
          <ac:spMkLst>
            <pc:docMk/>
            <pc:sldMk cId="2695496232" sldId="284"/>
            <ac:spMk id="13" creationId="{D0422F82-3E36-4E8D-ACC9-7F4F81621465}"/>
          </ac:spMkLst>
        </pc:spChg>
        <pc:spChg chg="add mod">
          <ac:chgData name="365 Pro Plus" userId="8a4ede6a-2f8b-4c6e-b52c-08ce3e3b5c4d" providerId="ADAL" clId="{DA390177-86CC-4FB2-9591-590A9DFC29D7}" dt="2020-10-31T16:04:35.117" v="1019" actId="13822"/>
          <ac:spMkLst>
            <pc:docMk/>
            <pc:sldMk cId="2695496232" sldId="284"/>
            <ac:spMk id="16" creationId="{B9074138-4C69-4780-9A22-5C8C428D3E82}"/>
          </ac:spMkLst>
        </pc:spChg>
        <pc:spChg chg="add mod">
          <ac:chgData name="365 Pro Plus" userId="8a4ede6a-2f8b-4c6e-b52c-08ce3e3b5c4d" providerId="ADAL" clId="{DA390177-86CC-4FB2-9591-590A9DFC29D7}" dt="2020-10-31T16:04:35.117" v="1019" actId="13822"/>
          <ac:spMkLst>
            <pc:docMk/>
            <pc:sldMk cId="2695496232" sldId="284"/>
            <ac:spMk id="18" creationId="{EB860FA5-54B8-4FF9-A103-D845D26A4354}"/>
          </ac:spMkLst>
        </pc:spChg>
        <pc:spChg chg="add mod">
          <ac:chgData name="365 Pro Plus" userId="8a4ede6a-2f8b-4c6e-b52c-08ce3e3b5c4d" providerId="ADAL" clId="{DA390177-86CC-4FB2-9591-590A9DFC29D7}" dt="2020-10-31T16:04:35.117" v="1019" actId="13822"/>
          <ac:spMkLst>
            <pc:docMk/>
            <pc:sldMk cId="2695496232" sldId="284"/>
            <ac:spMk id="19" creationId="{4506041F-1939-4298-AA22-6CD61853A600}"/>
          </ac:spMkLst>
        </pc:spChg>
        <pc:spChg chg="add mod">
          <ac:chgData name="365 Pro Plus" userId="8a4ede6a-2f8b-4c6e-b52c-08ce3e3b5c4d" providerId="ADAL" clId="{DA390177-86CC-4FB2-9591-590A9DFC29D7}" dt="2020-10-31T16:04:35.117" v="1019" actId="13822"/>
          <ac:spMkLst>
            <pc:docMk/>
            <pc:sldMk cId="2695496232" sldId="284"/>
            <ac:spMk id="20" creationId="{D7382C37-C53B-4118-9E15-B6EAE106E05B}"/>
          </ac:spMkLst>
        </pc:spChg>
        <pc:spChg chg="add mod">
          <ac:chgData name="365 Pro Plus" userId="8a4ede6a-2f8b-4c6e-b52c-08ce3e3b5c4d" providerId="ADAL" clId="{DA390177-86CC-4FB2-9591-590A9DFC29D7}" dt="2020-10-31T16:04:43.895" v="1022" actId="1076"/>
          <ac:spMkLst>
            <pc:docMk/>
            <pc:sldMk cId="2695496232" sldId="284"/>
            <ac:spMk id="21" creationId="{5092C28A-28D1-4D2C-AD9B-D2AA361154F8}"/>
          </ac:spMkLst>
        </pc:spChg>
        <pc:spChg chg="add mod">
          <ac:chgData name="365 Pro Plus" userId="8a4ede6a-2f8b-4c6e-b52c-08ce3e3b5c4d" providerId="ADAL" clId="{DA390177-86CC-4FB2-9591-590A9DFC29D7}" dt="2020-10-31T16:04:35.117" v="1019" actId="13822"/>
          <ac:spMkLst>
            <pc:docMk/>
            <pc:sldMk cId="2695496232" sldId="284"/>
            <ac:spMk id="22" creationId="{CA5B118A-8365-40DF-9B06-58DA3E8A01D0}"/>
          </ac:spMkLst>
        </pc:spChg>
        <pc:spChg chg="add mod">
          <ac:chgData name="365 Pro Plus" userId="8a4ede6a-2f8b-4c6e-b52c-08ce3e3b5c4d" providerId="ADAL" clId="{DA390177-86CC-4FB2-9591-590A9DFC29D7}" dt="2020-10-31T16:04:43.895" v="1022" actId="1076"/>
          <ac:spMkLst>
            <pc:docMk/>
            <pc:sldMk cId="2695496232" sldId="284"/>
            <ac:spMk id="23" creationId="{8B9B425C-DD9F-455C-8D41-D809EA682538}"/>
          </ac:spMkLst>
        </pc:spChg>
        <pc:spChg chg="add mod">
          <ac:chgData name="365 Pro Plus" userId="8a4ede6a-2f8b-4c6e-b52c-08ce3e3b5c4d" providerId="ADAL" clId="{DA390177-86CC-4FB2-9591-590A9DFC29D7}" dt="2020-10-31T16:04:41.549" v="1021" actId="571"/>
          <ac:spMkLst>
            <pc:docMk/>
            <pc:sldMk cId="2695496232" sldId="284"/>
            <ac:spMk id="24" creationId="{F85B0899-1C16-4336-A79D-81F82FCB5FA7}"/>
          </ac:spMkLst>
        </pc:spChg>
        <pc:spChg chg="add mod">
          <ac:chgData name="365 Pro Plus" userId="8a4ede6a-2f8b-4c6e-b52c-08ce3e3b5c4d" providerId="ADAL" clId="{DA390177-86CC-4FB2-9591-590A9DFC29D7}" dt="2020-10-31T16:04:41.549" v="1021" actId="571"/>
          <ac:spMkLst>
            <pc:docMk/>
            <pc:sldMk cId="2695496232" sldId="284"/>
            <ac:spMk id="25" creationId="{7AB2264E-44AD-47ED-9A9B-DA8884EE14F0}"/>
          </ac:spMkLst>
        </pc:spChg>
        <pc:picChg chg="add del mod">
          <ac:chgData name="365 Pro Plus" userId="8a4ede6a-2f8b-4c6e-b52c-08ce3e3b5c4d" providerId="ADAL" clId="{DA390177-86CC-4FB2-9591-590A9DFC29D7}" dt="2020-10-31T16:02:46.131" v="1000"/>
          <ac:picMkLst>
            <pc:docMk/>
            <pc:sldMk cId="2695496232" sldId="284"/>
            <ac:picMk id="4" creationId="{17566E04-F9BB-4D51-9341-5EE2A737226F}"/>
          </ac:picMkLst>
        </pc:picChg>
        <pc:picChg chg="add del mod">
          <ac:chgData name="365 Pro Plus" userId="8a4ede6a-2f8b-4c6e-b52c-08ce3e3b5c4d" providerId="ADAL" clId="{DA390177-86CC-4FB2-9591-590A9DFC29D7}" dt="2020-10-31T16:02:46.131" v="1000"/>
          <ac:picMkLst>
            <pc:docMk/>
            <pc:sldMk cId="2695496232" sldId="284"/>
            <ac:picMk id="5" creationId="{73A58237-283E-48B4-971F-9C58F0BEF057}"/>
          </ac:picMkLst>
        </pc:picChg>
        <pc:picChg chg="add mod modCrop">
          <ac:chgData name="365 Pro Plus" userId="8a4ede6a-2f8b-4c6e-b52c-08ce3e3b5c4d" providerId="ADAL" clId="{DA390177-86CC-4FB2-9591-590A9DFC29D7}" dt="2020-10-31T16:04:35.117" v="1019" actId="13822"/>
          <ac:picMkLst>
            <pc:docMk/>
            <pc:sldMk cId="2695496232" sldId="284"/>
            <ac:picMk id="14" creationId="{B7C1B75E-EBD2-435B-A425-35A8D4C55E3B}"/>
          </ac:picMkLst>
        </pc:picChg>
        <pc:picChg chg="add mod">
          <ac:chgData name="365 Pro Plus" userId="8a4ede6a-2f8b-4c6e-b52c-08ce3e3b5c4d" providerId="ADAL" clId="{DA390177-86CC-4FB2-9591-590A9DFC29D7}" dt="2020-10-31T16:04:35.117" v="1019" actId="13822"/>
          <ac:picMkLst>
            <pc:docMk/>
            <pc:sldMk cId="2695496232" sldId="284"/>
            <ac:picMk id="15" creationId="{E4AD529A-EA02-446D-9481-0BE583D28F0D}"/>
          </ac:picMkLst>
        </pc:picChg>
        <pc:cxnChg chg="add del mod">
          <ac:chgData name="365 Pro Plus" userId="8a4ede6a-2f8b-4c6e-b52c-08ce3e3b5c4d" providerId="ADAL" clId="{DA390177-86CC-4FB2-9591-590A9DFC29D7}" dt="2020-10-31T16:02:46.131" v="1000"/>
          <ac:cxnSpMkLst>
            <pc:docMk/>
            <pc:sldMk cId="2695496232" sldId="284"/>
            <ac:cxnSpMk id="7" creationId="{04ACD0DB-C2F4-4A91-8599-D3B989A97DB8}"/>
          </ac:cxnSpMkLst>
        </pc:cxnChg>
        <pc:cxnChg chg="add mod">
          <ac:chgData name="365 Pro Plus" userId="8a4ede6a-2f8b-4c6e-b52c-08ce3e3b5c4d" providerId="ADAL" clId="{DA390177-86CC-4FB2-9591-590A9DFC29D7}" dt="2020-10-31T16:04:35.117" v="1019" actId="13822"/>
          <ac:cxnSpMkLst>
            <pc:docMk/>
            <pc:sldMk cId="2695496232" sldId="284"/>
            <ac:cxnSpMk id="17" creationId="{A944CE2E-4E3C-449A-9F6B-F369C46351FC}"/>
          </ac:cxnSpMkLst>
        </pc:cxnChg>
      </pc:sldChg>
      <pc:sldChg chg="addSp delSp modSp add mod ord">
        <pc:chgData name="365 Pro Plus" userId="8a4ede6a-2f8b-4c6e-b52c-08ce3e3b5c4d" providerId="ADAL" clId="{DA390177-86CC-4FB2-9591-590A9DFC29D7}" dt="2020-11-01T03:16:16.530" v="1503" actId="14100"/>
        <pc:sldMkLst>
          <pc:docMk/>
          <pc:sldMk cId="3405770280" sldId="284"/>
        </pc:sldMkLst>
        <pc:spChg chg="mod">
          <ac:chgData name="365 Pro Plus" userId="8a4ede6a-2f8b-4c6e-b52c-08ce3e3b5c4d" providerId="ADAL" clId="{DA390177-86CC-4FB2-9591-590A9DFC29D7}" dt="2020-11-01T03:16:09.141" v="1501"/>
          <ac:spMkLst>
            <pc:docMk/>
            <pc:sldMk cId="3405770280" sldId="284"/>
            <ac:spMk id="2" creationId="{33927030-3220-487A-8A53-FFB3A456FDFF}"/>
          </ac:spMkLst>
        </pc:spChg>
        <pc:spChg chg="add del mod">
          <ac:chgData name="365 Pro Plus" userId="8a4ede6a-2f8b-4c6e-b52c-08ce3e3b5c4d" providerId="ADAL" clId="{DA390177-86CC-4FB2-9591-590A9DFC29D7}" dt="2020-11-01T03:16:12.605" v="1502" actId="478"/>
          <ac:spMkLst>
            <pc:docMk/>
            <pc:sldMk cId="3405770280" sldId="284"/>
            <ac:spMk id="4" creationId="{03873125-CF1D-4669-AAF2-0BB44588D6A7}"/>
          </ac:spMkLst>
        </pc:spChg>
        <pc:spChg chg="del">
          <ac:chgData name="365 Pro Plus" userId="8a4ede6a-2f8b-4c6e-b52c-08ce3e3b5c4d" providerId="ADAL" clId="{DA390177-86CC-4FB2-9591-590A9DFC29D7}" dt="2020-11-01T03:12:19.299" v="1390" actId="478"/>
          <ac:spMkLst>
            <pc:docMk/>
            <pc:sldMk cId="3405770280" sldId="284"/>
            <ac:spMk id="16" creationId="{B9074138-4C69-4780-9A22-5C8C428D3E82}"/>
          </ac:spMkLst>
        </pc:spChg>
        <pc:spChg chg="del">
          <ac:chgData name="365 Pro Plus" userId="8a4ede6a-2f8b-4c6e-b52c-08ce3e3b5c4d" providerId="ADAL" clId="{DA390177-86CC-4FB2-9591-590A9DFC29D7}" dt="2020-11-01T03:11:55.826" v="1389" actId="478"/>
          <ac:spMkLst>
            <pc:docMk/>
            <pc:sldMk cId="3405770280" sldId="284"/>
            <ac:spMk id="18" creationId="{EB860FA5-54B8-4FF9-A103-D845D26A4354}"/>
          </ac:spMkLst>
        </pc:spChg>
        <pc:spChg chg="del">
          <ac:chgData name="365 Pro Plus" userId="8a4ede6a-2f8b-4c6e-b52c-08ce3e3b5c4d" providerId="ADAL" clId="{DA390177-86CC-4FB2-9591-590A9DFC29D7}" dt="2020-11-01T03:11:55.826" v="1389" actId="478"/>
          <ac:spMkLst>
            <pc:docMk/>
            <pc:sldMk cId="3405770280" sldId="284"/>
            <ac:spMk id="19" creationId="{4506041F-1939-4298-AA22-6CD61853A600}"/>
          </ac:spMkLst>
        </pc:spChg>
        <pc:spChg chg="del">
          <ac:chgData name="365 Pro Plus" userId="8a4ede6a-2f8b-4c6e-b52c-08ce3e3b5c4d" providerId="ADAL" clId="{DA390177-86CC-4FB2-9591-590A9DFC29D7}" dt="2020-11-01T03:12:19.299" v="1390" actId="478"/>
          <ac:spMkLst>
            <pc:docMk/>
            <pc:sldMk cId="3405770280" sldId="284"/>
            <ac:spMk id="20" creationId="{D7382C37-C53B-4118-9E15-B6EAE106E05B}"/>
          </ac:spMkLst>
        </pc:spChg>
        <pc:spChg chg="del">
          <ac:chgData name="365 Pro Plus" userId="8a4ede6a-2f8b-4c6e-b52c-08ce3e3b5c4d" providerId="ADAL" clId="{DA390177-86CC-4FB2-9591-590A9DFC29D7}" dt="2020-11-01T03:12:19.299" v="1390" actId="478"/>
          <ac:spMkLst>
            <pc:docMk/>
            <pc:sldMk cId="3405770280" sldId="284"/>
            <ac:spMk id="21" creationId="{5092C28A-28D1-4D2C-AD9B-D2AA361154F8}"/>
          </ac:spMkLst>
        </pc:spChg>
        <pc:spChg chg="del">
          <ac:chgData name="365 Pro Plus" userId="8a4ede6a-2f8b-4c6e-b52c-08ce3e3b5c4d" providerId="ADAL" clId="{DA390177-86CC-4FB2-9591-590A9DFC29D7}" dt="2020-11-01T03:12:19.299" v="1390" actId="478"/>
          <ac:spMkLst>
            <pc:docMk/>
            <pc:sldMk cId="3405770280" sldId="284"/>
            <ac:spMk id="22" creationId="{CA5B118A-8365-40DF-9B06-58DA3E8A01D0}"/>
          </ac:spMkLst>
        </pc:spChg>
        <pc:spChg chg="del">
          <ac:chgData name="365 Pro Plus" userId="8a4ede6a-2f8b-4c6e-b52c-08ce3e3b5c4d" providerId="ADAL" clId="{DA390177-86CC-4FB2-9591-590A9DFC29D7}" dt="2020-11-01T03:12:19.299" v="1390" actId="478"/>
          <ac:spMkLst>
            <pc:docMk/>
            <pc:sldMk cId="3405770280" sldId="284"/>
            <ac:spMk id="23" creationId="{8B9B425C-DD9F-455C-8D41-D809EA682538}"/>
          </ac:spMkLst>
        </pc:spChg>
        <pc:spChg chg="add del mod">
          <ac:chgData name="365 Pro Plus" userId="8a4ede6a-2f8b-4c6e-b52c-08ce3e3b5c4d" providerId="ADAL" clId="{DA390177-86CC-4FB2-9591-590A9DFC29D7}" dt="2020-11-01T03:15:53.205" v="1497" actId="478"/>
          <ac:spMkLst>
            <pc:docMk/>
            <pc:sldMk cId="3405770280" sldId="284"/>
            <ac:spMk id="26" creationId="{C3349D05-9D6E-4A2F-BB2C-8D3B0088B3A3}"/>
          </ac:spMkLst>
        </pc:spChg>
        <pc:picChg chg="add mod">
          <ac:chgData name="365 Pro Plus" userId="8a4ede6a-2f8b-4c6e-b52c-08ce3e3b5c4d" providerId="ADAL" clId="{DA390177-86CC-4FB2-9591-590A9DFC29D7}" dt="2020-11-01T03:16:16.530" v="1503" actId="14100"/>
          <ac:picMkLst>
            <pc:docMk/>
            <pc:sldMk cId="3405770280" sldId="284"/>
            <ac:picMk id="3" creationId="{E57671EF-FDCF-4AFD-B077-B0F0522CE29F}"/>
          </ac:picMkLst>
        </pc:picChg>
        <pc:picChg chg="del">
          <ac:chgData name="365 Pro Plus" userId="8a4ede6a-2f8b-4c6e-b52c-08ce3e3b5c4d" providerId="ADAL" clId="{DA390177-86CC-4FB2-9591-590A9DFC29D7}" dt="2020-11-01T03:12:19.299" v="1390" actId="478"/>
          <ac:picMkLst>
            <pc:docMk/>
            <pc:sldMk cId="3405770280" sldId="284"/>
            <ac:picMk id="14" creationId="{B7C1B75E-EBD2-435B-A425-35A8D4C55E3B}"/>
          </ac:picMkLst>
        </pc:picChg>
        <pc:picChg chg="del">
          <ac:chgData name="365 Pro Plus" userId="8a4ede6a-2f8b-4c6e-b52c-08ce3e3b5c4d" providerId="ADAL" clId="{DA390177-86CC-4FB2-9591-590A9DFC29D7}" dt="2020-11-01T03:11:55.826" v="1389" actId="478"/>
          <ac:picMkLst>
            <pc:docMk/>
            <pc:sldMk cId="3405770280" sldId="284"/>
            <ac:picMk id="15" creationId="{E4AD529A-EA02-446D-9481-0BE583D28F0D}"/>
          </ac:picMkLst>
        </pc:picChg>
        <pc:picChg chg="add del mod modCrop">
          <ac:chgData name="365 Pro Plus" userId="8a4ede6a-2f8b-4c6e-b52c-08ce3e3b5c4d" providerId="ADAL" clId="{DA390177-86CC-4FB2-9591-590A9DFC29D7}" dt="2020-11-01T03:15:53.738" v="1498" actId="478"/>
          <ac:picMkLst>
            <pc:docMk/>
            <pc:sldMk cId="3405770280" sldId="284"/>
            <ac:picMk id="24" creationId="{82156438-B17B-4F10-BE81-DE04166113CC}"/>
          </ac:picMkLst>
        </pc:picChg>
        <pc:cxnChg chg="del mod">
          <ac:chgData name="365 Pro Plus" userId="8a4ede6a-2f8b-4c6e-b52c-08ce3e3b5c4d" providerId="ADAL" clId="{DA390177-86CC-4FB2-9591-590A9DFC29D7}" dt="2020-11-01T03:11:55.826" v="1389" actId="478"/>
          <ac:cxnSpMkLst>
            <pc:docMk/>
            <pc:sldMk cId="3405770280" sldId="284"/>
            <ac:cxnSpMk id="17" creationId="{A944CE2E-4E3C-449A-9F6B-F369C46351FC}"/>
          </ac:cxnSpMkLst>
        </pc:cxnChg>
      </pc:sldChg>
      <pc:sldChg chg="addSp delSp modSp new mod">
        <pc:chgData name="365 Pro Plus" userId="8a4ede6a-2f8b-4c6e-b52c-08ce3e3b5c4d" providerId="ADAL" clId="{DA390177-86CC-4FB2-9591-590A9DFC29D7}" dt="2020-11-01T03:51:41.958" v="1687" actId="20577"/>
        <pc:sldMkLst>
          <pc:docMk/>
          <pc:sldMk cId="4057338758" sldId="285"/>
        </pc:sldMkLst>
        <pc:spChg chg="mod">
          <ac:chgData name="365 Pro Plus" userId="8a4ede6a-2f8b-4c6e-b52c-08ce3e3b5c4d" providerId="ADAL" clId="{DA390177-86CC-4FB2-9591-590A9DFC29D7}" dt="2020-11-01T03:51:41.958" v="1687" actId="20577"/>
          <ac:spMkLst>
            <pc:docMk/>
            <pc:sldMk cId="4057338758" sldId="285"/>
            <ac:spMk id="2" creationId="{CCA2BC28-AE6A-45DA-99AC-71334FD8FC77}"/>
          </ac:spMkLst>
        </pc:spChg>
        <pc:spChg chg="del mod">
          <ac:chgData name="365 Pro Plus" userId="8a4ede6a-2f8b-4c6e-b52c-08ce3e3b5c4d" providerId="ADAL" clId="{DA390177-86CC-4FB2-9591-590A9DFC29D7}" dt="2020-11-01T02:46:36.523" v="1277" actId="22"/>
          <ac:spMkLst>
            <pc:docMk/>
            <pc:sldMk cId="4057338758" sldId="285"/>
            <ac:spMk id="3" creationId="{D209CFA4-CEF8-417B-BD3B-E080D901CEE2}"/>
          </ac:spMkLst>
        </pc:spChg>
        <pc:spChg chg="add mod">
          <ac:chgData name="365 Pro Plus" userId="8a4ede6a-2f8b-4c6e-b52c-08ce3e3b5c4d" providerId="ADAL" clId="{DA390177-86CC-4FB2-9591-590A9DFC29D7}" dt="2020-11-01T02:49:50.467" v="1359" actId="1076"/>
          <ac:spMkLst>
            <pc:docMk/>
            <pc:sldMk cId="4057338758" sldId="285"/>
            <ac:spMk id="7" creationId="{300098F9-CA81-42A6-8DE3-10FAEDFEDAAF}"/>
          </ac:spMkLst>
        </pc:spChg>
        <pc:spChg chg="add mod">
          <ac:chgData name="365 Pro Plus" userId="8a4ede6a-2f8b-4c6e-b52c-08ce3e3b5c4d" providerId="ADAL" clId="{DA390177-86CC-4FB2-9591-590A9DFC29D7}" dt="2020-11-01T02:49:43.116" v="1358" actId="1076"/>
          <ac:spMkLst>
            <pc:docMk/>
            <pc:sldMk cId="4057338758" sldId="285"/>
            <ac:spMk id="9" creationId="{067C8A70-099E-4239-9220-A96A2D7F7B5D}"/>
          </ac:spMkLst>
        </pc:spChg>
        <pc:spChg chg="add mod">
          <ac:chgData name="365 Pro Plus" userId="8a4ede6a-2f8b-4c6e-b52c-08ce3e3b5c4d" providerId="ADAL" clId="{DA390177-86CC-4FB2-9591-590A9DFC29D7}" dt="2020-11-01T02:49:50.467" v="1359" actId="1076"/>
          <ac:spMkLst>
            <pc:docMk/>
            <pc:sldMk cId="4057338758" sldId="285"/>
            <ac:spMk id="10" creationId="{2930788F-AC89-42A9-BB5F-4FF56CBD9A67}"/>
          </ac:spMkLst>
        </pc:spChg>
        <pc:picChg chg="add mod ord">
          <ac:chgData name="365 Pro Plus" userId="8a4ede6a-2f8b-4c6e-b52c-08ce3e3b5c4d" providerId="ADAL" clId="{DA390177-86CC-4FB2-9591-590A9DFC29D7}" dt="2020-11-01T02:49:29.566" v="1340" actId="14100"/>
          <ac:picMkLst>
            <pc:docMk/>
            <pc:sldMk cId="4057338758" sldId="285"/>
            <ac:picMk id="5" creationId="{4BB16B7F-6FAB-441F-8A1F-3446128B38F1}"/>
          </ac:picMkLst>
        </pc:picChg>
      </pc:sldChg>
      <pc:sldChg chg="add del ord">
        <pc:chgData name="365 Pro Plus" userId="8a4ede6a-2f8b-4c6e-b52c-08ce3e3b5c4d" providerId="ADAL" clId="{DA390177-86CC-4FB2-9591-590A9DFC29D7}" dt="2020-10-31T16:03:10.336" v="1011" actId="47"/>
        <pc:sldMkLst>
          <pc:docMk/>
          <pc:sldMk cId="4218389818" sldId="285"/>
        </pc:sldMkLst>
      </pc:sldChg>
      <pc:sldChg chg="addSp delSp modSp new mod">
        <pc:chgData name="365 Pro Plus" userId="8a4ede6a-2f8b-4c6e-b52c-08ce3e3b5c4d" providerId="ADAL" clId="{DA390177-86CC-4FB2-9591-590A9DFC29D7}" dt="2020-11-01T03:51:31.054" v="1682" actId="20577"/>
        <pc:sldMkLst>
          <pc:docMk/>
          <pc:sldMk cId="3596152958" sldId="286"/>
        </pc:sldMkLst>
        <pc:spChg chg="add del">
          <ac:chgData name="365 Pro Plus" userId="8a4ede6a-2f8b-4c6e-b52c-08ce3e3b5c4d" providerId="ADAL" clId="{DA390177-86CC-4FB2-9591-590A9DFC29D7}" dt="2020-11-01T03:51:20.961" v="1662" actId="26606"/>
          <ac:spMkLst>
            <pc:docMk/>
            <pc:sldMk cId="3596152958" sldId="286"/>
            <ac:spMk id="2" creationId="{8D7E1274-BB2C-4C6E-883C-0AB5EDCFD5C5}"/>
          </ac:spMkLst>
        </pc:spChg>
        <pc:spChg chg="del">
          <ac:chgData name="365 Pro Plus" userId="8a4ede6a-2f8b-4c6e-b52c-08ce3e3b5c4d" providerId="ADAL" clId="{DA390177-86CC-4FB2-9591-590A9DFC29D7}" dt="2020-11-01T03:51:11.617" v="1657" actId="22"/>
          <ac:spMkLst>
            <pc:docMk/>
            <pc:sldMk cId="3596152958" sldId="286"/>
            <ac:spMk id="3" creationId="{CC81860F-C64E-4E7C-8B68-F232B574940C}"/>
          </ac:spMkLst>
        </pc:spChg>
        <pc:spChg chg="add del mod">
          <ac:chgData name="365 Pro Plus" userId="8a4ede6a-2f8b-4c6e-b52c-08ce3e3b5c4d" providerId="ADAL" clId="{DA390177-86CC-4FB2-9591-590A9DFC29D7}" dt="2020-11-01T03:51:08.087" v="1656"/>
          <ac:spMkLst>
            <pc:docMk/>
            <pc:sldMk cId="3596152958" sldId="286"/>
            <ac:spMk id="4" creationId="{B9577952-83BE-4E68-9BBC-3144618EDDB6}"/>
          </ac:spMkLst>
        </pc:spChg>
        <pc:spChg chg="add del mod">
          <ac:chgData name="365 Pro Plus" userId="8a4ede6a-2f8b-4c6e-b52c-08ce3e3b5c4d" providerId="ADAL" clId="{DA390177-86CC-4FB2-9591-590A9DFC29D7}" dt="2020-11-01T03:51:08.087" v="1656"/>
          <ac:spMkLst>
            <pc:docMk/>
            <pc:sldMk cId="3596152958" sldId="286"/>
            <ac:spMk id="7" creationId="{03CD7F2D-4DC7-4936-AF55-46A31FC28281}"/>
          </ac:spMkLst>
        </pc:spChg>
        <pc:spChg chg="add del mod">
          <ac:chgData name="365 Pro Plus" userId="8a4ede6a-2f8b-4c6e-b52c-08ce3e3b5c4d" providerId="ADAL" clId="{DA390177-86CC-4FB2-9591-590A9DFC29D7}" dt="2020-11-01T03:51:08.087" v="1656"/>
          <ac:spMkLst>
            <pc:docMk/>
            <pc:sldMk cId="3596152958" sldId="286"/>
            <ac:spMk id="8" creationId="{B8D13B1E-3FF4-4381-BD40-F4D49E0E5BD9}"/>
          </ac:spMkLst>
        </pc:spChg>
        <pc:spChg chg="add mod">
          <ac:chgData name="365 Pro Plus" userId="8a4ede6a-2f8b-4c6e-b52c-08ce3e3b5c4d" providerId="ADAL" clId="{DA390177-86CC-4FB2-9591-590A9DFC29D7}" dt="2020-11-01T03:51:31.054" v="1682" actId="20577"/>
          <ac:spMkLst>
            <pc:docMk/>
            <pc:sldMk cId="3596152958" sldId="286"/>
            <ac:spMk id="13" creationId="{536EAEC3-E888-4B53-BFC3-DC4422DFCAB6}"/>
          </ac:spMkLst>
        </pc:spChg>
        <pc:spChg chg="add del">
          <ac:chgData name="365 Pro Plus" userId="8a4ede6a-2f8b-4c6e-b52c-08ce3e3b5c4d" providerId="ADAL" clId="{DA390177-86CC-4FB2-9591-590A9DFC29D7}" dt="2020-11-01T03:51:17.877" v="1659" actId="26606"/>
          <ac:spMkLst>
            <pc:docMk/>
            <pc:sldMk cId="3596152958" sldId="286"/>
            <ac:spMk id="16" creationId="{536EAEC3-E888-4B53-BFC3-DC4422DFCAB6}"/>
          </ac:spMkLst>
        </pc:spChg>
        <pc:picChg chg="add del mod">
          <ac:chgData name="365 Pro Plus" userId="8a4ede6a-2f8b-4c6e-b52c-08ce3e3b5c4d" providerId="ADAL" clId="{DA390177-86CC-4FB2-9591-590A9DFC29D7}" dt="2020-11-01T03:51:08.087" v="1656"/>
          <ac:picMkLst>
            <pc:docMk/>
            <pc:sldMk cId="3596152958" sldId="286"/>
            <ac:picMk id="5" creationId="{EAFCF2B0-7516-47FB-BDD7-486B139C6B13}"/>
          </ac:picMkLst>
        </pc:picChg>
        <pc:picChg chg="add mod ord">
          <ac:chgData name="365 Pro Plus" userId="8a4ede6a-2f8b-4c6e-b52c-08ce3e3b5c4d" providerId="ADAL" clId="{DA390177-86CC-4FB2-9591-590A9DFC29D7}" dt="2020-11-01T03:51:20.961" v="1662" actId="26606"/>
          <ac:picMkLst>
            <pc:docMk/>
            <pc:sldMk cId="3596152958" sldId="286"/>
            <ac:picMk id="11" creationId="{A93EE371-CD88-4165-997D-864034838620}"/>
          </ac:picMkLst>
        </pc:picChg>
        <pc:cxnChg chg="add del mod">
          <ac:chgData name="365 Pro Plus" userId="8a4ede6a-2f8b-4c6e-b52c-08ce3e3b5c4d" providerId="ADAL" clId="{DA390177-86CC-4FB2-9591-590A9DFC29D7}" dt="2020-11-01T03:51:08.087" v="1656"/>
          <ac:cxnSpMkLst>
            <pc:docMk/>
            <pc:sldMk cId="3596152958" sldId="286"/>
            <ac:cxnSpMk id="6" creationId="{23EDC6C9-FCB8-4FE1-91D4-CD29BF802F24}"/>
          </ac:cxnSpMkLst>
        </pc:cxnChg>
        <pc:cxnChg chg="add del mod">
          <ac:chgData name="365 Pro Plus" userId="8a4ede6a-2f8b-4c6e-b52c-08ce3e3b5c4d" providerId="ADAL" clId="{DA390177-86CC-4FB2-9591-590A9DFC29D7}" dt="2020-11-01T03:51:08.087" v="1656"/>
          <ac:cxnSpMkLst>
            <pc:docMk/>
            <pc:sldMk cId="3596152958" sldId="286"/>
            <ac:cxnSpMk id="9" creationId="{5F01AD62-0CFC-4F97-B9C4-A6CEFC9BDB12}"/>
          </ac:cxnSpMkLst>
        </pc:cxnChg>
      </pc:sldChg>
      <pc:sldChg chg="modSp add mod ord">
        <pc:chgData name="365 Pro Plus" userId="8a4ede6a-2f8b-4c6e-b52c-08ce3e3b5c4d" providerId="ADAL" clId="{DA390177-86CC-4FB2-9591-590A9DFC29D7}" dt="2020-11-01T03:51:47.504" v="1688"/>
        <pc:sldMkLst>
          <pc:docMk/>
          <pc:sldMk cId="3403903110" sldId="287"/>
        </pc:sldMkLst>
        <pc:spChg chg="mod">
          <ac:chgData name="365 Pro Plus" userId="8a4ede6a-2f8b-4c6e-b52c-08ce3e3b5c4d" providerId="ADAL" clId="{DA390177-86CC-4FB2-9591-590A9DFC29D7}" dt="2020-11-01T03:36:12.484" v="1621" actId="27636"/>
          <ac:spMkLst>
            <pc:docMk/>
            <pc:sldMk cId="3403903110" sldId="287"/>
            <ac:spMk id="7" creationId="{00000000-0000-0000-0000-000000000000}"/>
          </ac:spMkLst>
        </pc:spChg>
        <pc:spChg chg="mod">
          <ac:chgData name="365 Pro Plus" userId="8a4ede6a-2f8b-4c6e-b52c-08ce3e3b5c4d" providerId="ADAL" clId="{DA390177-86CC-4FB2-9591-590A9DFC29D7}" dt="2020-11-01T03:51:47.504" v="1688"/>
          <ac:spMkLst>
            <pc:docMk/>
            <pc:sldMk cId="3403903110" sldId="287"/>
            <ac:spMk id="8" creationId="{00000000-0000-0000-0000-000000000000}"/>
          </ac:spMkLst>
        </pc:spChg>
      </pc:sldChg>
      <pc:sldChg chg="addSp delSp modSp new mod">
        <pc:chgData name="365 Pro Plus" userId="8a4ede6a-2f8b-4c6e-b52c-08ce3e3b5c4d" providerId="ADAL" clId="{DA390177-86CC-4FB2-9591-590A9DFC29D7}" dt="2020-11-01T03:02:14.396" v="1380" actId="1076"/>
        <pc:sldMkLst>
          <pc:docMk/>
          <pc:sldMk cId="3066009014" sldId="288"/>
        </pc:sldMkLst>
        <pc:spChg chg="del">
          <ac:chgData name="365 Pro Plus" userId="8a4ede6a-2f8b-4c6e-b52c-08ce3e3b5c4d" providerId="ADAL" clId="{DA390177-86CC-4FB2-9591-590A9DFC29D7}" dt="2020-11-01T03:02:04.838" v="1378" actId="26606"/>
          <ac:spMkLst>
            <pc:docMk/>
            <pc:sldMk cId="3066009014" sldId="288"/>
            <ac:spMk id="2" creationId="{A268B8DB-06F6-45DA-ACFF-D0FF47346FF7}"/>
          </ac:spMkLst>
        </pc:spChg>
        <pc:spChg chg="del">
          <ac:chgData name="365 Pro Plus" userId="8a4ede6a-2f8b-4c6e-b52c-08ce3e3b5c4d" providerId="ADAL" clId="{DA390177-86CC-4FB2-9591-590A9DFC29D7}" dt="2020-11-01T03:01:57.541" v="1377"/>
          <ac:spMkLst>
            <pc:docMk/>
            <pc:sldMk cId="3066009014" sldId="288"/>
            <ac:spMk id="3" creationId="{37FAA14D-FE40-428F-BA0A-8A333085E53C}"/>
          </ac:spMkLst>
        </pc:spChg>
        <pc:picChg chg="add mod">
          <ac:chgData name="365 Pro Plus" userId="8a4ede6a-2f8b-4c6e-b52c-08ce3e3b5c4d" providerId="ADAL" clId="{DA390177-86CC-4FB2-9591-590A9DFC29D7}" dt="2020-11-01T03:02:14.396" v="1380" actId="1076"/>
          <ac:picMkLst>
            <pc:docMk/>
            <pc:sldMk cId="3066009014" sldId="288"/>
            <ac:picMk id="4098" creationId="{B75A7D4F-A153-42CE-AB0B-0DA630D1EB47}"/>
          </ac:picMkLst>
        </pc:picChg>
      </pc:sldChg>
      <pc:sldChg chg="addSp delSp modSp new mod modClrScheme chgLayout">
        <pc:chgData name="365 Pro Plus" userId="8a4ede6a-2f8b-4c6e-b52c-08ce3e3b5c4d" providerId="ADAL" clId="{DA390177-86CC-4FB2-9591-590A9DFC29D7}" dt="2020-11-01T12:17:22.816" v="2966" actId="1076"/>
        <pc:sldMkLst>
          <pc:docMk/>
          <pc:sldMk cId="3368813327" sldId="289"/>
        </pc:sldMkLst>
        <pc:spChg chg="add del">
          <ac:chgData name="365 Pro Plus" userId="8a4ede6a-2f8b-4c6e-b52c-08ce3e3b5c4d" providerId="ADAL" clId="{DA390177-86CC-4FB2-9591-590A9DFC29D7}" dt="2020-11-01T03:26:14.923" v="1516" actId="26606"/>
          <ac:spMkLst>
            <pc:docMk/>
            <pc:sldMk cId="3368813327" sldId="289"/>
            <ac:spMk id="2" creationId="{BF96E23A-56FE-4B90-A093-5BD589BF859B}"/>
          </ac:spMkLst>
        </pc:spChg>
        <pc:spChg chg="del">
          <ac:chgData name="365 Pro Plus" userId="8a4ede6a-2f8b-4c6e-b52c-08ce3e3b5c4d" providerId="ADAL" clId="{DA390177-86CC-4FB2-9591-590A9DFC29D7}" dt="2020-11-01T03:07:15.278" v="1382"/>
          <ac:spMkLst>
            <pc:docMk/>
            <pc:sldMk cId="3368813327" sldId="289"/>
            <ac:spMk id="3" creationId="{41208BD0-9E4C-4A3A-90F0-9BCCF48FC0A7}"/>
          </ac:spMkLst>
        </pc:spChg>
        <pc:spChg chg="add del mod">
          <ac:chgData name="365 Pro Plus" userId="8a4ede6a-2f8b-4c6e-b52c-08ce3e3b5c4d" providerId="ADAL" clId="{DA390177-86CC-4FB2-9591-590A9DFC29D7}" dt="2020-11-01T03:26:06.648" v="1510" actId="22"/>
          <ac:spMkLst>
            <pc:docMk/>
            <pc:sldMk cId="3368813327" sldId="289"/>
            <ac:spMk id="4" creationId="{E1C5F5C9-48D6-42DC-9DF5-06A4C518635D}"/>
          </ac:spMkLst>
        </pc:spChg>
        <pc:spChg chg="add mod">
          <ac:chgData name="365 Pro Plus" userId="8a4ede6a-2f8b-4c6e-b52c-08ce3e3b5c4d" providerId="ADAL" clId="{DA390177-86CC-4FB2-9591-590A9DFC29D7}" dt="2020-11-01T11:59:26.377" v="2476" actId="26606"/>
          <ac:spMkLst>
            <pc:docMk/>
            <pc:sldMk cId="3368813327" sldId="289"/>
            <ac:spMk id="7" creationId="{0D27CDE2-FA07-4E1D-BE97-64A11AC18BA2}"/>
          </ac:spMkLst>
        </pc:spChg>
        <pc:spChg chg="add del">
          <ac:chgData name="365 Pro Plus" userId="8a4ede6a-2f8b-4c6e-b52c-08ce3e3b5c4d" providerId="ADAL" clId="{DA390177-86CC-4FB2-9591-590A9DFC29D7}" dt="2020-11-01T03:26:12.433" v="1513" actId="26606"/>
          <ac:spMkLst>
            <pc:docMk/>
            <pc:sldMk cId="3368813327" sldId="289"/>
            <ac:spMk id="10" creationId="{0D27CDE2-FA07-4E1D-BE97-64A11AC18BA2}"/>
          </ac:spMkLst>
        </pc:spChg>
        <pc:spChg chg="add mod">
          <ac:chgData name="365 Pro Plus" userId="8a4ede6a-2f8b-4c6e-b52c-08ce3e3b5c4d" providerId="ADAL" clId="{DA390177-86CC-4FB2-9591-590A9DFC29D7}" dt="2020-11-01T12:16:58.610" v="2959" actId="14100"/>
          <ac:spMkLst>
            <pc:docMk/>
            <pc:sldMk cId="3368813327" sldId="289"/>
            <ac:spMk id="12" creationId="{14A1640E-9579-40DF-ABEF-824FEB194A17}"/>
          </ac:spMkLst>
        </pc:spChg>
        <pc:picChg chg="add mod modCrop">
          <ac:chgData name="365 Pro Plus" userId="8a4ede6a-2f8b-4c6e-b52c-08ce3e3b5c4d" providerId="ADAL" clId="{DA390177-86CC-4FB2-9591-590A9DFC29D7}" dt="2020-11-01T12:17:22.816" v="2966" actId="1076"/>
          <ac:picMkLst>
            <pc:docMk/>
            <pc:sldMk cId="3368813327" sldId="289"/>
            <ac:picMk id="5" creationId="{62FEA46F-8FAC-456A-8A52-157317A3710F}"/>
          </ac:picMkLst>
        </pc:picChg>
        <pc:picChg chg="add del mod">
          <ac:chgData name="365 Pro Plus" userId="8a4ede6a-2f8b-4c6e-b52c-08ce3e3b5c4d" providerId="ADAL" clId="{DA390177-86CC-4FB2-9591-590A9DFC29D7}" dt="2020-11-01T03:25:57.660" v="1506" actId="478"/>
          <ac:picMkLst>
            <pc:docMk/>
            <pc:sldMk cId="3368813327" sldId="289"/>
            <ac:picMk id="5122" creationId="{3BD29E82-ADE8-44F6-B7A8-521CF81C57E9}"/>
          </ac:picMkLst>
        </pc:picChg>
        <pc:picChg chg="add del mod">
          <ac:chgData name="365 Pro Plus" userId="8a4ede6a-2f8b-4c6e-b52c-08ce3e3b5c4d" providerId="ADAL" clId="{DA390177-86CC-4FB2-9591-590A9DFC29D7}" dt="2020-11-01T03:26:05.800" v="1509" actId="21"/>
          <ac:picMkLst>
            <pc:docMk/>
            <pc:sldMk cId="3368813327" sldId="289"/>
            <ac:picMk id="5124" creationId="{D54050A4-5688-4C08-AB46-F2AE3BDB9A3F}"/>
          </ac:picMkLst>
        </pc:picChg>
      </pc:sldChg>
      <pc:sldChg chg="addSp delSp modSp new mod ord modClrScheme chgLayout">
        <pc:chgData name="365 Pro Plus" userId="8a4ede6a-2f8b-4c6e-b52c-08ce3e3b5c4d" providerId="ADAL" clId="{DA390177-86CC-4FB2-9591-590A9DFC29D7}" dt="2020-11-01T12:17:39.265" v="2972" actId="1076"/>
        <pc:sldMkLst>
          <pc:docMk/>
          <pc:sldMk cId="917644639" sldId="290"/>
        </pc:sldMkLst>
        <pc:spChg chg="mod ord">
          <ac:chgData name="365 Pro Plus" userId="8a4ede6a-2f8b-4c6e-b52c-08ce3e3b5c4d" providerId="ADAL" clId="{DA390177-86CC-4FB2-9591-590A9DFC29D7}" dt="2020-11-01T11:53:59.544" v="2187" actId="26606"/>
          <ac:spMkLst>
            <pc:docMk/>
            <pc:sldMk cId="917644639" sldId="290"/>
            <ac:spMk id="2" creationId="{97F1CC87-6DB9-4A5D-B5E5-EEE1F8ADAF2C}"/>
          </ac:spMkLst>
        </pc:spChg>
        <pc:spChg chg="del">
          <ac:chgData name="365 Pro Plus" userId="8a4ede6a-2f8b-4c6e-b52c-08ce3e3b5c4d" providerId="ADAL" clId="{DA390177-86CC-4FB2-9591-590A9DFC29D7}" dt="2020-11-01T03:09:24.162" v="1387"/>
          <ac:spMkLst>
            <pc:docMk/>
            <pc:sldMk cId="917644639" sldId="290"/>
            <ac:spMk id="3" creationId="{59BCEF31-A267-48D1-9D6C-656B509DBA7C}"/>
          </ac:spMkLst>
        </pc:spChg>
        <pc:spChg chg="add mod">
          <ac:chgData name="365 Pro Plus" userId="8a4ede6a-2f8b-4c6e-b52c-08ce3e3b5c4d" providerId="ADAL" clId="{DA390177-86CC-4FB2-9591-590A9DFC29D7}" dt="2020-11-01T12:17:30.114" v="2969" actId="404"/>
          <ac:spMkLst>
            <pc:docMk/>
            <pc:sldMk cId="917644639" sldId="290"/>
            <ac:spMk id="71" creationId="{F8A9A9ED-D27D-42AC-9E41-07ACCDBC79D9}"/>
          </ac:spMkLst>
        </pc:spChg>
        <pc:picChg chg="add mod ord modCrop">
          <ac:chgData name="365 Pro Plus" userId="8a4ede6a-2f8b-4c6e-b52c-08ce3e3b5c4d" providerId="ADAL" clId="{DA390177-86CC-4FB2-9591-590A9DFC29D7}" dt="2020-11-01T12:17:39.265" v="2972" actId="1076"/>
          <ac:picMkLst>
            <pc:docMk/>
            <pc:sldMk cId="917644639" sldId="290"/>
            <ac:picMk id="6146" creationId="{0D00053D-4CA9-4260-80D7-DF5CB290F302}"/>
          </ac:picMkLst>
        </pc:picChg>
      </pc:sldChg>
      <pc:sldChg chg="delSp modSp add mod">
        <pc:chgData name="365 Pro Plus" userId="8a4ede6a-2f8b-4c6e-b52c-08ce3e3b5c4d" providerId="ADAL" clId="{DA390177-86CC-4FB2-9591-590A9DFC29D7}" dt="2020-11-01T03:27:05.318" v="1530" actId="1076"/>
        <pc:sldMkLst>
          <pc:docMk/>
          <pc:sldMk cId="2749597667" sldId="291"/>
        </pc:sldMkLst>
        <pc:spChg chg="mod">
          <ac:chgData name="365 Pro Plus" userId="8a4ede6a-2f8b-4c6e-b52c-08ce3e3b5c4d" providerId="ADAL" clId="{DA390177-86CC-4FB2-9591-590A9DFC29D7}" dt="2020-11-01T03:26:48.309" v="1525"/>
          <ac:spMkLst>
            <pc:docMk/>
            <pc:sldMk cId="2749597667" sldId="291"/>
            <ac:spMk id="2" creationId="{33927030-3220-487A-8A53-FFB3A456FDFF}"/>
          </ac:spMkLst>
        </pc:spChg>
        <pc:spChg chg="del">
          <ac:chgData name="365 Pro Plus" userId="8a4ede6a-2f8b-4c6e-b52c-08ce3e3b5c4d" providerId="ADAL" clId="{DA390177-86CC-4FB2-9591-590A9DFC29D7}" dt="2020-11-01T03:26:43.371" v="1523" actId="478"/>
          <ac:spMkLst>
            <pc:docMk/>
            <pc:sldMk cId="2749597667" sldId="291"/>
            <ac:spMk id="4" creationId="{03873125-CF1D-4669-AAF2-0BB44588D6A7}"/>
          </ac:spMkLst>
        </pc:spChg>
        <pc:spChg chg="del">
          <ac:chgData name="365 Pro Plus" userId="8a4ede6a-2f8b-4c6e-b52c-08ce3e3b5c4d" providerId="ADAL" clId="{DA390177-86CC-4FB2-9591-590A9DFC29D7}" dt="2020-11-01T03:26:50.050" v="1526" actId="478"/>
          <ac:spMkLst>
            <pc:docMk/>
            <pc:sldMk cId="2749597667" sldId="291"/>
            <ac:spMk id="26" creationId="{C3349D05-9D6E-4A2F-BB2C-8D3B0088B3A3}"/>
          </ac:spMkLst>
        </pc:spChg>
        <pc:picChg chg="del">
          <ac:chgData name="365 Pro Plus" userId="8a4ede6a-2f8b-4c6e-b52c-08ce3e3b5c4d" providerId="ADAL" clId="{DA390177-86CC-4FB2-9591-590A9DFC29D7}" dt="2020-11-01T03:26:43.977" v="1524" actId="478"/>
          <ac:picMkLst>
            <pc:docMk/>
            <pc:sldMk cId="2749597667" sldId="291"/>
            <ac:picMk id="3" creationId="{E57671EF-FDCF-4AFD-B077-B0F0522CE29F}"/>
          </ac:picMkLst>
        </pc:picChg>
        <pc:picChg chg="mod">
          <ac:chgData name="365 Pro Plus" userId="8a4ede6a-2f8b-4c6e-b52c-08ce3e3b5c4d" providerId="ADAL" clId="{DA390177-86CC-4FB2-9591-590A9DFC29D7}" dt="2020-11-01T03:27:05.318" v="1530" actId="1076"/>
          <ac:picMkLst>
            <pc:docMk/>
            <pc:sldMk cId="2749597667" sldId="291"/>
            <ac:picMk id="24" creationId="{82156438-B17B-4F10-BE81-DE04166113CC}"/>
          </ac:picMkLst>
        </pc:picChg>
      </pc:sldChg>
      <pc:sldChg chg="addSp delSp modSp new mod modClrScheme chgLayout">
        <pc:chgData name="365 Pro Plus" userId="8a4ede6a-2f8b-4c6e-b52c-08ce3e3b5c4d" providerId="ADAL" clId="{DA390177-86CC-4FB2-9591-590A9DFC29D7}" dt="2020-11-01T12:16:46.475" v="2956" actId="1076"/>
        <pc:sldMkLst>
          <pc:docMk/>
          <pc:sldMk cId="375020052" sldId="292"/>
        </pc:sldMkLst>
        <pc:spChg chg="mod">
          <ac:chgData name="365 Pro Plus" userId="8a4ede6a-2f8b-4c6e-b52c-08ce3e3b5c4d" providerId="ADAL" clId="{DA390177-86CC-4FB2-9591-590A9DFC29D7}" dt="2020-11-01T12:16:19.134" v="2941" actId="404"/>
          <ac:spMkLst>
            <pc:docMk/>
            <pc:sldMk cId="375020052" sldId="292"/>
            <ac:spMk id="2" creationId="{49166D18-A251-4007-9FF5-B5C45AED4589}"/>
          </ac:spMkLst>
        </pc:spChg>
        <pc:spChg chg="del">
          <ac:chgData name="365 Pro Plus" userId="8a4ede6a-2f8b-4c6e-b52c-08ce3e3b5c4d" providerId="ADAL" clId="{DA390177-86CC-4FB2-9591-590A9DFC29D7}" dt="2020-11-01T03:31:36.056" v="1558"/>
          <ac:spMkLst>
            <pc:docMk/>
            <pc:sldMk cId="375020052" sldId="292"/>
            <ac:spMk id="3" creationId="{33F0F824-9BB1-463B-A668-088D68A03456}"/>
          </ac:spMkLst>
        </pc:spChg>
        <pc:spChg chg="add mod">
          <ac:chgData name="365 Pro Plus" userId="8a4ede6a-2f8b-4c6e-b52c-08ce3e3b5c4d" providerId="ADAL" clId="{DA390177-86CC-4FB2-9591-590A9DFC29D7}" dt="2020-11-01T12:16:23.439" v="2948" actId="404"/>
          <ac:spMkLst>
            <pc:docMk/>
            <pc:sldMk cId="375020052" sldId="292"/>
            <ac:spMk id="71" creationId="{B6A97168-6587-40FF-B3C8-27416405B19A}"/>
          </ac:spMkLst>
        </pc:spChg>
        <pc:picChg chg="add mod modCrop">
          <ac:chgData name="365 Pro Plus" userId="8a4ede6a-2f8b-4c6e-b52c-08ce3e3b5c4d" providerId="ADAL" clId="{DA390177-86CC-4FB2-9591-590A9DFC29D7}" dt="2020-11-01T12:16:46.475" v="2956" actId="1076"/>
          <ac:picMkLst>
            <pc:docMk/>
            <pc:sldMk cId="375020052" sldId="292"/>
            <ac:picMk id="7170" creationId="{3A785CA9-157A-4280-933B-EE8D5B58DA62}"/>
          </ac:picMkLst>
        </pc:picChg>
      </pc:sldChg>
      <pc:sldChg chg="add">
        <pc:chgData name="365 Pro Plus" userId="8a4ede6a-2f8b-4c6e-b52c-08ce3e3b5c4d" providerId="ADAL" clId="{DA390177-86CC-4FB2-9591-590A9DFC29D7}" dt="2020-11-01T03:38:58.366" v="1625"/>
        <pc:sldMkLst>
          <pc:docMk/>
          <pc:sldMk cId="1667437508" sldId="293"/>
        </pc:sldMkLst>
      </pc:sldChg>
      <pc:sldChg chg="addSp delSp modSp new del mod ord">
        <pc:chgData name="365 Pro Plus" userId="8a4ede6a-2f8b-4c6e-b52c-08ce3e3b5c4d" providerId="ADAL" clId="{DA390177-86CC-4FB2-9591-590A9DFC29D7}" dt="2020-11-01T03:38:55.155" v="1624" actId="2696"/>
        <pc:sldMkLst>
          <pc:docMk/>
          <pc:sldMk cId="1800365108" sldId="293"/>
        </pc:sldMkLst>
        <pc:spChg chg="mod">
          <ac:chgData name="365 Pro Plus" userId="8a4ede6a-2f8b-4c6e-b52c-08ce3e3b5c4d" providerId="ADAL" clId="{DA390177-86CC-4FB2-9591-590A9DFC29D7}" dt="2020-11-01T03:32:13.955" v="1588" actId="20577"/>
          <ac:spMkLst>
            <pc:docMk/>
            <pc:sldMk cId="1800365108" sldId="293"/>
            <ac:spMk id="2" creationId="{84225BD8-B18C-4334-AF4F-D4E32ACF7A66}"/>
          </ac:spMkLst>
        </pc:spChg>
        <pc:spChg chg="del">
          <ac:chgData name="365 Pro Plus" userId="8a4ede6a-2f8b-4c6e-b52c-08ce3e3b5c4d" providerId="ADAL" clId="{DA390177-86CC-4FB2-9591-590A9DFC29D7}" dt="2020-11-01T03:32:26.446" v="1589"/>
          <ac:spMkLst>
            <pc:docMk/>
            <pc:sldMk cId="1800365108" sldId="293"/>
            <ac:spMk id="3" creationId="{C2CEB91A-AF49-4792-8CBD-E4DE5FF27733}"/>
          </ac:spMkLst>
        </pc:spChg>
        <pc:picChg chg="add mod">
          <ac:chgData name="365 Pro Plus" userId="8a4ede6a-2f8b-4c6e-b52c-08ce3e3b5c4d" providerId="ADAL" clId="{DA390177-86CC-4FB2-9591-590A9DFC29D7}" dt="2020-11-01T03:32:32.090" v="1591" actId="1076"/>
          <ac:picMkLst>
            <pc:docMk/>
            <pc:sldMk cId="1800365108" sldId="293"/>
            <ac:picMk id="8194" creationId="{B01C57DE-A9EE-4544-9923-4D3314F91E13}"/>
          </ac:picMkLst>
        </pc:picChg>
      </pc:sldChg>
      <pc:sldChg chg="addSp delSp modSp new add del mod modClrScheme chgLayout">
        <pc:chgData name="365 Pro Plus" userId="8a4ede6a-2f8b-4c6e-b52c-08ce3e3b5c4d" providerId="ADAL" clId="{DA390177-86CC-4FB2-9591-590A9DFC29D7}" dt="2020-11-01T03:35:42.955" v="1616" actId="47"/>
        <pc:sldMkLst>
          <pc:docMk/>
          <pc:sldMk cId="1085551590" sldId="294"/>
        </pc:sldMkLst>
        <pc:spChg chg="del mod ord">
          <ac:chgData name="365 Pro Plus" userId="8a4ede6a-2f8b-4c6e-b52c-08ce3e3b5c4d" providerId="ADAL" clId="{DA390177-86CC-4FB2-9591-590A9DFC29D7}" dt="2020-11-01T03:35:03.730" v="1593" actId="700"/>
          <ac:spMkLst>
            <pc:docMk/>
            <pc:sldMk cId="1085551590" sldId="294"/>
            <ac:spMk id="2" creationId="{B157016A-4BF2-4989-93C5-942377B85B8C}"/>
          </ac:spMkLst>
        </pc:spChg>
        <pc:spChg chg="del mod ord">
          <ac:chgData name="365 Pro Plus" userId="8a4ede6a-2f8b-4c6e-b52c-08ce3e3b5c4d" providerId="ADAL" clId="{DA390177-86CC-4FB2-9591-590A9DFC29D7}" dt="2020-11-01T03:35:03.730" v="1593" actId="700"/>
          <ac:spMkLst>
            <pc:docMk/>
            <pc:sldMk cId="1085551590" sldId="294"/>
            <ac:spMk id="3" creationId="{0A2C79F6-9411-44AF-A4F3-368D445DD5BA}"/>
          </ac:spMkLst>
        </pc:spChg>
        <pc:spChg chg="add mod ord">
          <ac:chgData name="365 Pro Plus" userId="8a4ede6a-2f8b-4c6e-b52c-08ce3e3b5c4d" providerId="ADAL" clId="{DA390177-86CC-4FB2-9591-590A9DFC29D7}" dt="2020-11-01T03:35:03.730" v="1593" actId="700"/>
          <ac:spMkLst>
            <pc:docMk/>
            <pc:sldMk cId="1085551590" sldId="294"/>
            <ac:spMk id="4" creationId="{01C39BA3-A528-4691-9A74-9DA9A66FE96A}"/>
          </ac:spMkLst>
        </pc:spChg>
        <pc:spChg chg="add mod ord">
          <ac:chgData name="365 Pro Plus" userId="8a4ede6a-2f8b-4c6e-b52c-08ce3e3b5c4d" providerId="ADAL" clId="{DA390177-86CC-4FB2-9591-590A9DFC29D7}" dt="2020-11-01T03:35:03.730" v="1593" actId="700"/>
          <ac:spMkLst>
            <pc:docMk/>
            <pc:sldMk cId="1085551590" sldId="294"/>
            <ac:spMk id="5" creationId="{9830C11D-9F9D-45ED-B500-44D0E95E42F4}"/>
          </ac:spMkLst>
        </pc:spChg>
      </pc:sldChg>
      <pc:sldChg chg="addSp modSp add mod">
        <pc:chgData name="365 Pro Plus" userId="8a4ede6a-2f8b-4c6e-b52c-08ce3e3b5c4d" providerId="ADAL" clId="{DA390177-86CC-4FB2-9591-590A9DFC29D7}" dt="2020-11-01T03:39:51.042" v="1639" actId="12"/>
        <pc:sldMkLst>
          <pc:docMk/>
          <pc:sldMk cId="1281766320" sldId="295"/>
        </pc:sldMkLst>
        <pc:spChg chg="mod">
          <ac:chgData name="365 Pro Plus" userId="8a4ede6a-2f8b-4c6e-b52c-08ce3e3b5c4d" providerId="ADAL" clId="{DA390177-86CC-4FB2-9591-590A9DFC29D7}" dt="2020-11-01T03:35:27.991" v="1612" actId="20577"/>
          <ac:spMkLst>
            <pc:docMk/>
            <pc:sldMk cId="1281766320" sldId="295"/>
            <ac:spMk id="2" creationId="{00000000-0000-0000-0000-000000000000}"/>
          </ac:spMkLst>
        </pc:spChg>
        <pc:spChg chg="add mod">
          <ac:chgData name="365 Pro Plus" userId="8a4ede6a-2f8b-4c6e-b52c-08ce3e3b5c4d" providerId="ADAL" clId="{DA390177-86CC-4FB2-9591-590A9DFC29D7}" dt="2020-11-01T03:39:51.042" v="1639" actId="12"/>
          <ac:spMkLst>
            <pc:docMk/>
            <pc:sldMk cId="1281766320" sldId="295"/>
            <ac:spMk id="5" creationId="{085435A6-BAAB-4668-9D62-43E17F8C536B}"/>
          </ac:spMkLst>
        </pc:spChg>
        <pc:picChg chg="mod">
          <ac:chgData name="365 Pro Plus" userId="8a4ede6a-2f8b-4c6e-b52c-08ce3e3b5c4d" providerId="ADAL" clId="{DA390177-86CC-4FB2-9591-590A9DFC29D7}" dt="2020-11-01T03:35:31.132" v="1613" actId="1076"/>
          <ac:picMkLst>
            <pc:docMk/>
            <pc:sldMk cId="1281766320" sldId="295"/>
            <ac:picMk id="4" creationId="{6F54F90C-2A9E-414B-A258-EFB970C174C4}"/>
          </ac:picMkLst>
        </pc:picChg>
      </pc:sldChg>
      <pc:sldChg chg="modSp add mod">
        <pc:chgData name="365 Pro Plus" userId="8a4ede6a-2f8b-4c6e-b52c-08ce3e3b5c4d" providerId="ADAL" clId="{DA390177-86CC-4FB2-9591-590A9DFC29D7}" dt="2020-11-01T03:44:00.640" v="1654" actId="20577"/>
        <pc:sldMkLst>
          <pc:docMk/>
          <pc:sldMk cId="633510083" sldId="296"/>
        </pc:sldMkLst>
        <pc:spChg chg="mod">
          <ac:chgData name="365 Pro Plus" userId="8a4ede6a-2f8b-4c6e-b52c-08ce3e3b5c4d" providerId="ADAL" clId="{DA390177-86CC-4FB2-9591-590A9DFC29D7}" dt="2020-11-01T03:44:00.640" v="1654" actId="20577"/>
          <ac:spMkLst>
            <pc:docMk/>
            <pc:sldMk cId="633510083" sldId="296"/>
            <ac:spMk id="5" creationId="{085435A6-BAAB-4668-9D62-43E17F8C536B}"/>
          </ac:spMkLst>
        </pc:spChg>
      </pc:sldChg>
      <pc:sldChg chg="addSp delSp modSp new mod">
        <pc:chgData name="365 Pro Plus" userId="8a4ede6a-2f8b-4c6e-b52c-08ce3e3b5c4d" providerId="ADAL" clId="{DA390177-86CC-4FB2-9591-590A9DFC29D7}" dt="2020-11-01T03:53:15.444" v="1697" actId="1076"/>
        <pc:sldMkLst>
          <pc:docMk/>
          <pc:sldMk cId="803723890" sldId="297"/>
        </pc:sldMkLst>
        <pc:spChg chg="add del">
          <ac:chgData name="365 Pro Plus" userId="8a4ede6a-2f8b-4c6e-b52c-08ce3e3b5c4d" providerId="ADAL" clId="{DA390177-86CC-4FB2-9591-590A9DFC29D7}" dt="2020-11-01T03:53:07.611" v="1695" actId="26606"/>
          <ac:spMkLst>
            <pc:docMk/>
            <pc:sldMk cId="803723890" sldId="297"/>
            <ac:spMk id="2" creationId="{A35A97A6-625A-40A1-B0B2-48B3A262145C}"/>
          </ac:spMkLst>
        </pc:spChg>
        <pc:spChg chg="del">
          <ac:chgData name="365 Pro Plus" userId="8a4ede6a-2f8b-4c6e-b52c-08ce3e3b5c4d" providerId="ADAL" clId="{DA390177-86CC-4FB2-9591-590A9DFC29D7}" dt="2020-11-01T03:52:50.203" v="1690" actId="22"/>
          <ac:spMkLst>
            <pc:docMk/>
            <pc:sldMk cId="803723890" sldId="297"/>
            <ac:spMk id="3" creationId="{71B5FC80-8A13-4B84-9519-31A33A6DC8EF}"/>
          </ac:spMkLst>
        </pc:spChg>
        <pc:spChg chg="add del">
          <ac:chgData name="365 Pro Plus" userId="8a4ede6a-2f8b-4c6e-b52c-08ce3e3b5c4d" providerId="ADAL" clId="{DA390177-86CC-4FB2-9591-590A9DFC29D7}" dt="2020-11-01T03:53:07.611" v="1694" actId="26606"/>
          <ac:spMkLst>
            <pc:docMk/>
            <pc:sldMk cId="803723890" sldId="297"/>
            <ac:spMk id="10" creationId="{54C75A7B-E930-48E0-A847-0AF604BD95CB}"/>
          </ac:spMkLst>
        </pc:spChg>
        <pc:picChg chg="add mod ord">
          <ac:chgData name="365 Pro Plus" userId="8a4ede6a-2f8b-4c6e-b52c-08ce3e3b5c4d" providerId="ADAL" clId="{DA390177-86CC-4FB2-9591-590A9DFC29D7}" dt="2020-11-01T03:53:15.444" v="1697" actId="1076"/>
          <ac:picMkLst>
            <pc:docMk/>
            <pc:sldMk cId="803723890" sldId="297"/>
            <ac:picMk id="5" creationId="{5A5F8D6D-270B-49AB-89D2-BE1D9CD0903B}"/>
          </ac:picMkLst>
        </pc:picChg>
      </pc:sldChg>
      <pc:sldChg chg="addSp delSp modSp new mod">
        <pc:chgData name="365 Pro Plus" userId="8a4ede6a-2f8b-4c6e-b52c-08ce3e3b5c4d" providerId="ADAL" clId="{DA390177-86CC-4FB2-9591-590A9DFC29D7}" dt="2020-11-01T04:12:14.947" v="2073" actId="1076"/>
        <pc:sldMkLst>
          <pc:docMk/>
          <pc:sldMk cId="3161385001" sldId="298"/>
        </pc:sldMkLst>
        <pc:spChg chg="mod">
          <ac:chgData name="365 Pro Plus" userId="8a4ede6a-2f8b-4c6e-b52c-08ce3e3b5c4d" providerId="ADAL" clId="{DA390177-86CC-4FB2-9591-590A9DFC29D7}" dt="2020-11-01T04:02:39.799" v="1794" actId="20577"/>
          <ac:spMkLst>
            <pc:docMk/>
            <pc:sldMk cId="3161385001" sldId="298"/>
            <ac:spMk id="2" creationId="{D461151B-DB34-4043-BD9E-CCC13322ED75}"/>
          </ac:spMkLst>
        </pc:spChg>
        <pc:spChg chg="del">
          <ac:chgData name="365 Pro Plus" userId="8a4ede6a-2f8b-4c6e-b52c-08ce3e3b5c4d" providerId="ADAL" clId="{DA390177-86CC-4FB2-9591-590A9DFC29D7}" dt="2020-11-01T03:59:00.208" v="1699"/>
          <ac:spMkLst>
            <pc:docMk/>
            <pc:sldMk cId="3161385001" sldId="298"/>
            <ac:spMk id="3" creationId="{C1111A21-C296-401A-8561-A9A77B256646}"/>
          </ac:spMkLst>
        </pc:spChg>
        <pc:spChg chg="add mod">
          <ac:chgData name="365 Pro Plus" userId="8a4ede6a-2f8b-4c6e-b52c-08ce3e3b5c4d" providerId="ADAL" clId="{DA390177-86CC-4FB2-9591-590A9DFC29D7}" dt="2020-11-01T04:12:14.947" v="2073" actId="1076"/>
          <ac:spMkLst>
            <pc:docMk/>
            <pc:sldMk cId="3161385001" sldId="298"/>
            <ac:spMk id="4" creationId="{92E1BB8F-96F6-4740-9220-46F10A82F99A}"/>
          </ac:spMkLst>
        </pc:spChg>
        <pc:picChg chg="add mod">
          <ac:chgData name="365 Pro Plus" userId="8a4ede6a-2f8b-4c6e-b52c-08ce3e3b5c4d" providerId="ADAL" clId="{DA390177-86CC-4FB2-9591-590A9DFC29D7}" dt="2020-11-01T04:01:15.982" v="1774" actId="1076"/>
          <ac:picMkLst>
            <pc:docMk/>
            <pc:sldMk cId="3161385001" sldId="298"/>
            <ac:picMk id="9218" creationId="{1188101A-A2B8-40DD-A9C8-CE00540F69D4}"/>
          </ac:picMkLst>
        </pc:picChg>
      </pc:sldChg>
      <pc:sldChg chg="modSp add mod">
        <pc:chgData name="365 Pro Plus" userId="8a4ede6a-2f8b-4c6e-b52c-08ce3e3b5c4d" providerId="ADAL" clId="{DA390177-86CC-4FB2-9591-590A9DFC29D7}" dt="2020-11-01T03:59:20.334" v="1711" actId="20577"/>
        <pc:sldMkLst>
          <pc:docMk/>
          <pc:sldMk cId="3852431827" sldId="299"/>
        </pc:sldMkLst>
        <pc:spChg chg="mod">
          <ac:chgData name="365 Pro Plus" userId="8a4ede6a-2f8b-4c6e-b52c-08ce3e3b5c4d" providerId="ADAL" clId="{DA390177-86CC-4FB2-9591-590A9DFC29D7}" dt="2020-11-01T03:59:20.334" v="1711" actId="20577"/>
          <ac:spMkLst>
            <pc:docMk/>
            <pc:sldMk cId="3852431827" sldId="299"/>
            <ac:spMk id="5" creationId="{085435A6-BAAB-4668-9D62-43E17F8C536B}"/>
          </ac:spMkLst>
        </pc:spChg>
      </pc:sldChg>
      <pc:sldChg chg="modSp add mod">
        <pc:chgData name="365 Pro Plus" userId="8a4ede6a-2f8b-4c6e-b52c-08ce3e3b5c4d" providerId="ADAL" clId="{DA390177-86CC-4FB2-9591-590A9DFC29D7}" dt="2020-11-01T04:03:40.163" v="1816" actId="20577"/>
        <pc:sldMkLst>
          <pc:docMk/>
          <pc:sldMk cId="994733644" sldId="300"/>
        </pc:sldMkLst>
        <pc:spChg chg="mod">
          <ac:chgData name="365 Pro Plus" userId="8a4ede6a-2f8b-4c6e-b52c-08ce3e3b5c4d" providerId="ADAL" clId="{DA390177-86CC-4FB2-9591-590A9DFC29D7}" dt="2020-11-01T04:03:40.163" v="1816" actId="20577"/>
          <ac:spMkLst>
            <pc:docMk/>
            <pc:sldMk cId="994733644" sldId="300"/>
            <ac:spMk id="5" creationId="{085435A6-BAAB-4668-9D62-43E17F8C536B}"/>
          </ac:spMkLst>
        </pc:spChg>
      </pc:sldChg>
      <pc:sldChg chg="addSp delSp modSp new mod">
        <pc:chgData name="365 Pro Plus" userId="8a4ede6a-2f8b-4c6e-b52c-08ce3e3b5c4d" providerId="ADAL" clId="{DA390177-86CC-4FB2-9591-590A9DFC29D7}" dt="2020-11-01T12:19:19.291" v="2990" actId="20577"/>
        <pc:sldMkLst>
          <pc:docMk/>
          <pc:sldMk cId="3252705144" sldId="301"/>
        </pc:sldMkLst>
        <pc:spChg chg="mod">
          <ac:chgData name="365 Pro Plus" userId="8a4ede6a-2f8b-4c6e-b52c-08ce3e3b5c4d" providerId="ADAL" clId="{DA390177-86CC-4FB2-9591-590A9DFC29D7}" dt="2020-11-01T04:09:02.169" v="1865" actId="20577"/>
          <ac:spMkLst>
            <pc:docMk/>
            <pc:sldMk cId="3252705144" sldId="301"/>
            <ac:spMk id="2" creationId="{F4981BAD-B245-4AB6-8435-FF5F5FE8EC61}"/>
          </ac:spMkLst>
        </pc:spChg>
        <pc:spChg chg="del">
          <ac:chgData name="365 Pro Plus" userId="8a4ede6a-2f8b-4c6e-b52c-08ce3e3b5c4d" providerId="ADAL" clId="{DA390177-86CC-4FB2-9591-590A9DFC29D7}" dt="2020-11-01T04:08:33.928" v="1818"/>
          <ac:spMkLst>
            <pc:docMk/>
            <pc:sldMk cId="3252705144" sldId="301"/>
            <ac:spMk id="3" creationId="{E22BCF45-E790-4CD9-A931-8ADBB83A55A5}"/>
          </ac:spMkLst>
        </pc:spChg>
        <pc:spChg chg="add mod">
          <ac:chgData name="365 Pro Plus" userId="8a4ede6a-2f8b-4c6e-b52c-08ce3e3b5c4d" providerId="ADAL" clId="{DA390177-86CC-4FB2-9591-590A9DFC29D7}" dt="2020-11-01T04:13:01.346" v="2180" actId="20577"/>
          <ac:spMkLst>
            <pc:docMk/>
            <pc:sldMk cId="3252705144" sldId="301"/>
            <ac:spMk id="4" creationId="{BDFC25FC-221C-44A4-B434-139ED2D02F2B}"/>
          </ac:spMkLst>
        </pc:spChg>
        <pc:spChg chg="add mod">
          <ac:chgData name="365 Pro Plus" userId="8a4ede6a-2f8b-4c6e-b52c-08ce3e3b5c4d" providerId="ADAL" clId="{DA390177-86CC-4FB2-9591-590A9DFC29D7}" dt="2020-11-01T12:19:19.291" v="2990" actId="20577"/>
          <ac:spMkLst>
            <pc:docMk/>
            <pc:sldMk cId="3252705144" sldId="301"/>
            <ac:spMk id="8" creationId="{4BE81886-CF62-4517-A5DE-135E9C127581}"/>
          </ac:spMkLst>
        </pc:spChg>
        <pc:picChg chg="add mod">
          <ac:chgData name="365 Pro Plus" userId="8a4ede6a-2f8b-4c6e-b52c-08ce3e3b5c4d" providerId="ADAL" clId="{DA390177-86CC-4FB2-9591-590A9DFC29D7}" dt="2020-11-01T04:10:26.338" v="1869" actId="1076"/>
          <ac:picMkLst>
            <pc:docMk/>
            <pc:sldMk cId="3252705144" sldId="301"/>
            <ac:picMk id="11266" creationId="{071946D4-69E0-414C-AA40-4A202EB21824}"/>
          </ac:picMkLst>
        </pc:picChg>
        <pc:picChg chg="add mod">
          <ac:chgData name="365 Pro Plus" userId="8a4ede6a-2f8b-4c6e-b52c-08ce3e3b5c4d" providerId="ADAL" clId="{DA390177-86CC-4FB2-9591-590A9DFC29D7}" dt="2020-11-01T04:10:35.860" v="1872" actId="1076"/>
          <ac:picMkLst>
            <pc:docMk/>
            <pc:sldMk cId="3252705144" sldId="301"/>
            <ac:picMk id="11268" creationId="{842CFD98-6C40-4851-95F8-F31A289DD7B3}"/>
          </ac:picMkLst>
        </pc:picChg>
      </pc:sldChg>
      <pc:sldChg chg="modSp add mod">
        <pc:chgData name="365 Pro Plus" userId="8a4ede6a-2f8b-4c6e-b52c-08ce3e3b5c4d" providerId="ADAL" clId="{DA390177-86CC-4FB2-9591-590A9DFC29D7}" dt="2020-11-01T12:20:29.904" v="2999" actId="20577"/>
        <pc:sldMkLst>
          <pc:docMk/>
          <pc:sldMk cId="590400177" sldId="302"/>
        </pc:sldMkLst>
        <pc:spChg chg="mod">
          <ac:chgData name="365 Pro Plus" userId="8a4ede6a-2f8b-4c6e-b52c-08ce3e3b5c4d" providerId="ADAL" clId="{DA390177-86CC-4FB2-9591-590A9DFC29D7}" dt="2020-11-01T12:20:29.904" v="2999" actId="20577"/>
          <ac:spMkLst>
            <pc:docMk/>
            <pc:sldMk cId="590400177" sldId="302"/>
            <ac:spMk id="5" creationId="{085435A6-BAAB-4668-9D62-43E17F8C536B}"/>
          </ac:spMkLst>
        </pc:spChg>
      </pc:sldChg>
      <pc:sldChg chg="addSp delSp modSp new mod">
        <pc:chgData name="365 Pro Plus" userId="8a4ede6a-2f8b-4c6e-b52c-08ce3e3b5c4d" providerId="ADAL" clId="{DA390177-86CC-4FB2-9591-590A9DFC29D7}" dt="2020-11-01T12:40:34.695" v="3237" actId="1076"/>
        <pc:sldMkLst>
          <pc:docMk/>
          <pc:sldMk cId="3979650411" sldId="303"/>
        </pc:sldMkLst>
        <pc:spChg chg="mod">
          <ac:chgData name="365 Pro Plus" userId="8a4ede6a-2f8b-4c6e-b52c-08ce3e3b5c4d" providerId="ADAL" clId="{DA390177-86CC-4FB2-9591-590A9DFC29D7}" dt="2020-11-01T12:35:08.861" v="3035" actId="20577"/>
          <ac:spMkLst>
            <pc:docMk/>
            <pc:sldMk cId="3979650411" sldId="303"/>
            <ac:spMk id="2" creationId="{CF4066FF-DDA7-433F-9C26-9D26C2AE42FB}"/>
          </ac:spMkLst>
        </pc:spChg>
        <pc:spChg chg="del">
          <ac:chgData name="365 Pro Plus" userId="8a4ede6a-2f8b-4c6e-b52c-08ce3e3b5c4d" providerId="ADAL" clId="{DA390177-86CC-4FB2-9591-590A9DFC29D7}" dt="2020-11-01T12:34:50.739" v="3001"/>
          <ac:spMkLst>
            <pc:docMk/>
            <pc:sldMk cId="3979650411" sldId="303"/>
            <ac:spMk id="3" creationId="{6D6E5BEE-2E12-40AD-89AA-821E5725A7CC}"/>
          </ac:spMkLst>
        </pc:spChg>
        <pc:spChg chg="add mod">
          <ac:chgData name="365 Pro Plus" userId="8a4ede6a-2f8b-4c6e-b52c-08ce3e3b5c4d" providerId="ADAL" clId="{DA390177-86CC-4FB2-9591-590A9DFC29D7}" dt="2020-11-01T12:40:34.695" v="3237" actId="1076"/>
          <ac:spMkLst>
            <pc:docMk/>
            <pc:sldMk cId="3979650411" sldId="303"/>
            <ac:spMk id="7" creationId="{67508613-580A-4646-A7FE-D7C73E8C85B6}"/>
          </ac:spMkLst>
        </pc:spChg>
        <pc:spChg chg="add mod">
          <ac:chgData name="365 Pro Plus" userId="8a4ede6a-2f8b-4c6e-b52c-08ce3e3b5c4d" providerId="ADAL" clId="{DA390177-86CC-4FB2-9591-590A9DFC29D7}" dt="2020-11-01T12:40:14.986" v="3233" actId="1076"/>
          <ac:spMkLst>
            <pc:docMk/>
            <pc:sldMk cId="3979650411" sldId="303"/>
            <ac:spMk id="9" creationId="{F67B5BFF-2D10-471C-9A20-5B639ABC1A33}"/>
          </ac:spMkLst>
        </pc:spChg>
        <pc:picChg chg="add mod">
          <ac:chgData name="365 Pro Plus" userId="8a4ede6a-2f8b-4c6e-b52c-08ce3e3b5c4d" providerId="ADAL" clId="{DA390177-86CC-4FB2-9591-590A9DFC29D7}" dt="2020-11-01T12:36:11.395" v="3042" actId="1076"/>
          <ac:picMkLst>
            <pc:docMk/>
            <pc:sldMk cId="3979650411" sldId="303"/>
            <ac:picMk id="4" creationId="{0C01F86C-69D2-4BF1-88E4-B5F836681EF1}"/>
          </ac:picMkLst>
        </pc:picChg>
        <pc:picChg chg="add mod">
          <ac:chgData name="365 Pro Plus" userId="8a4ede6a-2f8b-4c6e-b52c-08ce3e3b5c4d" providerId="ADAL" clId="{DA390177-86CC-4FB2-9591-590A9DFC29D7}" dt="2020-11-01T12:35:36.586" v="3039" actId="1076"/>
          <ac:picMkLst>
            <pc:docMk/>
            <pc:sldMk cId="3979650411" sldId="303"/>
            <ac:picMk id="5" creationId="{3A632972-01B1-48AF-89AE-00537CBDACEC}"/>
          </ac:picMkLst>
        </pc:picChg>
      </pc:sldChg>
      <pc:sldChg chg="modSp new mod">
        <pc:chgData name="365 Pro Plus" userId="8a4ede6a-2f8b-4c6e-b52c-08ce3e3b5c4d" providerId="ADAL" clId="{DA390177-86CC-4FB2-9591-590A9DFC29D7}" dt="2020-11-01T12:38:46.018" v="3231" actId="20577"/>
        <pc:sldMkLst>
          <pc:docMk/>
          <pc:sldMk cId="1375970015" sldId="304"/>
        </pc:sldMkLst>
        <pc:spChg chg="mod">
          <ac:chgData name="365 Pro Plus" userId="8a4ede6a-2f8b-4c6e-b52c-08ce3e3b5c4d" providerId="ADAL" clId="{DA390177-86CC-4FB2-9591-590A9DFC29D7}" dt="2020-11-01T12:37:05.969" v="3204" actId="20577"/>
          <ac:spMkLst>
            <pc:docMk/>
            <pc:sldMk cId="1375970015" sldId="304"/>
            <ac:spMk id="2" creationId="{D10EFBF9-F23F-4638-A6D5-EA93376542F8}"/>
          </ac:spMkLst>
        </pc:spChg>
        <pc:spChg chg="mod">
          <ac:chgData name="365 Pro Plus" userId="8a4ede6a-2f8b-4c6e-b52c-08ce3e3b5c4d" providerId="ADAL" clId="{DA390177-86CC-4FB2-9591-590A9DFC29D7}" dt="2020-11-01T12:38:46.018" v="3231" actId="20577"/>
          <ac:spMkLst>
            <pc:docMk/>
            <pc:sldMk cId="1375970015" sldId="304"/>
            <ac:spMk id="3" creationId="{11F65357-7732-4F6B-8F9E-F530BC3B81A3}"/>
          </ac:spMkLst>
        </pc:spChg>
      </pc:sldChg>
      <pc:sldChg chg="delSp modSp add mod">
        <pc:chgData name="365 Pro Plus" userId="8a4ede6a-2f8b-4c6e-b52c-08ce3e3b5c4d" providerId="ADAL" clId="{DA390177-86CC-4FB2-9591-590A9DFC29D7}" dt="2020-11-01T13:32:25.765" v="3257" actId="20577"/>
        <pc:sldMkLst>
          <pc:docMk/>
          <pc:sldMk cId="2946902742" sldId="305"/>
        </pc:sldMkLst>
        <pc:spChg chg="mod">
          <ac:chgData name="365 Pro Plus" userId="8a4ede6a-2f8b-4c6e-b52c-08ce3e3b5c4d" providerId="ADAL" clId="{DA390177-86CC-4FB2-9591-590A9DFC29D7}" dt="2020-11-01T13:32:25.765" v="3257" actId="20577"/>
          <ac:spMkLst>
            <pc:docMk/>
            <pc:sldMk cId="2946902742" sldId="305"/>
            <ac:spMk id="2" creationId="{00000000-0000-0000-0000-000000000000}"/>
          </ac:spMkLst>
        </pc:spChg>
        <pc:spChg chg="del">
          <ac:chgData name="365 Pro Plus" userId="8a4ede6a-2f8b-4c6e-b52c-08ce3e3b5c4d" providerId="ADAL" clId="{DA390177-86CC-4FB2-9591-590A9DFC29D7}" dt="2020-11-01T13:32:20.257" v="3239" actId="478"/>
          <ac:spMkLst>
            <pc:docMk/>
            <pc:sldMk cId="2946902742" sldId="305"/>
            <ac:spMk id="5" creationId="{085435A6-BAAB-4668-9D62-43E17F8C536B}"/>
          </ac:spMkLst>
        </pc:spChg>
      </pc:sldChg>
      <pc:sldChg chg="modSp new mod">
        <pc:chgData name="365 Pro Plus" userId="8a4ede6a-2f8b-4c6e-b52c-08ce3e3b5c4d" providerId="ADAL" clId="{DA390177-86CC-4FB2-9591-590A9DFC29D7}" dt="2020-11-01T13:32:42.267" v="3287" actId="20577"/>
        <pc:sldMkLst>
          <pc:docMk/>
          <pc:sldMk cId="435930275" sldId="306"/>
        </pc:sldMkLst>
        <pc:spChg chg="mod">
          <ac:chgData name="365 Pro Plus" userId="8a4ede6a-2f8b-4c6e-b52c-08ce3e3b5c4d" providerId="ADAL" clId="{DA390177-86CC-4FB2-9591-590A9DFC29D7}" dt="2020-11-01T13:32:42.267" v="3287" actId="20577"/>
          <ac:spMkLst>
            <pc:docMk/>
            <pc:sldMk cId="435930275" sldId="306"/>
            <ac:spMk id="2" creationId="{187B96BD-52AE-4783-94CA-9598F4CB2CC3}"/>
          </ac:spMkLst>
        </pc:spChg>
        <pc:spChg chg="mod">
          <ac:chgData name="365 Pro Plus" userId="8a4ede6a-2f8b-4c6e-b52c-08ce3e3b5c4d" providerId="ADAL" clId="{DA390177-86CC-4FB2-9591-590A9DFC29D7}" dt="2020-11-01T13:32:31.924" v="3262" actId="20577"/>
          <ac:spMkLst>
            <pc:docMk/>
            <pc:sldMk cId="435930275" sldId="306"/>
            <ac:spMk id="3" creationId="{E96D24E0-2F08-4B15-83CA-3AE5A4283382}"/>
          </ac:spMkLst>
        </pc:spChg>
      </pc:sldChg>
      <pc:sldChg chg="modSp new mod modClrScheme chgLayout">
        <pc:chgData name="365 Pro Plus" userId="8a4ede6a-2f8b-4c6e-b52c-08ce3e3b5c4d" providerId="ADAL" clId="{DA390177-86CC-4FB2-9591-590A9DFC29D7}" dt="2020-11-01T13:39:49.485" v="3624" actId="20577"/>
        <pc:sldMkLst>
          <pc:docMk/>
          <pc:sldMk cId="1489046375" sldId="307"/>
        </pc:sldMkLst>
        <pc:spChg chg="mod">
          <ac:chgData name="365 Pro Plus" userId="8a4ede6a-2f8b-4c6e-b52c-08ce3e3b5c4d" providerId="ADAL" clId="{DA390177-86CC-4FB2-9591-590A9DFC29D7}" dt="2020-11-01T13:39:27.388" v="3604" actId="26606"/>
          <ac:spMkLst>
            <pc:docMk/>
            <pc:sldMk cId="1489046375" sldId="307"/>
            <ac:spMk id="2" creationId="{D8220EB8-91B2-43B4-9D89-C156E604A1E3}"/>
          </ac:spMkLst>
        </pc:spChg>
        <pc:spChg chg="mod">
          <ac:chgData name="365 Pro Plus" userId="8a4ede6a-2f8b-4c6e-b52c-08ce3e3b5c4d" providerId="ADAL" clId="{DA390177-86CC-4FB2-9591-590A9DFC29D7}" dt="2020-11-01T13:39:49.485" v="3624" actId="20577"/>
          <ac:spMkLst>
            <pc:docMk/>
            <pc:sldMk cId="1489046375" sldId="307"/>
            <ac:spMk id="3" creationId="{65B468A6-65AC-4458-9266-57D17ECE4944}"/>
          </ac:spMkLst>
        </pc:spChg>
      </pc:sldChg>
      <pc:sldChg chg="modSp new mod">
        <pc:chgData name="365 Pro Plus" userId="8a4ede6a-2f8b-4c6e-b52c-08ce3e3b5c4d" providerId="ADAL" clId="{DA390177-86CC-4FB2-9591-590A9DFC29D7}" dt="2020-11-01T13:45:03.610" v="3674" actId="20577"/>
        <pc:sldMkLst>
          <pc:docMk/>
          <pc:sldMk cId="3462184961" sldId="308"/>
        </pc:sldMkLst>
        <pc:spChg chg="mod">
          <ac:chgData name="365 Pro Plus" userId="8a4ede6a-2f8b-4c6e-b52c-08ce3e3b5c4d" providerId="ADAL" clId="{DA390177-86CC-4FB2-9591-590A9DFC29D7}" dt="2020-11-01T13:42:41.751" v="3649" actId="20577"/>
          <ac:spMkLst>
            <pc:docMk/>
            <pc:sldMk cId="3462184961" sldId="308"/>
            <ac:spMk id="2" creationId="{F47438C4-FCAE-4E75-9944-84282B486F30}"/>
          </ac:spMkLst>
        </pc:spChg>
        <pc:spChg chg="mod">
          <ac:chgData name="365 Pro Plus" userId="8a4ede6a-2f8b-4c6e-b52c-08ce3e3b5c4d" providerId="ADAL" clId="{DA390177-86CC-4FB2-9591-590A9DFC29D7}" dt="2020-11-01T13:45:03.610" v="3674" actId="20577"/>
          <ac:spMkLst>
            <pc:docMk/>
            <pc:sldMk cId="3462184961" sldId="308"/>
            <ac:spMk id="3" creationId="{CD1AA3CB-C7BF-499F-8380-77523CA15287}"/>
          </ac:spMkLst>
        </pc:spChg>
      </pc:sldChg>
      <pc:sldMasterChg chg="modSp modSldLayout">
        <pc:chgData name="365 Pro Plus" userId="8a4ede6a-2f8b-4c6e-b52c-08ce3e3b5c4d" providerId="ADAL" clId="{DA390177-86CC-4FB2-9591-590A9DFC29D7}" dt="2020-10-26T10:20:04.656" v="2"/>
        <pc:sldMasterMkLst>
          <pc:docMk/>
          <pc:sldMasterMk cId="0" sldId="2147483659"/>
        </pc:sldMasterMkLst>
        <pc:spChg chg="mod">
          <ac:chgData name="365 Pro Plus" userId="8a4ede6a-2f8b-4c6e-b52c-08ce3e3b5c4d" providerId="ADAL" clId="{DA390177-86CC-4FB2-9591-590A9DFC29D7}" dt="2020-10-26T10:20:04.656" v="2"/>
          <ac:spMkLst>
            <pc:docMk/>
            <pc:sldMasterMk cId="0" sldId="2147483659"/>
            <ac:spMk id="6" creationId="{00000000-0000-0000-0000-000000000000}"/>
          </ac:spMkLst>
        </pc:spChg>
        <pc:spChg chg="mod">
          <ac:chgData name="365 Pro Plus" userId="8a4ede6a-2f8b-4c6e-b52c-08ce3e3b5c4d" providerId="ADAL" clId="{DA390177-86CC-4FB2-9591-590A9DFC29D7}" dt="2020-10-26T10:20:04.656" v="2"/>
          <ac:spMkLst>
            <pc:docMk/>
            <pc:sldMasterMk cId="0" sldId="2147483659"/>
            <ac:spMk id="7" creationId="{00000000-0000-0000-0000-000000000000}"/>
          </ac:spMkLst>
        </pc:spChg>
        <pc:spChg chg="mod">
          <ac:chgData name="365 Pro Plus" userId="8a4ede6a-2f8b-4c6e-b52c-08ce3e3b5c4d" providerId="ADAL" clId="{DA390177-86CC-4FB2-9591-590A9DFC29D7}" dt="2020-10-26T10:20:04.656" v="2"/>
          <ac:spMkLst>
            <pc:docMk/>
            <pc:sldMasterMk cId="0" sldId="2147483659"/>
            <ac:spMk id="8" creationId="{00000000-0000-0000-0000-000000000000}"/>
          </ac:spMkLst>
        </pc:spChg>
        <pc:sldLayoutChg chg="modSp">
          <pc:chgData name="365 Pro Plus" userId="8a4ede6a-2f8b-4c6e-b52c-08ce3e3b5c4d" providerId="ADAL" clId="{DA390177-86CC-4FB2-9591-590A9DFC29D7}" dt="2020-10-26T10:20:04.656" v="2"/>
          <pc:sldLayoutMkLst>
            <pc:docMk/>
            <pc:sldMasterMk cId="0" sldId="2147483659"/>
            <pc:sldLayoutMk cId="0" sldId="2147483648"/>
          </pc:sldLayoutMkLst>
          <pc:spChg chg="mod">
            <ac:chgData name="365 Pro Plus" userId="8a4ede6a-2f8b-4c6e-b52c-08ce3e3b5c4d" providerId="ADAL" clId="{DA390177-86CC-4FB2-9591-590A9DFC29D7}" dt="2020-10-26T10:20:04.656" v="2"/>
            <ac:spMkLst>
              <pc:docMk/>
              <pc:sldMasterMk cId="0" sldId="2147483659"/>
              <pc:sldLayoutMk cId="0" sldId="2147483648"/>
              <ac:spMk id="10"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48"/>
              <ac:spMk id="11"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48"/>
              <ac:spMk id="12"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49"/>
          </pc:sldLayoutMkLst>
          <pc:spChg chg="mod">
            <ac:chgData name="365 Pro Plus" userId="8a4ede6a-2f8b-4c6e-b52c-08ce3e3b5c4d" providerId="ADAL" clId="{DA390177-86CC-4FB2-9591-590A9DFC29D7}" dt="2020-10-26T10:20:04.656" v="2"/>
            <ac:spMkLst>
              <pc:docMk/>
              <pc:sldMasterMk cId="0" sldId="2147483659"/>
              <pc:sldLayoutMk cId="0" sldId="2147483649"/>
              <ac:spMk id="14"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49"/>
              <ac:spMk id="15"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0"/>
          </pc:sldLayoutMkLst>
          <pc:spChg chg="mod">
            <ac:chgData name="365 Pro Plus" userId="8a4ede6a-2f8b-4c6e-b52c-08ce3e3b5c4d" providerId="ADAL" clId="{DA390177-86CC-4FB2-9591-590A9DFC29D7}" dt="2020-10-26T10:20:04.656" v="2"/>
            <ac:spMkLst>
              <pc:docMk/>
              <pc:sldMasterMk cId="0" sldId="2147483659"/>
              <pc:sldLayoutMk cId="0" sldId="2147483650"/>
              <ac:spMk id="17"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0"/>
              <ac:spMk id="18"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0"/>
              <ac:spMk id="19"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1"/>
          </pc:sldLayoutMkLst>
          <pc:spChg chg="mod">
            <ac:chgData name="365 Pro Plus" userId="8a4ede6a-2f8b-4c6e-b52c-08ce3e3b5c4d" providerId="ADAL" clId="{DA390177-86CC-4FB2-9591-590A9DFC29D7}" dt="2020-10-26T10:20:04.656" v="2"/>
            <ac:spMkLst>
              <pc:docMk/>
              <pc:sldMasterMk cId="0" sldId="2147483659"/>
              <pc:sldLayoutMk cId="0" sldId="2147483651"/>
              <ac:spMk id="21"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1"/>
              <ac:spMk id="22"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1"/>
              <ac:spMk id="23"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1"/>
              <ac:spMk id="24"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2"/>
          </pc:sldLayoutMkLst>
          <pc:spChg chg="mod">
            <ac:chgData name="365 Pro Plus" userId="8a4ede6a-2f8b-4c6e-b52c-08ce3e3b5c4d" providerId="ADAL" clId="{DA390177-86CC-4FB2-9591-590A9DFC29D7}" dt="2020-10-26T10:20:04.656" v="2"/>
            <ac:spMkLst>
              <pc:docMk/>
              <pc:sldMasterMk cId="0" sldId="2147483659"/>
              <pc:sldLayoutMk cId="0" sldId="2147483652"/>
              <ac:spMk id="26"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2"/>
              <ac:spMk id="27"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3"/>
          </pc:sldLayoutMkLst>
          <pc:spChg chg="mod">
            <ac:chgData name="365 Pro Plus" userId="8a4ede6a-2f8b-4c6e-b52c-08ce3e3b5c4d" providerId="ADAL" clId="{DA390177-86CC-4FB2-9591-590A9DFC29D7}" dt="2020-10-26T10:20:04.656" v="2"/>
            <ac:spMkLst>
              <pc:docMk/>
              <pc:sldMasterMk cId="0" sldId="2147483659"/>
              <pc:sldLayoutMk cId="0" sldId="2147483653"/>
              <ac:spMk id="29"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3"/>
              <ac:spMk id="30"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3"/>
              <ac:spMk id="31"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4"/>
          </pc:sldLayoutMkLst>
          <pc:spChg chg="mod">
            <ac:chgData name="365 Pro Plus" userId="8a4ede6a-2f8b-4c6e-b52c-08ce3e3b5c4d" providerId="ADAL" clId="{DA390177-86CC-4FB2-9591-590A9DFC29D7}" dt="2020-10-26T10:20:04.656" v="2"/>
            <ac:spMkLst>
              <pc:docMk/>
              <pc:sldMasterMk cId="0" sldId="2147483659"/>
              <pc:sldLayoutMk cId="0" sldId="2147483654"/>
              <ac:spMk id="33"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4"/>
              <ac:spMk id="34"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5"/>
          </pc:sldLayoutMkLst>
          <pc:spChg chg="mod">
            <ac:chgData name="365 Pro Plus" userId="8a4ede6a-2f8b-4c6e-b52c-08ce3e3b5c4d" providerId="ADAL" clId="{DA390177-86CC-4FB2-9591-590A9DFC29D7}" dt="2020-10-26T10:20:04.656" v="2"/>
            <ac:spMkLst>
              <pc:docMk/>
              <pc:sldMasterMk cId="0" sldId="2147483659"/>
              <pc:sldLayoutMk cId="0" sldId="2147483655"/>
              <ac:spMk id="36"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5"/>
              <ac:spMk id="37"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5"/>
              <ac:spMk id="38"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5"/>
              <ac:spMk id="39"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5"/>
              <ac:spMk id="40"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6"/>
          </pc:sldLayoutMkLst>
          <pc:spChg chg="mod">
            <ac:chgData name="365 Pro Plus" userId="8a4ede6a-2f8b-4c6e-b52c-08ce3e3b5c4d" providerId="ADAL" clId="{DA390177-86CC-4FB2-9591-590A9DFC29D7}" dt="2020-10-26T10:20:04.656" v="2"/>
            <ac:spMkLst>
              <pc:docMk/>
              <pc:sldMasterMk cId="0" sldId="2147483659"/>
              <pc:sldLayoutMk cId="0" sldId="2147483656"/>
              <ac:spMk id="42"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6"/>
              <ac:spMk id="43"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7"/>
          </pc:sldLayoutMkLst>
          <pc:spChg chg="mod">
            <ac:chgData name="365 Pro Plus" userId="8a4ede6a-2f8b-4c6e-b52c-08ce3e3b5c4d" providerId="ADAL" clId="{DA390177-86CC-4FB2-9591-590A9DFC29D7}" dt="2020-10-26T10:20:04.656" v="2"/>
            <ac:spMkLst>
              <pc:docMk/>
              <pc:sldMasterMk cId="0" sldId="2147483659"/>
              <pc:sldLayoutMk cId="0" sldId="2147483657"/>
              <ac:spMk id="45"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7"/>
              <ac:spMk id="46" creationId="{00000000-0000-0000-0000-000000000000}"/>
            </ac:spMkLst>
          </pc:spChg>
          <pc:spChg chg="mod">
            <ac:chgData name="365 Pro Plus" userId="8a4ede6a-2f8b-4c6e-b52c-08ce3e3b5c4d" providerId="ADAL" clId="{DA390177-86CC-4FB2-9591-590A9DFC29D7}" dt="2020-10-26T10:20:04.656" v="2"/>
            <ac:spMkLst>
              <pc:docMk/>
              <pc:sldMasterMk cId="0" sldId="2147483659"/>
              <pc:sldLayoutMk cId="0" sldId="2147483657"/>
              <ac:spMk id="47" creationId="{00000000-0000-0000-0000-000000000000}"/>
            </ac:spMkLst>
          </pc:spChg>
        </pc:sldLayoutChg>
        <pc:sldLayoutChg chg="modSp">
          <pc:chgData name="365 Pro Plus" userId="8a4ede6a-2f8b-4c6e-b52c-08ce3e3b5c4d" providerId="ADAL" clId="{DA390177-86CC-4FB2-9591-590A9DFC29D7}" dt="2020-10-26T10:20:04.656" v="2"/>
          <pc:sldLayoutMkLst>
            <pc:docMk/>
            <pc:sldMasterMk cId="0" sldId="2147483659"/>
            <pc:sldLayoutMk cId="0" sldId="2147483658"/>
          </pc:sldLayoutMkLst>
          <pc:spChg chg="mod">
            <ac:chgData name="365 Pro Plus" userId="8a4ede6a-2f8b-4c6e-b52c-08ce3e3b5c4d" providerId="ADAL" clId="{DA390177-86CC-4FB2-9591-590A9DFC29D7}" dt="2020-10-26T10:20:04.656" v="2"/>
            <ac:spMkLst>
              <pc:docMk/>
              <pc:sldMasterMk cId="0" sldId="2147483659"/>
              <pc:sldLayoutMk cId="0" sldId="2147483658"/>
              <ac:spMk id="49" creationId="{00000000-0000-0000-0000-000000000000}"/>
            </ac:spMkLst>
          </pc:spChg>
        </pc:sldLayoutChg>
      </pc:sldMasterChg>
      <pc:sldMasterChg chg="delSldLayout">
        <pc:chgData name="365 Pro Plus" userId="8a4ede6a-2f8b-4c6e-b52c-08ce3e3b5c4d" providerId="ADAL" clId="{DA390177-86CC-4FB2-9591-590A9DFC29D7}" dt="2020-10-26T11:27:18.487" v="73" actId="47"/>
        <pc:sldMasterMkLst>
          <pc:docMk/>
          <pc:sldMasterMk cId="3576550874" sldId="2147483660"/>
        </pc:sldMasterMkLst>
        <pc:sldLayoutChg chg="del">
          <pc:chgData name="365 Pro Plus" userId="8a4ede6a-2f8b-4c6e-b52c-08ce3e3b5c4d" providerId="ADAL" clId="{DA390177-86CC-4FB2-9591-590A9DFC29D7}" dt="2020-10-26T11:27:18.487" v="73" actId="47"/>
          <pc:sldLayoutMkLst>
            <pc:docMk/>
            <pc:sldMasterMk cId="3576550874" sldId="2147483660"/>
            <pc:sldLayoutMk cId="2973988511" sldId="2147483672"/>
          </pc:sldLayoutMkLst>
        </pc:sldLayoutChg>
      </pc:sldMasterChg>
    </pc:docChg>
  </pc:docChgLst>
  <pc:docChgLst>
    <pc:chgData name="365 Pro Plus" userId="8a4ede6a-2f8b-4c6e-b52c-08ce3e3b5c4d" providerId="ADAL" clId="{1655AB83-D9B8-49BA-8B9A-8329C86DD5F5}"/>
    <pc:docChg chg="custSel modSld">
      <pc:chgData name="365 Pro Plus" userId="8a4ede6a-2f8b-4c6e-b52c-08ce3e3b5c4d" providerId="ADAL" clId="{1655AB83-D9B8-49BA-8B9A-8329C86DD5F5}" dt="2021-08-30T19:47:43.279" v="76" actId="1076"/>
      <pc:docMkLst>
        <pc:docMk/>
      </pc:docMkLst>
      <pc:sldChg chg="modSp mod">
        <pc:chgData name="365 Pro Plus" userId="8a4ede6a-2f8b-4c6e-b52c-08ce3e3b5c4d" providerId="ADAL" clId="{1655AB83-D9B8-49BA-8B9A-8329C86DD5F5}" dt="2021-08-30T19:46:25.749" v="72"/>
        <pc:sldMkLst>
          <pc:docMk/>
          <pc:sldMk cId="0" sldId="256"/>
        </pc:sldMkLst>
        <pc:spChg chg="mod">
          <ac:chgData name="365 Pro Plus" userId="8a4ede6a-2f8b-4c6e-b52c-08ce3e3b5c4d" providerId="ADAL" clId="{1655AB83-D9B8-49BA-8B9A-8329C86DD5F5}" dt="2021-08-30T19:46:25.749" v="72"/>
          <ac:spMkLst>
            <pc:docMk/>
            <pc:sldMk cId="0" sldId="256"/>
            <ac:spMk id="2" creationId="{D60CB2C1-C816-4518-B132-46753F9C01AC}"/>
          </ac:spMkLst>
        </pc:spChg>
        <pc:spChg chg="mod">
          <ac:chgData name="365 Pro Plus" userId="8a4ede6a-2f8b-4c6e-b52c-08ce3e3b5c4d" providerId="ADAL" clId="{1655AB83-D9B8-49BA-8B9A-8329C86DD5F5}" dt="2021-08-30T19:46:25.749" v="72"/>
          <ac:spMkLst>
            <pc:docMk/>
            <pc:sldMk cId="0" sldId="256"/>
            <ac:spMk id="54" creationId="{00000000-0000-0000-0000-000000000000}"/>
          </ac:spMkLst>
        </pc:spChg>
      </pc:sldChg>
      <pc:sldChg chg="modSp">
        <pc:chgData name="365 Pro Plus" userId="8a4ede6a-2f8b-4c6e-b52c-08ce3e3b5c4d" providerId="ADAL" clId="{1655AB83-D9B8-49BA-8B9A-8329C86DD5F5}" dt="2021-08-30T19:47:43.279" v="76" actId="1076"/>
        <pc:sldMkLst>
          <pc:docMk/>
          <pc:sldMk cId="2846169660" sldId="262"/>
        </pc:sldMkLst>
        <pc:spChg chg="mod">
          <ac:chgData name="365 Pro Plus" userId="8a4ede6a-2f8b-4c6e-b52c-08ce3e3b5c4d" providerId="ADAL" clId="{1655AB83-D9B8-49BA-8B9A-8329C86DD5F5}" dt="2021-08-30T19:46:25.749" v="72"/>
          <ac:spMkLst>
            <pc:docMk/>
            <pc:sldMk cId="2846169660" sldId="262"/>
            <ac:spMk id="2" creationId="{D3BB3719-587A-4FF6-9446-421A2A3EF45C}"/>
          </ac:spMkLst>
        </pc:spChg>
        <pc:picChg chg="mod">
          <ac:chgData name="365 Pro Plus" userId="8a4ede6a-2f8b-4c6e-b52c-08ce3e3b5c4d" providerId="ADAL" clId="{1655AB83-D9B8-49BA-8B9A-8329C86DD5F5}" dt="2021-08-30T19:47:43.279" v="76" actId="1076"/>
          <ac:picMkLst>
            <pc:docMk/>
            <pc:sldMk cId="2846169660" sldId="262"/>
            <ac:picMk id="5" creationId="{CB636CCD-7672-4D3E-B5EF-C4B0A863BA35}"/>
          </ac:picMkLst>
        </pc:picChg>
      </pc:sldChg>
      <pc:sldChg chg="modSp">
        <pc:chgData name="365 Pro Plus" userId="8a4ede6a-2f8b-4c6e-b52c-08ce3e3b5c4d" providerId="ADAL" clId="{1655AB83-D9B8-49BA-8B9A-8329C86DD5F5}" dt="2021-08-30T19:46:25.749" v="72"/>
        <pc:sldMkLst>
          <pc:docMk/>
          <pc:sldMk cId="3930945791" sldId="266"/>
        </pc:sldMkLst>
        <pc:spChg chg="mod">
          <ac:chgData name="365 Pro Plus" userId="8a4ede6a-2f8b-4c6e-b52c-08ce3e3b5c4d" providerId="ADAL" clId="{1655AB83-D9B8-49BA-8B9A-8329C86DD5F5}" dt="2021-08-30T19:46:25.749" v="72"/>
          <ac:spMkLst>
            <pc:docMk/>
            <pc:sldMk cId="3930945791" sldId="266"/>
            <ac:spMk id="2" creationId="{00000000-0000-0000-0000-000000000000}"/>
          </ac:spMkLst>
        </pc:spChg>
      </pc:sldChg>
      <pc:sldChg chg="modSp mod">
        <pc:chgData name="365 Pro Plus" userId="8a4ede6a-2f8b-4c6e-b52c-08ce3e3b5c4d" providerId="ADAL" clId="{1655AB83-D9B8-49BA-8B9A-8329C86DD5F5}" dt="2021-08-30T19:46:25.749" v="72"/>
        <pc:sldMkLst>
          <pc:docMk/>
          <pc:sldMk cId="780993560" sldId="267"/>
        </pc:sldMkLst>
        <pc:spChg chg="mod">
          <ac:chgData name="365 Pro Plus" userId="8a4ede6a-2f8b-4c6e-b52c-08ce3e3b5c4d" providerId="ADAL" clId="{1655AB83-D9B8-49BA-8B9A-8329C86DD5F5}" dt="2021-08-30T19:46:25.749" v="72"/>
          <ac:spMkLst>
            <pc:docMk/>
            <pc:sldMk cId="780993560" sldId="267"/>
            <ac:spMk id="2" creationId="{00000000-0000-0000-0000-000000000000}"/>
          </ac:spMkLst>
        </pc:spChg>
        <pc:spChg chg="mod">
          <ac:chgData name="365 Pro Plus" userId="8a4ede6a-2f8b-4c6e-b52c-08ce3e3b5c4d" providerId="ADAL" clId="{1655AB83-D9B8-49BA-8B9A-8329C86DD5F5}" dt="2021-07-25T16:11:40.902" v="2" actId="20577"/>
          <ac:spMkLst>
            <pc:docMk/>
            <pc:sldMk cId="780993560" sldId="267"/>
            <ac:spMk id="3" creationId="{00000000-0000-0000-0000-000000000000}"/>
          </ac:spMkLst>
        </pc:spChg>
      </pc:sldChg>
      <pc:sldChg chg="modSp">
        <pc:chgData name="365 Pro Plus" userId="8a4ede6a-2f8b-4c6e-b52c-08ce3e3b5c4d" providerId="ADAL" clId="{1655AB83-D9B8-49BA-8B9A-8329C86DD5F5}" dt="2021-08-30T19:46:25.749" v="72"/>
        <pc:sldMkLst>
          <pc:docMk/>
          <pc:sldMk cId="1554604946" sldId="268"/>
        </pc:sldMkLst>
        <pc:spChg chg="mod">
          <ac:chgData name="365 Pro Plus" userId="8a4ede6a-2f8b-4c6e-b52c-08ce3e3b5c4d" providerId="ADAL" clId="{1655AB83-D9B8-49BA-8B9A-8329C86DD5F5}" dt="2021-08-30T19:46:25.749" v="72"/>
          <ac:spMkLst>
            <pc:docMk/>
            <pc:sldMk cId="1554604946" sldId="268"/>
            <ac:spMk id="2" creationId="{00000000-0000-0000-0000-000000000000}"/>
          </ac:spMkLst>
        </pc:spChg>
      </pc:sldChg>
      <pc:sldChg chg="modSp">
        <pc:chgData name="365 Pro Plus" userId="8a4ede6a-2f8b-4c6e-b52c-08ce3e3b5c4d" providerId="ADAL" clId="{1655AB83-D9B8-49BA-8B9A-8329C86DD5F5}" dt="2021-08-30T19:46:25.749" v="72"/>
        <pc:sldMkLst>
          <pc:docMk/>
          <pc:sldMk cId="861382456" sldId="269"/>
        </pc:sldMkLst>
        <pc:spChg chg="mod">
          <ac:chgData name="365 Pro Plus" userId="8a4ede6a-2f8b-4c6e-b52c-08ce3e3b5c4d" providerId="ADAL" clId="{1655AB83-D9B8-49BA-8B9A-8329C86DD5F5}" dt="2021-08-30T19:46:25.749" v="72"/>
          <ac:spMkLst>
            <pc:docMk/>
            <pc:sldMk cId="861382456" sldId="269"/>
            <ac:spMk id="2" creationId="{00000000-0000-0000-0000-000000000000}"/>
          </ac:spMkLst>
        </pc:spChg>
        <pc:spChg chg="mod">
          <ac:chgData name="365 Pro Plus" userId="8a4ede6a-2f8b-4c6e-b52c-08ce3e3b5c4d" providerId="ADAL" clId="{1655AB83-D9B8-49BA-8B9A-8329C86DD5F5}" dt="2021-08-30T19:46:25.749" v="72"/>
          <ac:spMkLst>
            <pc:docMk/>
            <pc:sldMk cId="861382456" sldId="269"/>
            <ac:spMk id="3" creationId="{00000000-0000-0000-0000-000000000000}"/>
          </ac:spMkLst>
        </pc:spChg>
      </pc:sldChg>
      <pc:sldChg chg="modSp">
        <pc:chgData name="365 Pro Plus" userId="8a4ede6a-2f8b-4c6e-b52c-08ce3e3b5c4d" providerId="ADAL" clId="{1655AB83-D9B8-49BA-8B9A-8329C86DD5F5}" dt="2021-08-30T19:46:25.749" v="72"/>
        <pc:sldMkLst>
          <pc:docMk/>
          <pc:sldMk cId="4142278036" sldId="270"/>
        </pc:sldMkLst>
        <pc:spChg chg="mod">
          <ac:chgData name="365 Pro Plus" userId="8a4ede6a-2f8b-4c6e-b52c-08ce3e3b5c4d" providerId="ADAL" clId="{1655AB83-D9B8-49BA-8B9A-8329C86DD5F5}" dt="2021-08-30T19:46:25.749" v="72"/>
          <ac:spMkLst>
            <pc:docMk/>
            <pc:sldMk cId="4142278036" sldId="270"/>
            <ac:spMk id="2" creationId="{00000000-0000-0000-0000-000000000000}"/>
          </ac:spMkLst>
        </pc:spChg>
      </pc:sldChg>
      <pc:sldChg chg="modSp">
        <pc:chgData name="365 Pro Plus" userId="8a4ede6a-2f8b-4c6e-b52c-08ce3e3b5c4d" providerId="ADAL" clId="{1655AB83-D9B8-49BA-8B9A-8329C86DD5F5}" dt="2021-08-30T19:46:25.749" v="72"/>
        <pc:sldMkLst>
          <pc:docMk/>
          <pc:sldMk cId="593656598" sldId="271"/>
        </pc:sldMkLst>
        <pc:spChg chg="mod">
          <ac:chgData name="365 Pro Plus" userId="8a4ede6a-2f8b-4c6e-b52c-08ce3e3b5c4d" providerId="ADAL" clId="{1655AB83-D9B8-49BA-8B9A-8329C86DD5F5}" dt="2021-08-30T19:46:25.749" v="72"/>
          <ac:spMkLst>
            <pc:docMk/>
            <pc:sldMk cId="593656598" sldId="271"/>
            <ac:spMk id="2" creationId="{00000000-0000-0000-0000-000000000000}"/>
          </ac:spMkLst>
        </pc:spChg>
        <pc:spChg chg="mod">
          <ac:chgData name="365 Pro Plus" userId="8a4ede6a-2f8b-4c6e-b52c-08ce3e3b5c4d" providerId="ADAL" clId="{1655AB83-D9B8-49BA-8B9A-8329C86DD5F5}" dt="2021-08-30T19:46:25.749" v="72"/>
          <ac:spMkLst>
            <pc:docMk/>
            <pc:sldMk cId="593656598" sldId="271"/>
            <ac:spMk id="3" creationId="{00000000-0000-0000-0000-000000000000}"/>
          </ac:spMkLst>
        </pc:spChg>
      </pc:sldChg>
      <pc:sldChg chg="modSp">
        <pc:chgData name="365 Pro Plus" userId="8a4ede6a-2f8b-4c6e-b52c-08ce3e3b5c4d" providerId="ADAL" clId="{1655AB83-D9B8-49BA-8B9A-8329C86DD5F5}" dt="2021-08-30T19:46:25.749" v="72"/>
        <pc:sldMkLst>
          <pc:docMk/>
          <pc:sldMk cId="316213274" sldId="272"/>
        </pc:sldMkLst>
        <pc:spChg chg="mod">
          <ac:chgData name="365 Pro Plus" userId="8a4ede6a-2f8b-4c6e-b52c-08ce3e3b5c4d" providerId="ADAL" clId="{1655AB83-D9B8-49BA-8B9A-8329C86DD5F5}" dt="2021-08-30T19:46:25.749" v="72"/>
          <ac:spMkLst>
            <pc:docMk/>
            <pc:sldMk cId="316213274" sldId="272"/>
            <ac:spMk id="2" creationId="{00000000-0000-0000-0000-000000000000}"/>
          </ac:spMkLst>
        </pc:spChg>
        <pc:spChg chg="mod">
          <ac:chgData name="365 Pro Plus" userId="8a4ede6a-2f8b-4c6e-b52c-08ce3e3b5c4d" providerId="ADAL" clId="{1655AB83-D9B8-49BA-8B9A-8329C86DD5F5}" dt="2021-08-30T19:46:25.749" v="72"/>
          <ac:spMkLst>
            <pc:docMk/>
            <pc:sldMk cId="316213274" sldId="272"/>
            <ac:spMk id="3" creationId="{00000000-0000-0000-0000-000000000000}"/>
          </ac:spMkLst>
        </pc:spChg>
      </pc:sldChg>
      <pc:sldChg chg="modSp">
        <pc:chgData name="365 Pro Plus" userId="8a4ede6a-2f8b-4c6e-b52c-08ce3e3b5c4d" providerId="ADAL" clId="{1655AB83-D9B8-49BA-8B9A-8329C86DD5F5}" dt="2021-08-30T19:46:25.749" v="72"/>
        <pc:sldMkLst>
          <pc:docMk/>
          <pc:sldMk cId="1147624584" sldId="273"/>
        </pc:sldMkLst>
        <pc:spChg chg="mod">
          <ac:chgData name="365 Pro Plus" userId="8a4ede6a-2f8b-4c6e-b52c-08ce3e3b5c4d" providerId="ADAL" clId="{1655AB83-D9B8-49BA-8B9A-8329C86DD5F5}" dt="2021-08-30T19:46:25.749" v="72"/>
          <ac:spMkLst>
            <pc:docMk/>
            <pc:sldMk cId="1147624584" sldId="273"/>
            <ac:spMk id="2" creationId="{00000000-0000-0000-0000-000000000000}"/>
          </ac:spMkLst>
        </pc:spChg>
      </pc:sldChg>
      <pc:sldChg chg="modSp">
        <pc:chgData name="365 Pro Plus" userId="8a4ede6a-2f8b-4c6e-b52c-08ce3e3b5c4d" providerId="ADAL" clId="{1655AB83-D9B8-49BA-8B9A-8329C86DD5F5}" dt="2021-08-30T19:46:25.749" v="72"/>
        <pc:sldMkLst>
          <pc:docMk/>
          <pc:sldMk cId="4280694607" sldId="274"/>
        </pc:sldMkLst>
        <pc:spChg chg="mod">
          <ac:chgData name="365 Pro Plus" userId="8a4ede6a-2f8b-4c6e-b52c-08ce3e3b5c4d" providerId="ADAL" clId="{1655AB83-D9B8-49BA-8B9A-8329C86DD5F5}" dt="2021-08-30T19:46:25.749" v="72"/>
          <ac:spMkLst>
            <pc:docMk/>
            <pc:sldMk cId="4280694607" sldId="274"/>
            <ac:spMk id="2" creationId="{00000000-0000-0000-0000-000000000000}"/>
          </ac:spMkLst>
        </pc:spChg>
        <pc:spChg chg="mod">
          <ac:chgData name="365 Pro Plus" userId="8a4ede6a-2f8b-4c6e-b52c-08ce3e3b5c4d" providerId="ADAL" clId="{1655AB83-D9B8-49BA-8B9A-8329C86DD5F5}" dt="2021-08-30T19:46:25.749" v="72"/>
          <ac:spMkLst>
            <pc:docMk/>
            <pc:sldMk cId="4280694607" sldId="274"/>
            <ac:spMk id="3" creationId="{00000000-0000-0000-0000-000000000000}"/>
          </ac:spMkLst>
        </pc:spChg>
      </pc:sldChg>
      <pc:sldChg chg="modSp">
        <pc:chgData name="365 Pro Plus" userId="8a4ede6a-2f8b-4c6e-b52c-08ce3e3b5c4d" providerId="ADAL" clId="{1655AB83-D9B8-49BA-8B9A-8329C86DD5F5}" dt="2021-08-30T19:46:25.749" v="72"/>
        <pc:sldMkLst>
          <pc:docMk/>
          <pc:sldMk cId="2395915080" sldId="275"/>
        </pc:sldMkLst>
        <pc:spChg chg="mod">
          <ac:chgData name="365 Pro Plus" userId="8a4ede6a-2f8b-4c6e-b52c-08ce3e3b5c4d" providerId="ADAL" clId="{1655AB83-D9B8-49BA-8B9A-8329C86DD5F5}" dt="2021-08-30T19:46:25.749" v="72"/>
          <ac:spMkLst>
            <pc:docMk/>
            <pc:sldMk cId="2395915080" sldId="275"/>
            <ac:spMk id="2" creationId="{00000000-0000-0000-0000-000000000000}"/>
          </ac:spMkLst>
        </pc:spChg>
      </pc:sldChg>
      <pc:sldChg chg="modSp">
        <pc:chgData name="365 Pro Plus" userId="8a4ede6a-2f8b-4c6e-b52c-08ce3e3b5c4d" providerId="ADAL" clId="{1655AB83-D9B8-49BA-8B9A-8329C86DD5F5}" dt="2021-08-30T19:46:25.749" v="72"/>
        <pc:sldMkLst>
          <pc:docMk/>
          <pc:sldMk cId="184522743" sldId="276"/>
        </pc:sldMkLst>
        <pc:spChg chg="mod">
          <ac:chgData name="365 Pro Plus" userId="8a4ede6a-2f8b-4c6e-b52c-08ce3e3b5c4d" providerId="ADAL" clId="{1655AB83-D9B8-49BA-8B9A-8329C86DD5F5}" dt="2021-08-30T19:46:25.749" v="72"/>
          <ac:spMkLst>
            <pc:docMk/>
            <pc:sldMk cId="184522743" sldId="276"/>
            <ac:spMk id="2" creationId="{00000000-0000-0000-0000-000000000000}"/>
          </ac:spMkLst>
        </pc:spChg>
      </pc:sldChg>
      <pc:sldChg chg="modSp">
        <pc:chgData name="365 Pro Plus" userId="8a4ede6a-2f8b-4c6e-b52c-08ce3e3b5c4d" providerId="ADAL" clId="{1655AB83-D9B8-49BA-8B9A-8329C86DD5F5}" dt="2021-08-30T19:46:25.749" v="72"/>
        <pc:sldMkLst>
          <pc:docMk/>
          <pc:sldMk cId="150867754" sldId="281"/>
        </pc:sldMkLst>
        <pc:spChg chg="mod">
          <ac:chgData name="365 Pro Plus" userId="8a4ede6a-2f8b-4c6e-b52c-08ce3e3b5c4d" providerId="ADAL" clId="{1655AB83-D9B8-49BA-8B9A-8329C86DD5F5}" dt="2021-08-30T19:46:25.749" v="72"/>
          <ac:spMkLst>
            <pc:docMk/>
            <pc:sldMk cId="150867754" sldId="281"/>
            <ac:spMk id="2" creationId="{EB77E570-C726-4F05-8D19-6B72463E4BC1}"/>
          </ac:spMkLst>
        </pc:spChg>
      </pc:sldChg>
      <pc:sldChg chg="modSp">
        <pc:chgData name="365 Pro Plus" userId="8a4ede6a-2f8b-4c6e-b52c-08ce3e3b5c4d" providerId="ADAL" clId="{1655AB83-D9B8-49BA-8B9A-8329C86DD5F5}" dt="2021-08-30T19:46:25.749" v="72"/>
        <pc:sldMkLst>
          <pc:docMk/>
          <pc:sldMk cId="1505022179" sldId="282"/>
        </pc:sldMkLst>
        <pc:spChg chg="mod">
          <ac:chgData name="365 Pro Plus" userId="8a4ede6a-2f8b-4c6e-b52c-08ce3e3b5c4d" providerId="ADAL" clId="{1655AB83-D9B8-49BA-8B9A-8329C86DD5F5}" dt="2021-08-30T19:46:25.749" v="72"/>
          <ac:spMkLst>
            <pc:docMk/>
            <pc:sldMk cId="1505022179" sldId="282"/>
            <ac:spMk id="5" creationId="{1B2D5732-2A8C-46BF-9593-DD1CAD45976D}"/>
          </ac:spMkLst>
        </pc:spChg>
      </pc:sldChg>
      <pc:sldChg chg="modSp">
        <pc:chgData name="365 Pro Plus" userId="8a4ede6a-2f8b-4c6e-b52c-08ce3e3b5c4d" providerId="ADAL" clId="{1655AB83-D9B8-49BA-8B9A-8329C86DD5F5}" dt="2021-08-30T19:46:25.749" v="72"/>
        <pc:sldMkLst>
          <pc:docMk/>
          <pc:sldMk cId="556939740" sldId="283"/>
        </pc:sldMkLst>
        <pc:spChg chg="mod">
          <ac:chgData name="365 Pro Plus" userId="8a4ede6a-2f8b-4c6e-b52c-08ce3e3b5c4d" providerId="ADAL" clId="{1655AB83-D9B8-49BA-8B9A-8329C86DD5F5}" dt="2021-08-30T19:46:25.749" v="72"/>
          <ac:spMkLst>
            <pc:docMk/>
            <pc:sldMk cId="556939740" sldId="283"/>
            <ac:spMk id="5" creationId="{CD50D911-9D01-45CE-BD5B-62CF21C63C20}"/>
          </ac:spMkLst>
        </pc:spChg>
      </pc:sldChg>
      <pc:sldChg chg="modSp">
        <pc:chgData name="365 Pro Plus" userId="8a4ede6a-2f8b-4c6e-b52c-08ce3e3b5c4d" providerId="ADAL" clId="{1655AB83-D9B8-49BA-8B9A-8329C86DD5F5}" dt="2021-08-30T19:46:25.749" v="72"/>
        <pc:sldMkLst>
          <pc:docMk/>
          <pc:sldMk cId="3405770280" sldId="284"/>
        </pc:sldMkLst>
        <pc:spChg chg="mod">
          <ac:chgData name="365 Pro Plus" userId="8a4ede6a-2f8b-4c6e-b52c-08ce3e3b5c4d" providerId="ADAL" clId="{1655AB83-D9B8-49BA-8B9A-8329C86DD5F5}" dt="2021-08-30T19:46:25.749" v="72"/>
          <ac:spMkLst>
            <pc:docMk/>
            <pc:sldMk cId="3405770280" sldId="284"/>
            <ac:spMk id="2" creationId="{33927030-3220-487A-8A53-FFB3A456FDFF}"/>
          </ac:spMkLst>
        </pc:spChg>
      </pc:sldChg>
      <pc:sldChg chg="modSp">
        <pc:chgData name="365 Pro Plus" userId="8a4ede6a-2f8b-4c6e-b52c-08ce3e3b5c4d" providerId="ADAL" clId="{1655AB83-D9B8-49BA-8B9A-8329C86DD5F5}" dt="2021-08-30T19:46:25.749" v="72"/>
        <pc:sldMkLst>
          <pc:docMk/>
          <pc:sldMk cId="4057338758" sldId="285"/>
        </pc:sldMkLst>
        <pc:spChg chg="mod">
          <ac:chgData name="365 Pro Plus" userId="8a4ede6a-2f8b-4c6e-b52c-08ce3e3b5c4d" providerId="ADAL" clId="{1655AB83-D9B8-49BA-8B9A-8329C86DD5F5}" dt="2021-08-30T19:46:25.749" v="72"/>
          <ac:spMkLst>
            <pc:docMk/>
            <pc:sldMk cId="4057338758" sldId="285"/>
            <ac:spMk id="2" creationId="{CCA2BC28-AE6A-45DA-99AC-71334FD8FC77}"/>
          </ac:spMkLst>
        </pc:spChg>
      </pc:sldChg>
      <pc:sldChg chg="modSp">
        <pc:chgData name="365 Pro Plus" userId="8a4ede6a-2f8b-4c6e-b52c-08ce3e3b5c4d" providerId="ADAL" clId="{1655AB83-D9B8-49BA-8B9A-8329C86DD5F5}" dt="2021-08-30T19:46:25.749" v="72"/>
        <pc:sldMkLst>
          <pc:docMk/>
          <pc:sldMk cId="3596152958" sldId="286"/>
        </pc:sldMkLst>
        <pc:spChg chg="mod">
          <ac:chgData name="365 Pro Plus" userId="8a4ede6a-2f8b-4c6e-b52c-08ce3e3b5c4d" providerId="ADAL" clId="{1655AB83-D9B8-49BA-8B9A-8329C86DD5F5}" dt="2021-08-30T19:46:25.749" v="72"/>
          <ac:spMkLst>
            <pc:docMk/>
            <pc:sldMk cId="3596152958" sldId="286"/>
            <ac:spMk id="13" creationId="{536EAEC3-E888-4B53-BFC3-DC4422DFCAB6}"/>
          </ac:spMkLst>
        </pc:spChg>
        <pc:picChg chg="mod">
          <ac:chgData name="365 Pro Plus" userId="8a4ede6a-2f8b-4c6e-b52c-08ce3e3b5c4d" providerId="ADAL" clId="{1655AB83-D9B8-49BA-8B9A-8329C86DD5F5}" dt="2021-08-30T19:46:25.749" v="72"/>
          <ac:picMkLst>
            <pc:docMk/>
            <pc:sldMk cId="3596152958" sldId="286"/>
            <ac:picMk id="11" creationId="{A93EE371-CD88-4165-997D-864034838620}"/>
          </ac:picMkLst>
        </pc:picChg>
      </pc:sldChg>
      <pc:sldChg chg="modSp">
        <pc:chgData name="365 Pro Plus" userId="8a4ede6a-2f8b-4c6e-b52c-08ce3e3b5c4d" providerId="ADAL" clId="{1655AB83-D9B8-49BA-8B9A-8329C86DD5F5}" dt="2021-08-30T19:46:25.749" v="72"/>
        <pc:sldMkLst>
          <pc:docMk/>
          <pc:sldMk cId="3403903110" sldId="287"/>
        </pc:sldMkLst>
        <pc:spChg chg="mod">
          <ac:chgData name="365 Pro Plus" userId="8a4ede6a-2f8b-4c6e-b52c-08ce3e3b5c4d" providerId="ADAL" clId="{1655AB83-D9B8-49BA-8B9A-8329C86DD5F5}" dt="2021-08-30T19:46:25.749" v="72"/>
          <ac:spMkLst>
            <pc:docMk/>
            <pc:sldMk cId="3403903110" sldId="287"/>
            <ac:spMk id="8" creationId="{00000000-0000-0000-0000-000000000000}"/>
          </ac:spMkLst>
        </pc:spChg>
      </pc:sldChg>
      <pc:sldChg chg="modSp">
        <pc:chgData name="365 Pro Plus" userId="8a4ede6a-2f8b-4c6e-b52c-08ce3e3b5c4d" providerId="ADAL" clId="{1655AB83-D9B8-49BA-8B9A-8329C86DD5F5}" dt="2021-08-30T19:46:25.749" v="72"/>
        <pc:sldMkLst>
          <pc:docMk/>
          <pc:sldMk cId="3368813327" sldId="289"/>
        </pc:sldMkLst>
        <pc:spChg chg="mod">
          <ac:chgData name="365 Pro Plus" userId="8a4ede6a-2f8b-4c6e-b52c-08ce3e3b5c4d" providerId="ADAL" clId="{1655AB83-D9B8-49BA-8B9A-8329C86DD5F5}" dt="2021-08-30T19:46:25.749" v="72"/>
          <ac:spMkLst>
            <pc:docMk/>
            <pc:sldMk cId="3368813327" sldId="289"/>
            <ac:spMk id="7" creationId="{0D27CDE2-FA07-4E1D-BE97-64A11AC18BA2}"/>
          </ac:spMkLst>
        </pc:spChg>
      </pc:sldChg>
      <pc:sldChg chg="modSp">
        <pc:chgData name="365 Pro Plus" userId="8a4ede6a-2f8b-4c6e-b52c-08ce3e3b5c4d" providerId="ADAL" clId="{1655AB83-D9B8-49BA-8B9A-8329C86DD5F5}" dt="2021-08-30T19:46:25.749" v="72"/>
        <pc:sldMkLst>
          <pc:docMk/>
          <pc:sldMk cId="917644639" sldId="290"/>
        </pc:sldMkLst>
        <pc:spChg chg="mod">
          <ac:chgData name="365 Pro Plus" userId="8a4ede6a-2f8b-4c6e-b52c-08ce3e3b5c4d" providerId="ADAL" clId="{1655AB83-D9B8-49BA-8B9A-8329C86DD5F5}" dt="2021-08-30T19:46:25.749" v="72"/>
          <ac:spMkLst>
            <pc:docMk/>
            <pc:sldMk cId="917644639" sldId="290"/>
            <ac:spMk id="2" creationId="{97F1CC87-6DB9-4A5D-B5E5-EEE1F8ADAF2C}"/>
          </ac:spMkLst>
        </pc:spChg>
      </pc:sldChg>
      <pc:sldChg chg="modSp">
        <pc:chgData name="365 Pro Plus" userId="8a4ede6a-2f8b-4c6e-b52c-08ce3e3b5c4d" providerId="ADAL" clId="{1655AB83-D9B8-49BA-8B9A-8329C86DD5F5}" dt="2021-08-30T19:46:25.749" v="72"/>
        <pc:sldMkLst>
          <pc:docMk/>
          <pc:sldMk cId="2749597667" sldId="291"/>
        </pc:sldMkLst>
        <pc:spChg chg="mod">
          <ac:chgData name="365 Pro Plus" userId="8a4ede6a-2f8b-4c6e-b52c-08ce3e3b5c4d" providerId="ADAL" clId="{1655AB83-D9B8-49BA-8B9A-8329C86DD5F5}" dt="2021-08-30T19:46:25.749" v="72"/>
          <ac:spMkLst>
            <pc:docMk/>
            <pc:sldMk cId="2749597667" sldId="291"/>
            <ac:spMk id="2" creationId="{33927030-3220-487A-8A53-FFB3A456FDFF}"/>
          </ac:spMkLst>
        </pc:spChg>
      </pc:sldChg>
      <pc:sldChg chg="modSp">
        <pc:chgData name="365 Pro Plus" userId="8a4ede6a-2f8b-4c6e-b52c-08ce3e3b5c4d" providerId="ADAL" clId="{1655AB83-D9B8-49BA-8B9A-8329C86DD5F5}" dt="2021-08-30T19:46:25.749" v="72"/>
        <pc:sldMkLst>
          <pc:docMk/>
          <pc:sldMk cId="375020052" sldId="292"/>
        </pc:sldMkLst>
        <pc:spChg chg="mod">
          <ac:chgData name="365 Pro Plus" userId="8a4ede6a-2f8b-4c6e-b52c-08ce3e3b5c4d" providerId="ADAL" clId="{1655AB83-D9B8-49BA-8B9A-8329C86DD5F5}" dt="2021-08-30T19:46:25.749" v="72"/>
          <ac:spMkLst>
            <pc:docMk/>
            <pc:sldMk cId="375020052" sldId="292"/>
            <ac:spMk id="2" creationId="{49166D18-A251-4007-9FF5-B5C45AED4589}"/>
          </ac:spMkLst>
        </pc:spChg>
      </pc:sldChg>
      <pc:sldChg chg="modSp">
        <pc:chgData name="365 Pro Plus" userId="8a4ede6a-2f8b-4c6e-b52c-08ce3e3b5c4d" providerId="ADAL" clId="{1655AB83-D9B8-49BA-8B9A-8329C86DD5F5}" dt="2021-08-30T19:46:25.749" v="72"/>
        <pc:sldMkLst>
          <pc:docMk/>
          <pc:sldMk cId="1667437508" sldId="293"/>
        </pc:sldMkLst>
        <pc:spChg chg="mod">
          <ac:chgData name="365 Pro Plus" userId="8a4ede6a-2f8b-4c6e-b52c-08ce3e3b5c4d" providerId="ADAL" clId="{1655AB83-D9B8-49BA-8B9A-8329C86DD5F5}" dt="2021-08-30T19:46:25.749" v="72"/>
          <ac:spMkLst>
            <pc:docMk/>
            <pc:sldMk cId="1667437508" sldId="293"/>
            <ac:spMk id="2" creationId="{84225BD8-B18C-4334-AF4F-D4E32ACF7A66}"/>
          </ac:spMkLst>
        </pc:spChg>
      </pc:sldChg>
      <pc:sldChg chg="modSp">
        <pc:chgData name="365 Pro Plus" userId="8a4ede6a-2f8b-4c6e-b52c-08ce3e3b5c4d" providerId="ADAL" clId="{1655AB83-D9B8-49BA-8B9A-8329C86DD5F5}" dt="2021-08-30T19:46:25.749" v="72"/>
        <pc:sldMkLst>
          <pc:docMk/>
          <pc:sldMk cId="3161385001" sldId="298"/>
        </pc:sldMkLst>
        <pc:spChg chg="mod">
          <ac:chgData name="365 Pro Plus" userId="8a4ede6a-2f8b-4c6e-b52c-08ce3e3b5c4d" providerId="ADAL" clId="{1655AB83-D9B8-49BA-8B9A-8329C86DD5F5}" dt="2021-08-30T19:46:25.749" v="72"/>
          <ac:spMkLst>
            <pc:docMk/>
            <pc:sldMk cId="3161385001" sldId="298"/>
            <ac:spMk id="2" creationId="{D461151B-DB34-4043-BD9E-CCC13322ED75}"/>
          </ac:spMkLst>
        </pc:spChg>
      </pc:sldChg>
      <pc:sldChg chg="modSp">
        <pc:chgData name="365 Pro Plus" userId="8a4ede6a-2f8b-4c6e-b52c-08ce3e3b5c4d" providerId="ADAL" clId="{1655AB83-D9B8-49BA-8B9A-8329C86DD5F5}" dt="2021-08-30T19:46:25.749" v="72"/>
        <pc:sldMkLst>
          <pc:docMk/>
          <pc:sldMk cId="3252705144" sldId="301"/>
        </pc:sldMkLst>
        <pc:spChg chg="mod">
          <ac:chgData name="365 Pro Plus" userId="8a4ede6a-2f8b-4c6e-b52c-08ce3e3b5c4d" providerId="ADAL" clId="{1655AB83-D9B8-49BA-8B9A-8329C86DD5F5}" dt="2021-08-30T19:46:25.749" v="72"/>
          <ac:spMkLst>
            <pc:docMk/>
            <pc:sldMk cId="3252705144" sldId="301"/>
            <ac:spMk id="2" creationId="{F4981BAD-B245-4AB6-8435-FF5F5FE8EC61}"/>
          </ac:spMkLst>
        </pc:spChg>
      </pc:sldChg>
      <pc:sldChg chg="modSp">
        <pc:chgData name="365 Pro Plus" userId="8a4ede6a-2f8b-4c6e-b52c-08ce3e3b5c4d" providerId="ADAL" clId="{1655AB83-D9B8-49BA-8B9A-8329C86DD5F5}" dt="2021-08-30T19:46:25.749" v="72"/>
        <pc:sldMkLst>
          <pc:docMk/>
          <pc:sldMk cId="3979650411" sldId="303"/>
        </pc:sldMkLst>
        <pc:spChg chg="mod">
          <ac:chgData name="365 Pro Plus" userId="8a4ede6a-2f8b-4c6e-b52c-08ce3e3b5c4d" providerId="ADAL" clId="{1655AB83-D9B8-49BA-8B9A-8329C86DD5F5}" dt="2021-08-30T19:46:25.749" v="72"/>
          <ac:spMkLst>
            <pc:docMk/>
            <pc:sldMk cId="3979650411" sldId="303"/>
            <ac:spMk id="2" creationId="{CF4066FF-DDA7-433F-9C26-9D26C2AE42FB}"/>
          </ac:spMkLst>
        </pc:spChg>
      </pc:sldChg>
      <pc:sldChg chg="modSp">
        <pc:chgData name="365 Pro Plus" userId="8a4ede6a-2f8b-4c6e-b52c-08ce3e3b5c4d" providerId="ADAL" clId="{1655AB83-D9B8-49BA-8B9A-8329C86DD5F5}" dt="2021-08-30T19:46:25.749" v="72"/>
        <pc:sldMkLst>
          <pc:docMk/>
          <pc:sldMk cId="1375970015" sldId="304"/>
        </pc:sldMkLst>
        <pc:spChg chg="mod">
          <ac:chgData name="365 Pro Plus" userId="8a4ede6a-2f8b-4c6e-b52c-08ce3e3b5c4d" providerId="ADAL" clId="{1655AB83-D9B8-49BA-8B9A-8329C86DD5F5}" dt="2021-08-30T19:46:25.749" v="72"/>
          <ac:spMkLst>
            <pc:docMk/>
            <pc:sldMk cId="1375970015" sldId="304"/>
            <ac:spMk id="2" creationId="{D10EFBF9-F23F-4638-A6D5-EA93376542F8}"/>
          </ac:spMkLst>
        </pc:spChg>
      </pc:sldChg>
      <pc:sldChg chg="modSp">
        <pc:chgData name="365 Pro Plus" userId="8a4ede6a-2f8b-4c6e-b52c-08ce3e3b5c4d" providerId="ADAL" clId="{1655AB83-D9B8-49BA-8B9A-8329C86DD5F5}" dt="2021-08-30T19:46:25.749" v="72"/>
        <pc:sldMkLst>
          <pc:docMk/>
          <pc:sldMk cId="435930275" sldId="306"/>
        </pc:sldMkLst>
        <pc:spChg chg="mod">
          <ac:chgData name="365 Pro Plus" userId="8a4ede6a-2f8b-4c6e-b52c-08ce3e3b5c4d" providerId="ADAL" clId="{1655AB83-D9B8-49BA-8B9A-8329C86DD5F5}" dt="2021-08-30T19:46:25.749" v="72"/>
          <ac:spMkLst>
            <pc:docMk/>
            <pc:sldMk cId="435930275" sldId="306"/>
            <ac:spMk id="2" creationId="{187B96BD-52AE-4783-94CA-9598F4CB2CC3}"/>
          </ac:spMkLst>
        </pc:spChg>
        <pc:spChg chg="mod">
          <ac:chgData name="365 Pro Plus" userId="8a4ede6a-2f8b-4c6e-b52c-08ce3e3b5c4d" providerId="ADAL" clId="{1655AB83-D9B8-49BA-8B9A-8329C86DD5F5}" dt="2021-08-30T19:46:25.749" v="72"/>
          <ac:spMkLst>
            <pc:docMk/>
            <pc:sldMk cId="435930275" sldId="306"/>
            <ac:spMk id="3" creationId="{E96D24E0-2F08-4B15-83CA-3AE5A4283382}"/>
          </ac:spMkLst>
        </pc:spChg>
      </pc:sldChg>
      <pc:sldChg chg="modSp mod">
        <pc:chgData name="365 Pro Plus" userId="8a4ede6a-2f8b-4c6e-b52c-08ce3e3b5c4d" providerId="ADAL" clId="{1655AB83-D9B8-49BA-8B9A-8329C86DD5F5}" dt="2021-08-30T19:47:11.168" v="74" actId="20577"/>
        <pc:sldMkLst>
          <pc:docMk/>
          <pc:sldMk cId="1489046375" sldId="307"/>
        </pc:sldMkLst>
        <pc:spChg chg="mod">
          <ac:chgData name="365 Pro Plus" userId="8a4ede6a-2f8b-4c6e-b52c-08ce3e3b5c4d" providerId="ADAL" clId="{1655AB83-D9B8-49BA-8B9A-8329C86DD5F5}" dt="2021-08-30T19:46:25.749" v="72"/>
          <ac:spMkLst>
            <pc:docMk/>
            <pc:sldMk cId="1489046375" sldId="307"/>
            <ac:spMk id="2" creationId="{D8220EB8-91B2-43B4-9D89-C156E604A1E3}"/>
          </ac:spMkLst>
        </pc:spChg>
        <pc:spChg chg="mod">
          <ac:chgData name="365 Pro Plus" userId="8a4ede6a-2f8b-4c6e-b52c-08ce3e3b5c4d" providerId="ADAL" clId="{1655AB83-D9B8-49BA-8B9A-8329C86DD5F5}" dt="2021-08-30T19:47:11.168" v="74" actId="20577"/>
          <ac:spMkLst>
            <pc:docMk/>
            <pc:sldMk cId="1489046375" sldId="307"/>
            <ac:spMk id="3" creationId="{65B468A6-65AC-4458-9266-57D17ECE4944}"/>
          </ac:spMkLst>
        </pc:spChg>
      </pc:sldChg>
      <pc:sldChg chg="modSp">
        <pc:chgData name="365 Pro Plus" userId="8a4ede6a-2f8b-4c6e-b52c-08ce3e3b5c4d" providerId="ADAL" clId="{1655AB83-D9B8-49BA-8B9A-8329C86DD5F5}" dt="2021-08-30T19:46:25.749" v="72"/>
        <pc:sldMkLst>
          <pc:docMk/>
          <pc:sldMk cId="3462184961" sldId="308"/>
        </pc:sldMkLst>
        <pc:spChg chg="mod">
          <ac:chgData name="365 Pro Plus" userId="8a4ede6a-2f8b-4c6e-b52c-08ce3e3b5c4d" providerId="ADAL" clId="{1655AB83-D9B8-49BA-8B9A-8329C86DD5F5}" dt="2021-08-30T19:46:25.749" v="72"/>
          <ac:spMkLst>
            <pc:docMk/>
            <pc:sldMk cId="3462184961" sldId="308"/>
            <ac:spMk id="2" creationId="{F47438C4-FCAE-4E75-9944-84282B486F30}"/>
          </ac:spMkLst>
        </pc:spChg>
        <pc:spChg chg="mod">
          <ac:chgData name="365 Pro Plus" userId="8a4ede6a-2f8b-4c6e-b52c-08ce3e3b5c4d" providerId="ADAL" clId="{1655AB83-D9B8-49BA-8B9A-8329C86DD5F5}" dt="2021-08-30T19:46:25.749" v="72"/>
          <ac:spMkLst>
            <pc:docMk/>
            <pc:sldMk cId="3462184961" sldId="308"/>
            <ac:spMk id="3" creationId="{CD1AA3CB-C7BF-499F-8380-77523CA15287}"/>
          </ac:spMkLst>
        </pc:spChg>
      </pc:sldChg>
    </pc:docChg>
  </pc:docChgLst>
  <pc:docChgLst>
    <pc:chgData name="365 Pro Plus" userId="8a4ede6a-2f8b-4c6e-b52c-08ce3e3b5c4d" providerId="ADAL" clId="{F10BA664-AC72-4658-B3AD-ABCB8841465F}"/>
    <pc:docChg chg="undo redo custSel addSld delSld modSld sldOrd">
      <pc:chgData name="365 Pro Plus" userId="8a4ede6a-2f8b-4c6e-b52c-08ce3e3b5c4d" providerId="ADAL" clId="{F10BA664-AC72-4658-B3AD-ABCB8841465F}" dt="2021-08-31T16:44:02.839" v="11023" actId="20577"/>
      <pc:docMkLst>
        <pc:docMk/>
      </pc:docMkLst>
      <pc:sldChg chg="modSp mod">
        <pc:chgData name="365 Pro Plus" userId="8a4ede6a-2f8b-4c6e-b52c-08ce3e3b5c4d" providerId="ADAL" clId="{F10BA664-AC72-4658-B3AD-ABCB8841465F}" dt="2021-08-30T19:53:31.888" v="15" actId="20577"/>
        <pc:sldMkLst>
          <pc:docMk/>
          <pc:sldMk cId="0" sldId="256"/>
        </pc:sldMkLst>
        <pc:spChg chg="mod">
          <ac:chgData name="365 Pro Plus" userId="8a4ede6a-2f8b-4c6e-b52c-08ce3e3b5c4d" providerId="ADAL" clId="{F10BA664-AC72-4658-B3AD-ABCB8841465F}" dt="2021-08-30T19:53:31.888" v="15" actId="20577"/>
          <ac:spMkLst>
            <pc:docMk/>
            <pc:sldMk cId="0" sldId="256"/>
            <ac:spMk id="54" creationId="{00000000-0000-0000-0000-000000000000}"/>
          </ac:spMkLst>
        </pc:spChg>
      </pc:sldChg>
      <pc:sldChg chg="del">
        <pc:chgData name="365 Pro Plus" userId="8a4ede6a-2f8b-4c6e-b52c-08ce3e3b5c4d" providerId="ADAL" clId="{F10BA664-AC72-4658-B3AD-ABCB8841465F}" dt="2021-08-30T19:52:51.806" v="0" actId="47"/>
        <pc:sldMkLst>
          <pc:docMk/>
          <pc:sldMk cId="366567195" sldId="258"/>
        </pc:sldMkLst>
      </pc:sldChg>
      <pc:sldChg chg="del">
        <pc:chgData name="365 Pro Plus" userId="8a4ede6a-2f8b-4c6e-b52c-08ce3e3b5c4d" providerId="ADAL" clId="{F10BA664-AC72-4658-B3AD-ABCB8841465F}" dt="2021-08-30T19:52:51.806" v="0" actId="47"/>
        <pc:sldMkLst>
          <pc:docMk/>
          <pc:sldMk cId="2845490694" sldId="259"/>
        </pc:sldMkLst>
      </pc:sldChg>
      <pc:sldChg chg="del">
        <pc:chgData name="365 Pro Plus" userId="8a4ede6a-2f8b-4c6e-b52c-08ce3e3b5c4d" providerId="ADAL" clId="{F10BA664-AC72-4658-B3AD-ABCB8841465F}" dt="2021-08-30T19:52:51.806" v="0" actId="47"/>
        <pc:sldMkLst>
          <pc:docMk/>
          <pc:sldMk cId="770192530" sldId="260"/>
        </pc:sldMkLst>
      </pc:sldChg>
      <pc:sldChg chg="del">
        <pc:chgData name="365 Pro Plus" userId="8a4ede6a-2f8b-4c6e-b52c-08ce3e3b5c4d" providerId="ADAL" clId="{F10BA664-AC72-4658-B3AD-ABCB8841465F}" dt="2021-08-30T19:52:51.806" v="0" actId="47"/>
        <pc:sldMkLst>
          <pc:docMk/>
          <pc:sldMk cId="2107329019" sldId="261"/>
        </pc:sldMkLst>
      </pc:sldChg>
      <pc:sldChg chg="del">
        <pc:chgData name="365 Pro Plus" userId="8a4ede6a-2f8b-4c6e-b52c-08ce3e3b5c4d" providerId="ADAL" clId="{F10BA664-AC72-4658-B3AD-ABCB8841465F}" dt="2021-08-30T19:52:51.806" v="0" actId="47"/>
        <pc:sldMkLst>
          <pc:docMk/>
          <pc:sldMk cId="2846169660" sldId="262"/>
        </pc:sldMkLst>
      </pc:sldChg>
      <pc:sldChg chg="del">
        <pc:chgData name="365 Pro Plus" userId="8a4ede6a-2f8b-4c6e-b52c-08ce3e3b5c4d" providerId="ADAL" clId="{F10BA664-AC72-4658-B3AD-ABCB8841465F}" dt="2021-08-30T19:52:51.806" v="0" actId="47"/>
        <pc:sldMkLst>
          <pc:docMk/>
          <pc:sldMk cId="798617843" sldId="263"/>
        </pc:sldMkLst>
      </pc:sldChg>
      <pc:sldChg chg="del">
        <pc:chgData name="365 Pro Plus" userId="8a4ede6a-2f8b-4c6e-b52c-08ce3e3b5c4d" providerId="ADAL" clId="{F10BA664-AC72-4658-B3AD-ABCB8841465F}" dt="2021-08-30T19:52:51.806" v="0" actId="47"/>
        <pc:sldMkLst>
          <pc:docMk/>
          <pc:sldMk cId="4263885970" sldId="264"/>
        </pc:sldMkLst>
      </pc:sldChg>
      <pc:sldChg chg="del">
        <pc:chgData name="365 Pro Plus" userId="8a4ede6a-2f8b-4c6e-b52c-08ce3e3b5c4d" providerId="ADAL" clId="{F10BA664-AC72-4658-B3AD-ABCB8841465F}" dt="2021-08-30T19:52:51.806" v="0" actId="47"/>
        <pc:sldMkLst>
          <pc:docMk/>
          <pc:sldMk cId="3930945791" sldId="266"/>
        </pc:sldMkLst>
      </pc:sldChg>
      <pc:sldChg chg="del">
        <pc:chgData name="365 Pro Plus" userId="8a4ede6a-2f8b-4c6e-b52c-08ce3e3b5c4d" providerId="ADAL" clId="{F10BA664-AC72-4658-B3AD-ABCB8841465F}" dt="2021-08-30T19:52:51.806" v="0" actId="47"/>
        <pc:sldMkLst>
          <pc:docMk/>
          <pc:sldMk cId="780993560" sldId="267"/>
        </pc:sldMkLst>
      </pc:sldChg>
      <pc:sldChg chg="del">
        <pc:chgData name="365 Pro Plus" userId="8a4ede6a-2f8b-4c6e-b52c-08ce3e3b5c4d" providerId="ADAL" clId="{F10BA664-AC72-4658-B3AD-ABCB8841465F}" dt="2021-08-30T19:52:51.806" v="0" actId="47"/>
        <pc:sldMkLst>
          <pc:docMk/>
          <pc:sldMk cId="1554604946" sldId="268"/>
        </pc:sldMkLst>
      </pc:sldChg>
      <pc:sldChg chg="del">
        <pc:chgData name="365 Pro Plus" userId="8a4ede6a-2f8b-4c6e-b52c-08ce3e3b5c4d" providerId="ADAL" clId="{F10BA664-AC72-4658-B3AD-ABCB8841465F}" dt="2021-08-30T19:52:51.806" v="0" actId="47"/>
        <pc:sldMkLst>
          <pc:docMk/>
          <pc:sldMk cId="861382456" sldId="269"/>
        </pc:sldMkLst>
      </pc:sldChg>
      <pc:sldChg chg="del">
        <pc:chgData name="365 Pro Plus" userId="8a4ede6a-2f8b-4c6e-b52c-08ce3e3b5c4d" providerId="ADAL" clId="{F10BA664-AC72-4658-B3AD-ABCB8841465F}" dt="2021-08-30T19:52:51.806" v="0" actId="47"/>
        <pc:sldMkLst>
          <pc:docMk/>
          <pc:sldMk cId="4142278036" sldId="270"/>
        </pc:sldMkLst>
      </pc:sldChg>
      <pc:sldChg chg="del">
        <pc:chgData name="365 Pro Plus" userId="8a4ede6a-2f8b-4c6e-b52c-08ce3e3b5c4d" providerId="ADAL" clId="{F10BA664-AC72-4658-B3AD-ABCB8841465F}" dt="2021-08-30T19:52:51.806" v="0" actId="47"/>
        <pc:sldMkLst>
          <pc:docMk/>
          <pc:sldMk cId="593656598" sldId="271"/>
        </pc:sldMkLst>
      </pc:sldChg>
      <pc:sldChg chg="del">
        <pc:chgData name="365 Pro Plus" userId="8a4ede6a-2f8b-4c6e-b52c-08ce3e3b5c4d" providerId="ADAL" clId="{F10BA664-AC72-4658-B3AD-ABCB8841465F}" dt="2021-08-30T19:52:51.806" v="0" actId="47"/>
        <pc:sldMkLst>
          <pc:docMk/>
          <pc:sldMk cId="316213274" sldId="272"/>
        </pc:sldMkLst>
      </pc:sldChg>
      <pc:sldChg chg="del">
        <pc:chgData name="365 Pro Plus" userId="8a4ede6a-2f8b-4c6e-b52c-08ce3e3b5c4d" providerId="ADAL" clId="{F10BA664-AC72-4658-B3AD-ABCB8841465F}" dt="2021-08-30T19:52:51.806" v="0" actId="47"/>
        <pc:sldMkLst>
          <pc:docMk/>
          <pc:sldMk cId="1147624584" sldId="273"/>
        </pc:sldMkLst>
      </pc:sldChg>
      <pc:sldChg chg="del">
        <pc:chgData name="365 Pro Plus" userId="8a4ede6a-2f8b-4c6e-b52c-08ce3e3b5c4d" providerId="ADAL" clId="{F10BA664-AC72-4658-B3AD-ABCB8841465F}" dt="2021-08-30T19:52:51.806" v="0" actId="47"/>
        <pc:sldMkLst>
          <pc:docMk/>
          <pc:sldMk cId="4280694607" sldId="274"/>
        </pc:sldMkLst>
      </pc:sldChg>
      <pc:sldChg chg="del">
        <pc:chgData name="365 Pro Plus" userId="8a4ede6a-2f8b-4c6e-b52c-08ce3e3b5c4d" providerId="ADAL" clId="{F10BA664-AC72-4658-B3AD-ABCB8841465F}" dt="2021-08-30T19:52:51.806" v="0" actId="47"/>
        <pc:sldMkLst>
          <pc:docMk/>
          <pc:sldMk cId="2395915080" sldId="275"/>
        </pc:sldMkLst>
      </pc:sldChg>
      <pc:sldChg chg="del">
        <pc:chgData name="365 Pro Plus" userId="8a4ede6a-2f8b-4c6e-b52c-08ce3e3b5c4d" providerId="ADAL" clId="{F10BA664-AC72-4658-B3AD-ABCB8841465F}" dt="2021-08-30T19:52:51.806" v="0" actId="47"/>
        <pc:sldMkLst>
          <pc:docMk/>
          <pc:sldMk cId="184522743" sldId="276"/>
        </pc:sldMkLst>
      </pc:sldChg>
      <pc:sldChg chg="del">
        <pc:chgData name="365 Pro Plus" userId="8a4ede6a-2f8b-4c6e-b52c-08ce3e3b5c4d" providerId="ADAL" clId="{F10BA664-AC72-4658-B3AD-ABCB8841465F}" dt="2021-08-30T19:52:51.806" v="0" actId="47"/>
        <pc:sldMkLst>
          <pc:docMk/>
          <pc:sldMk cId="1473790031" sldId="277"/>
        </pc:sldMkLst>
      </pc:sldChg>
      <pc:sldChg chg="del">
        <pc:chgData name="365 Pro Plus" userId="8a4ede6a-2f8b-4c6e-b52c-08ce3e3b5c4d" providerId="ADAL" clId="{F10BA664-AC72-4658-B3AD-ABCB8841465F}" dt="2021-08-30T19:52:51.806" v="0" actId="47"/>
        <pc:sldMkLst>
          <pc:docMk/>
          <pc:sldMk cId="3403308528" sldId="278"/>
        </pc:sldMkLst>
      </pc:sldChg>
      <pc:sldChg chg="del">
        <pc:chgData name="365 Pro Plus" userId="8a4ede6a-2f8b-4c6e-b52c-08ce3e3b5c4d" providerId="ADAL" clId="{F10BA664-AC72-4658-B3AD-ABCB8841465F}" dt="2021-08-30T19:52:51.806" v="0" actId="47"/>
        <pc:sldMkLst>
          <pc:docMk/>
          <pc:sldMk cId="4269271952" sldId="279"/>
        </pc:sldMkLst>
      </pc:sldChg>
      <pc:sldChg chg="del">
        <pc:chgData name="365 Pro Plus" userId="8a4ede6a-2f8b-4c6e-b52c-08ce3e3b5c4d" providerId="ADAL" clId="{F10BA664-AC72-4658-B3AD-ABCB8841465F}" dt="2021-08-30T19:52:51.806" v="0" actId="47"/>
        <pc:sldMkLst>
          <pc:docMk/>
          <pc:sldMk cId="2366653260" sldId="280"/>
        </pc:sldMkLst>
      </pc:sldChg>
      <pc:sldChg chg="del">
        <pc:chgData name="365 Pro Plus" userId="8a4ede6a-2f8b-4c6e-b52c-08ce3e3b5c4d" providerId="ADAL" clId="{F10BA664-AC72-4658-B3AD-ABCB8841465F}" dt="2021-08-30T19:52:51.806" v="0" actId="47"/>
        <pc:sldMkLst>
          <pc:docMk/>
          <pc:sldMk cId="150867754" sldId="281"/>
        </pc:sldMkLst>
      </pc:sldChg>
      <pc:sldChg chg="del">
        <pc:chgData name="365 Pro Plus" userId="8a4ede6a-2f8b-4c6e-b52c-08ce3e3b5c4d" providerId="ADAL" clId="{F10BA664-AC72-4658-B3AD-ABCB8841465F}" dt="2021-08-30T19:52:51.806" v="0" actId="47"/>
        <pc:sldMkLst>
          <pc:docMk/>
          <pc:sldMk cId="1505022179" sldId="282"/>
        </pc:sldMkLst>
      </pc:sldChg>
      <pc:sldChg chg="del">
        <pc:chgData name="365 Pro Plus" userId="8a4ede6a-2f8b-4c6e-b52c-08ce3e3b5c4d" providerId="ADAL" clId="{F10BA664-AC72-4658-B3AD-ABCB8841465F}" dt="2021-08-30T19:52:51.806" v="0" actId="47"/>
        <pc:sldMkLst>
          <pc:docMk/>
          <pc:sldMk cId="556939740" sldId="283"/>
        </pc:sldMkLst>
      </pc:sldChg>
      <pc:sldChg chg="del">
        <pc:chgData name="365 Pro Plus" userId="8a4ede6a-2f8b-4c6e-b52c-08ce3e3b5c4d" providerId="ADAL" clId="{F10BA664-AC72-4658-B3AD-ABCB8841465F}" dt="2021-08-30T19:52:51.806" v="0" actId="47"/>
        <pc:sldMkLst>
          <pc:docMk/>
          <pc:sldMk cId="3405770280" sldId="284"/>
        </pc:sldMkLst>
      </pc:sldChg>
      <pc:sldChg chg="del">
        <pc:chgData name="365 Pro Plus" userId="8a4ede6a-2f8b-4c6e-b52c-08ce3e3b5c4d" providerId="ADAL" clId="{F10BA664-AC72-4658-B3AD-ABCB8841465F}" dt="2021-08-30T19:52:51.806" v="0" actId="47"/>
        <pc:sldMkLst>
          <pc:docMk/>
          <pc:sldMk cId="4057338758" sldId="285"/>
        </pc:sldMkLst>
      </pc:sldChg>
      <pc:sldChg chg="del">
        <pc:chgData name="365 Pro Plus" userId="8a4ede6a-2f8b-4c6e-b52c-08ce3e3b5c4d" providerId="ADAL" clId="{F10BA664-AC72-4658-B3AD-ABCB8841465F}" dt="2021-08-30T19:52:51.806" v="0" actId="47"/>
        <pc:sldMkLst>
          <pc:docMk/>
          <pc:sldMk cId="3596152958" sldId="286"/>
        </pc:sldMkLst>
      </pc:sldChg>
      <pc:sldChg chg="del">
        <pc:chgData name="365 Pro Plus" userId="8a4ede6a-2f8b-4c6e-b52c-08ce3e3b5c4d" providerId="ADAL" clId="{F10BA664-AC72-4658-B3AD-ABCB8841465F}" dt="2021-08-30T19:52:51.806" v="0" actId="47"/>
        <pc:sldMkLst>
          <pc:docMk/>
          <pc:sldMk cId="3403903110" sldId="287"/>
        </pc:sldMkLst>
      </pc:sldChg>
      <pc:sldChg chg="del">
        <pc:chgData name="365 Pro Plus" userId="8a4ede6a-2f8b-4c6e-b52c-08ce3e3b5c4d" providerId="ADAL" clId="{F10BA664-AC72-4658-B3AD-ABCB8841465F}" dt="2021-08-30T19:52:51.806" v="0" actId="47"/>
        <pc:sldMkLst>
          <pc:docMk/>
          <pc:sldMk cId="3066009014" sldId="288"/>
        </pc:sldMkLst>
      </pc:sldChg>
      <pc:sldChg chg="del">
        <pc:chgData name="365 Pro Plus" userId="8a4ede6a-2f8b-4c6e-b52c-08ce3e3b5c4d" providerId="ADAL" clId="{F10BA664-AC72-4658-B3AD-ABCB8841465F}" dt="2021-08-30T19:52:51.806" v="0" actId="47"/>
        <pc:sldMkLst>
          <pc:docMk/>
          <pc:sldMk cId="3368813327" sldId="289"/>
        </pc:sldMkLst>
      </pc:sldChg>
      <pc:sldChg chg="del">
        <pc:chgData name="365 Pro Plus" userId="8a4ede6a-2f8b-4c6e-b52c-08ce3e3b5c4d" providerId="ADAL" clId="{F10BA664-AC72-4658-B3AD-ABCB8841465F}" dt="2021-08-30T19:52:51.806" v="0" actId="47"/>
        <pc:sldMkLst>
          <pc:docMk/>
          <pc:sldMk cId="917644639" sldId="290"/>
        </pc:sldMkLst>
      </pc:sldChg>
      <pc:sldChg chg="del">
        <pc:chgData name="365 Pro Plus" userId="8a4ede6a-2f8b-4c6e-b52c-08ce3e3b5c4d" providerId="ADAL" clId="{F10BA664-AC72-4658-B3AD-ABCB8841465F}" dt="2021-08-30T19:52:51.806" v="0" actId="47"/>
        <pc:sldMkLst>
          <pc:docMk/>
          <pc:sldMk cId="2749597667" sldId="291"/>
        </pc:sldMkLst>
      </pc:sldChg>
      <pc:sldChg chg="del">
        <pc:chgData name="365 Pro Plus" userId="8a4ede6a-2f8b-4c6e-b52c-08ce3e3b5c4d" providerId="ADAL" clId="{F10BA664-AC72-4658-B3AD-ABCB8841465F}" dt="2021-08-30T19:52:51.806" v="0" actId="47"/>
        <pc:sldMkLst>
          <pc:docMk/>
          <pc:sldMk cId="375020052" sldId="292"/>
        </pc:sldMkLst>
      </pc:sldChg>
      <pc:sldChg chg="del">
        <pc:chgData name="365 Pro Plus" userId="8a4ede6a-2f8b-4c6e-b52c-08ce3e3b5c4d" providerId="ADAL" clId="{F10BA664-AC72-4658-B3AD-ABCB8841465F}" dt="2021-08-30T19:52:51.806" v="0" actId="47"/>
        <pc:sldMkLst>
          <pc:docMk/>
          <pc:sldMk cId="1667437508" sldId="293"/>
        </pc:sldMkLst>
      </pc:sldChg>
      <pc:sldChg chg="del">
        <pc:chgData name="365 Pro Plus" userId="8a4ede6a-2f8b-4c6e-b52c-08ce3e3b5c4d" providerId="ADAL" clId="{F10BA664-AC72-4658-B3AD-ABCB8841465F}" dt="2021-08-30T19:52:51.806" v="0" actId="47"/>
        <pc:sldMkLst>
          <pc:docMk/>
          <pc:sldMk cId="1281766320" sldId="295"/>
        </pc:sldMkLst>
      </pc:sldChg>
      <pc:sldChg chg="del">
        <pc:chgData name="365 Pro Plus" userId="8a4ede6a-2f8b-4c6e-b52c-08ce3e3b5c4d" providerId="ADAL" clId="{F10BA664-AC72-4658-B3AD-ABCB8841465F}" dt="2021-08-30T19:52:51.806" v="0" actId="47"/>
        <pc:sldMkLst>
          <pc:docMk/>
          <pc:sldMk cId="633510083" sldId="296"/>
        </pc:sldMkLst>
      </pc:sldChg>
      <pc:sldChg chg="del">
        <pc:chgData name="365 Pro Plus" userId="8a4ede6a-2f8b-4c6e-b52c-08ce3e3b5c4d" providerId="ADAL" clId="{F10BA664-AC72-4658-B3AD-ABCB8841465F}" dt="2021-08-30T19:52:51.806" v="0" actId="47"/>
        <pc:sldMkLst>
          <pc:docMk/>
          <pc:sldMk cId="803723890" sldId="297"/>
        </pc:sldMkLst>
      </pc:sldChg>
      <pc:sldChg chg="del">
        <pc:chgData name="365 Pro Plus" userId="8a4ede6a-2f8b-4c6e-b52c-08ce3e3b5c4d" providerId="ADAL" clId="{F10BA664-AC72-4658-B3AD-ABCB8841465F}" dt="2021-08-30T19:52:51.806" v="0" actId="47"/>
        <pc:sldMkLst>
          <pc:docMk/>
          <pc:sldMk cId="3161385001" sldId="298"/>
        </pc:sldMkLst>
      </pc:sldChg>
      <pc:sldChg chg="del">
        <pc:chgData name="365 Pro Plus" userId="8a4ede6a-2f8b-4c6e-b52c-08ce3e3b5c4d" providerId="ADAL" clId="{F10BA664-AC72-4658-B3AD-ABCB8841465F}" dt="2021-08-30T19:52:51.806" v="0" actId="47"/>
        <pc:sldMkLst>
          <pc:docMk/>
          <pc:sldMk cId="3852431827" sldId="299"/>
        </pc:sldMkLst>
      </pc:sldChg>
      <pc:sldChg chg="del">
        <pc:chgData name="365 Pro Plus" userId="8a4ede6a-2f8b-4c6e-b52c-08ce3e3b5c4d" providerId="ADAL" clId="{F10BA664-AC72-4658-B3AD-ABCB8841465F}" dt="2021-08-30T19:52:51.806" v="0" actId="47"/>
        <pc:sldMkLst>
          <pc:docMk/>
          <pc:sldMk cId="994733644" sldId="300"/>
        </pc:sldMkLst>
      </pc:sldChg>
      <pc:sldChg chg="del">
        <pc:chgData name="365 Pro Plus" userId="8a4ede6a-2f8b-4c6e-b52c-08ce3e3b5c4d" providerId="ADAL" clId="{F10BA664-AC72-4658-B3AD-ABCB8841465F}" dt="2021-08-30T19:52:51.806" v="0" actId="47"/>
        <pc:sldMkLst>
          <pc:docMk/>
          <pc:sldMk cId="3252705144" sldId="301"/>
        </pc:sldMkLst>
      </pc:sldChg>
      <pc:sldChg chg="del">
        <pc:chgData name="365 Pro Plus" userId="8a4ede6a-2f8b-4c6e-b52c-08ce3e3b5c4d" providerId="ADAL" clId="{F10BA664-AC72-4658-B3AD-ABCB8841465F}" dt="2021-08-30T19:52:51.806" v="0" actId="47"/>
        <pc:sldMkLst>
          <pc:docMk/>
          <pc:sldMk cId="590400177" sldId="302"/>
        </pc:sldMkLst>
      </pc:sldChg>
      <pc:sldChg chg="del">
        <pc:chgData name="365 Pro Plus" userId="8a4ede6a-2f8b-4c6e-b52c-08ce3e3b5c4d" providerId="ADAL" clId="{F10BA664-AC72-4658-B3AD-ABCB8841465F}" dt="2021-08-30T19:52:51.806" v="0" actId="47"/>
        <pc:sldMkLst>
          <pc:docMk/>
          <pc:sldMk cId="3979650411" sldId="303"/>
        </pc:sldMkLst>
      </pc:sldChg>
      <pc:sldChg chg="del">
        <pc:chgData name="365 Pro Plus" userId="8a4ede6a-2f8b-4c6e-b52c-08ce3e3b5c4d" providerId="ADAL" clId="{F10BA664-AC72-4658-B3AD-ABCB8841465F}" dt="2021-08-30T19:52:51.806" v="0" actId="47"/>
        <pc:sldMkLst>
          <pc:docMk/>
          <pc:sldMk cId="1375970015" sldId="304"/>
        </pc:sldMkLst>
      </pc:sldChg>
      <pc:sldChg chg="del">
        <pc:chgData name="365 Pro Plus" userId="8a4ede6a-2f8b-4c6e-b52c-08ce3e3b5c4d" providerId="ADAL" clId="{F10BA664-AC72-4658-B3AD-ABCB8841465F}" dt="2021-08-30T19:52:51.806" v="0" actId="47"/>
        <pc:sldMkLst>
          <pc:docMk/>
          <pc:sldMk cId="2946902742" sldId="305"/>
        </pc:sldMkLst>
      </pc:sldChg>
      <pc:sldChg chg="del">
        <pc:chgData name="365 Pro Plus" userId="8a4ede6a-2f8b-4c6e-b52c-08ce3e3b5c4d" providerId="ADAL" clId="{F10BA664-AC72-4658-B3AD-ABCB8841465F}" dt="2021-08-30T19:52:51.806" v="0" actId="47"/>
        <pc:sldMkLst>
          <pc:docMk/>
          <pc:sldMk cId="435930275" sldId="306"/>
        </pc:sldMkLst>
      </pc:sldChg>
      <pc:sldChg chg="modSp new mod">
        <pc:chgData name="365 Pro Plus" userId="8a4ede6a-2f8b-4c6e-b52c-08ce3e3b5c4d" providerId="ADAL" clId="{F10BA664-AC72-4658-B3AD-ABCB8841465F}" dt="2021-08-31T16:38:55.100" v="10479" actId="404"/>
        <pc:sldMkLst>
          <pc:docMk/>
          <pc:sldMk cId="1398075553" sldId="308"/>
        </pc:sldMkLst>
        <pc:spChg chg="mod">
          <ac:chgData name="365 Pro Plus" userId="8a4ede6a-2f8b-4c6e-b52c-08ce3e3b5c4d" providerId="ADAL" clId="{F10BA664-AC72-4658-B3AD-ABCB8841465F}" dt="2021-08-30T19:53:54.695" v="30" actId="20577"/>
          <ac:spMkLst>
            <pc:docMk/>
            <pc:sldMk cId="1398075553" sldId="308"/>
            <ac:spMk id="2" creationId="{B5AA7B2E-B40C-40A2-939A-FB534EA79058}"/>
          </ac:spMkLst>
        </pc:spChg>
        <pc:spChg chg="mod">
          <ac:chgData name="365 Pro Plus" userId="8a4ede6a-2f8b-4c6e-b52c-08ce3e3b5c4d" providerId="ADAL" clId="{F10BA664-AC72-4658-B3AD-ABCB8841465F}" dt="2021-08-31T16:38:55.100" v="10479" actId="404"/>
          <ac:spMkLst>
            <pc:docMk/>
            <pc:sldMk cId="1398075553" sldId="308"/>
            <ac:spMk id="3" creationId="{A9C27826-D8F9-4FD4-BA9B-A3D03DA72B87}"/>
          </ac:spMkLst>
        </pc:spChg>
      </pc:sldChg>
      <pc:sldChg chg="del">
        <pc:chgData name="365 Pro Plus" userId="8a4ede6a-2f8b-4c6e-b52c-08ce3e3b5c4d" providerId="ADAL" clId="{F10BA664-AC72-4658-B3AD-ABCB8841465F}" dt="2021-08-30T19:52:51.806" v="0" actId="47"/>
        <pc:sldMkLst>
          <pc:docMk/>
          <pc:sldMk cId="3462184961" sldId="308"/>
        </pc:sldMkLst>
      </pc:sldChg>
      <pc:sldChg chg="modSp new mod">
        <pc:chgData name="365 Pro Plus" userId="8a4ede6a-2f8b-4c6e-b52c-08ce3e3b5c4d" providerId="ADAL" clId="{F10BA664-AC72-4658-B3AD-ABCB8841465F}" dt="2021-08-31T16:38:59.756" v="10480" actId="404"/>
        <pc:sldMkLst>
          <pc:docMk/>
          <pc:sldMk cId="2831475167" sldId="309"/>
        </pc:sldMkLst>
        <pc:spChg chg="mod">
          <ac:chgData name="365 Pro Plus" userId="8a4ede6a-2f8b-4c6e-b52c-08ce3e3b5c4d" providerId="ADAL" clId="{F10BA664-AC72-4658-B3AD-ABCB8841465F}" dt="2021-08-30T20:27:05.137" v="2620" actId="2711"/>
          <ac:spMkLst>
            <pc:docMk/>
            <pc:sldMk cId="2831475167" sldId="309"/>
            <ac:spMk id="2" creationId="{028E64AE-5EF8-4F18-AFC8-33224F265510}"/>
          </ac:spMkLst>
        </pc:spChg>
        <pc:spChg chg="mod">
          <ac:chgData name="365 Pro Plus" userId="8a4ede6a-2f8b-4c6e-b52c-08ce3e3b5c4d" providerId="ADAL" clId="{F10BA664-AC72-4658-B3AD-ABCB8841465F}" dt="2021-08-31T16:38:59.756" v="10480" actId="404"/>
          <ac:spMkLst>
            <pc:docMk/>
            <pc:sldMk cId="2831475167" sldId="309"/>
            <ac:spMk id="3" creationId="{612161A5-E8FF-40C9-8743-C195316E9224}"/>
          </ac:spMkLst>
        </pc:spChg>
      </pc:sldChg>
      <pc:sldChg chg="modSp new mod">
        <pc:chgData name="365 Pro Plus" userId="8a4ede6a-2f8b-4c6e-b52c-08ce3e3b5c4d" providerId="ADAL" clId="{F10BA664-AC72-4658-B3AD-ABCB8841465F}" dt="2021-08-31T16:39:04.002" v="10482" actId="404"/>
        <pc:sldMkLst>
          <pc:docMk/>
          <pc:sldMk cId="1766615146" sldId="310"/>
        </pc:sldMkLst>
        <pc:spChg chg="mod">
          <ac:chgData name="365 Pro Plus" userId="8a4ede6a-2f8b-4c6e-b52c-08ce3e3b5c4d" providerId="ADAL" clId="{F10BA664-AC72-4658-B3AD-ABCB8841465F}" dt="2021-08-30T20:01:42.006" v="1226" actId="20577"/>
          <ac:spMkLst>
            <pc:docMk/>
            <pc:sldMk cId="1766615146" sldId="310"/>
            <ac:spMk id="2" creationId="{33A92C10-2D35-4C4C-9696-319BDE7EAF6B}"/>
          </ac:spMkLst>
        </pc:spChg>
        <pc:spChg chg="mod">
          <ac:chgData name="365 Pro Plus" userId="8a4ede6a-2f8b-4c6e-b52c-08ce3e3b5c4d" providerId="ADAL" clId="{F10BA664-AC72-4658-B3AD-ABCB8841465F}" dt="2021-08-31T16:39:04.002" v="10482" actId="404"/>
          <ac:spMkLst>
            <pc:docMk/>
            <pc:sldMk cId="1766615146" sldId="310"/>
            <ac:spMk id="3" creationId="{D9A94F66-C21E-4829-9873-DE692B54D3C0}"/>
          </ac:spMkLst>
        </pc:spChg>
      </pc:sldChg>
      <pc:sldChg chg="addSp delSp modSp new mod">
        <pc:chgData name="365 Pro Plus" userId="8a4ede6a-2f8b-4c6e-b52c-08ce3e3b5c4d" providerId="ADAL" clId="{F10BA664-AC72-4658-B3AD-ABCB8841465F}" dt="2021-08-30T20:20:35.843" v="2497" actId="20577"/>
        <pc:sldMkLst>
          <pc:docMk/>
          <pc:sldMk cId="1238599840" sldId="311"/>
        </pc:sldMkLst>
        <pc:spChg chg="mod">
          <ac:chgData name="365 Pro Plus" userId="8a4ede6a-2f8b-4c6e-b52c-08ce3e3b5c4d" providerId="ADAL" clId="{F10BA664-AC72-4658-B3AD-ABCB8841465F}" dt="2021-08-30T20:12:12.736" v="2039" actId="20577"/>
          <ac:spMkLst>
            <pc:docMk/>
            <pc:sldMk cId="1238599840" sldId="311"/>
            <ac:spMk id="2" creationId="{610A914B-A2DA-48D5-9CC8-01A08672E207}"/>
          </ac:spMkLst>
        </pc:spChg>
        <pc:spChg chg="del">
          <ac:chgData name="365 Pro Plus" userId="8a4ede6a-2f8b-4c6e-b52c-08ce3e3b5c4d" providerId="ADAL" clId="{F10BA664-AC72-4658-B3AD-ABCB8841465F}" dt="2021-08-30T20:13:53.892" v="2042" actId="478"/>
          <ac:spMkLst>
            <pc:docMk/>
            <pc:sldMk cId="1238599840" sldId="311"/>
            <ac:spMk id="3" creationId="{31FDBE85-CA8D-433E-BB12-3DE171224C3F}"/>
          </ac:spMkLst>
        </pc:spChg>
        <pc:spChg chg="add del mod">
          <ac:chgData name="365 Pro Plus" userId="8a4ede6a-2f8b-4c6e-b52c-08ce3e3b5c4d" providerId="ADAL" clId="{F10BA664-AC72-4658-B3AD-ABCB8841465F}" dt="2021-08-30T20:13:52.394" v="2041"/>
          <ac:spMkLst>
            <pc:docMk/>
            <pc:sldMk cId="1238599840" sldId="311"/>
            <ac:spMk id="5" creationId="{35BD3603-ACAB-427D-97E1-8331D649E946}"/>
          </ac:spMkLst>
        </pc:spChg>
        <pc:spChg chg="add del mod">
          <ac:chgData name="365 Pro Plus" userId="8a4ede6a-2f8b-4c6e-b52c-08ce3e3b5c4d" providerId="ADAL" clId="{F10BA664-AC72-4658-B3AD-ABCB8841465F}" dt="2021-08-30T20:13:52.394" v="2041"/>
          <ac:spMkLst>
            <pc:docMk/>
            <pc:sldMk cId="1238599840" sldId="311"/>
            <ac:spMk id="6" creationId="{D2103F48-A17E-4DC6-895F-E3303C728EC2}"/>
          </ac:spMkLst>
        </pc:spChg>
        <pc:spChg chg="add del mod">
          <ac:chgData name="365 Pro Plus" userId="8a4ede6a-2f8b-4c6e-b52c-08ce3e3b5c4d" providerId="ADAL" clId="{F10BA664-AC72-4658-B3AD-ABCB8841465F}" dt="2021-08-30T20:13:52.394" v="2041"/>
          <ac:spMkLst>
            <pc:docMk/>
            <pc:sldMk cId="1238599840" sldId="311"/>
            <ac:spMk id="7" creationId="{60DB8098-7723-462F-9C00-6D8405638003}"/>
          </ac:spMkLst>
        </pc:spChg>
        <pc:spChg chg="add del mod">
          <ac:chgData name="365 Pro Plus" userId="8a4ede6a-2f8b-4c6e-b52c-08ce3e3b5c4d" providerId="ADAL" clId="{F10BA664-AC72-4658-B3AD-ABCB8841465F}" dt="2021-08-30T20:13:52.394" v="2041"/>
          <ac:spMkLst>
            <pc:docMk/>
            <pc:sldMk cId="1238599840" sldId="311"/>
            <ac:spMk id="8" creationId="{D0B15E51-400E-4931-A360-E4163358B7DB}"/>
          </ac:spMkLst>
        </pc:spChg>
        <pc:spChg chg="add mod">
          <ac:chgData name="365 Pro Plus" userId="8a4ede6a-2f8b-4c6e-b52c-08ce3e3b5c4d" providerId="ADAL" clId="{F10BA664-AC72-4658-B3AD-ABCB8841465F}" dt="2021-08-30T20:18:48.303" v="2449" actId="1076"/>
          <ac:spMkLst>
            <pc:docMk/>
            <pc:sldMk cId="1238599840" sldId="311"/>
            <ac:spMk id="10" creationId="{9653320A-CCE5-4BC9-9B74-C9291AE8CDD0}"/>
          </ac:spMkLst>
        </pc:spChg>
        <pc:spChg chg="add mod">
          <ac:chgData name="365 Pro Plus" userId="8a4ede6a-2f8b-4c6e-b52c-08ce3e3b5c4d" providerId="ADAL" clId="{F10BA664-AC72-4658-B3AD-ABCB8841465F}" dt="2021-08-30T20:18:48.303" v="2449" actId="1076"/>
          <ac:spMkLst>
            <pc:docMk/>
            <pc:sldMk cId="1238599840" sldId="311"/>
            <ac:spMk id="11" creationId="{7EC87D1B-5D78-4C40-98E9-579015458D8B}"/>
          </ac:spMkLst>
        </pc:spChg>
        <pc:spChg chg="add mod">
          <ac:chgData name="365 Pro Plus" userId="8a4ede6a-2f8b-4c6e-b52c-08ce3e3b5c4d" providerId="ADAL" clId="{F10BA664-AC72-4658-B3AD-ABCB8841465F}" dt="2021-08-30T20:18:48.303" v="2449" actId="1076"/>
          <ac:spMkLst>
            <pc:docMk/>
            <pc:sldMk cId="1238599840" sldId="311"/>
            <ac:spMk id="12" creationId="{5EF82E05-F98B-4280-A8FF-7D7D3D6D5C7B}"/>
          </ac:spMkLst>
        </pc:spChg>
        <pc:spChg chg="add mod">
          <ac:chgData name="365 Pro Plus" userId="8a4ede6a-2f8b-4c6e-b52c-08ce3e3b5c4d" providerId="ADAL" clId="{F10BA664-AC72-4658-B3AD-ABCB8841465F}" dt="2021-08-30T20:18:48.303" v="2449" actId="1076"/>
          <ac:spMkLst>
            <pc:docMk/>
            <pc:sldMk cId="1238599840" sldId="311"/>
            <ac:spMk id="13" creationId="{C3798AAF-42AC-4144-916E-02DBC336EC68}"/>
          </ac:spMkLst>
        </pc:spChg>
        <pc:spChg chg="add mod">
          <ac:chgData name="365 Pro Plus" userId="8a4ede6a-2f8b-4c6e-b52c-08ce3e3b5c4d" providerId="ADAL" clId="{F10BA664-AC72-4658-B3AD-ABCB8841465F}" dt="2021-08-30T20:20:35.843" v="2497" actId="20577"/>
          <ac:spMkLst>
            <pc:docMk/>
            <pc:sldMk cId="1238599840" sldId="311"/>
            <ac:spMk id="15" creationId="{E14E3D46-9C89-43FF-8817-F9C14D77ED06}"/>
          </ac:spMkLst>
        </pc:spChg>
        <pc:picChg chg="add del mod">
          <ac:chgData name="365 Pro Plus" userId="8a4ede6a-2f8b-4c6e-b52c-08ce3e3b5c4d" providerId="ADAL" clId="{F10BA664-AC72-4658-B3AD-ABCB8841465F}" dt="2021-08-30T20:13:52.394" v="2041"/>
          <ac:picMkLst>
            <pc:docMk/>
            <pc:sldMk cId="1238599840" sldId="311"/>
            <ac:picMk id="4" creationId="{BDC6B07C-26EA-4715-A826-DA2E1FFC72D7}"/>
          </ac:picMkLst>
        </pc:picChg>
        <pc:picChg chg="add mod">
          <ac:chgData name="365 Pro Plus" userId="8a4ede6a-2f8b-4c6e-b52c-08ce3e3b5c4d" providerId="ADAL" clId="{F10BA664-AC72-4658-B3AD-ABCB8841465F}" dt="2021-08-30T20:18:48.303" v="2449" actId="1076"/>
          <ac:picMkLst>
            <pc:docMk/>
            <pc:sldMk cId="1238599840" sldId="311"/>
            <ac:picMk id="9" creationId="{465ECA57-2CCA-4647-A94D-049B4E9C60DE}"/>
          </ac:picMkLst>
        </pc:picChg>
        <pc:picChg chg="add mod modCrop">
          <ac:chgData name="365 Pro Plus" userId="8a4ede6a-2f8b-4c6e-b52c-08ce3e3b5c4d" providerId="ADAL" clId="{F10BA664-AC72-4658-B3AD-ABCB8841465F}" dt="2021-08-30T20:18:48.303" v="2449" actId="1076"/>
          <ac:picMkLst>
            <pc:docMk/>
            <pc:sldMk cId="1238599840" sldId="311"/>
            <ac:picMk id="14" creationId="{83F22682-8E24-4BC0-9323-5E50E4EEC8F1}"/>
          </ac:picMkLst>
        </pc:picChg>
      </pc:sldChg>
      <pc:sldChg chg="modSp new mod">
        <pc:chgData name="365 Pro Plus" userId="8a4ede6a-2f8b-4c6e-b52c-08ce3e3b5c4d" providerId="ADAL" clId="{F10BA664-AC72-4658-B3AD-ABCB8841465F}" dt="2021-08-30T20:44:39.010" v="3733" actId="20577"/>
        <pc:sldMkLst>
          <pc:docMk/>
          <pc:sldMk cId="1450044693" sldId="312"/>
        </pc:sldMkLst>
        <pc:spChg chg="mod">
          <ac:chgData name="365 Pro Plus" userId="8a4ede6a-2f8b-4c6e-b52c-08ce3e3b5c4d" providerId="ADAL" clId="{F10BA664-AC72-4658-B3AD-ABCB8841465F}" dt="2021-08-30T20:36:33.315" v="2689" actId="20577"/>
          <ac:spMkLst>
            <pc:docMk/>
            <pc:sldMk cId="1450044693" sldId="312"/>
            <ac:spMk id="2" creationId="{6AB2490F-772C-4919-9625-3ADE01C794E5}"/>
          </ac:spMkLst>
        </pc:spChg>
        <pc:spChg chg="mod">
          <ac:chgData name="365 Pro Plus" userId="8a4ede6a-2f8b-4c6e-b52c-08ce3e3b5c4d" providerId="ADAL" clId="{F10BA664-AC72-4658-B3AD-ABCB8841465F}" dt="2021-08-30T20:44:39.010" v="3733" actId="20577"/>
          <ac:spMkLst>
            <pc:docMk/>
            <pc:sldMk cId="1450044693" sldId="312"/>
            <ac:spMk id="3" creationId="{9E54FB59-ED67-4265-A36C-58A79304CCDB}"/>
          </ac:spMkLst>
        </pc:spChg>
      </pc:sldChg>
      <pc:sldChg chg="addSp delSp modSp new mod modClrScheme chgLayout">
        <pc:chgData name="365 Pro Plus" userId="8a4ede6a-2f8b-4c6e-b52c-08ce3e3b5c4d" providerId="ADAL" clId="{F10BA664-AC72-4658-B3AD-ABCB8841465F}" dt="2021-08-30T20:46:35.770" v="3911" actId="20577"/>
        <pc:sldMkLst>
          <pc:docMk/>
          <pc:sldMk cId="2538836170" sldId="313"/>
        </pc:sldMkLst>
        <pc:spChg chg="del">
          <ac:chgData name="365 Pro Plus" userId="8a4ede6a-2f8b-4c6e-b52c-08ce3e3b5c4d" providerId="ADAL" clId="{F10BA664-AC72-4658-B3AD-ABCB8841465F}" dt="2021-08-30T20:27:55.660" v="2625" actId="700"/>
          <ac:spMkLst>
            <pc:docMk/>
            <pc:sldMk cId="2538836170" sldId="313"/>
            <ac:spMk id="2" creationId="{E89EDB2B-F385-4CA7-8324-5C075BC2C0B6}"/>
          </ac:spMkLst>
        </pc:spChg>
        <pc:spChg chg="del">
          <ac:chgData name="365 Pro Plus" userId="8a4ede6a-2f8b-4c6e-b52c-08ce3e3b5c4d" providerId="ADAL" clId="{F10BA664-AC72-4658-B3AD-ABCB8841465F}" dt="2021-08-30T20:27:55.660" v="2625" actId="700"/>
          <ac:spMkLst>
            <pc:docMk/>
            <pc:sldMk cId="2538836170" sldId="313"/>
            <ac:spMk id="3" creationId="{9EFDFCB3-FA7D-4712-8447-E97CAAFA1E34}"/>
          </ac:spMkLst>
        </pc:spChg>
        <pc:spChg chg="add mod ord">
          <ac:chgData name="365 Pro Plus" userId="8a4ede6a-2f8b-4c6e-b52c-08ce3e3b5c4d" providerId="ADAL" clId="{F10BA664-AC72-4658-B3AD-ABCB8841465F}" dt="2021-08-30T20:46:35.770" v="3911" actId="20577"/>
          <ac:spMkLst>
            <pc:docMk/>
            <pc:sldMk cId="2538836170" sldId="313"/>
            <ac:spMk id="7" creationId="{A111C380-33A0-4076-B41F-897218B6CAA6}"/>
          </ac:spMkLst>
        </pc:spChg>
        <pc:picChg chg="add del mod">
          <ac:chgData name="365 Pro Plus" userId="8a4ede6a-2f8b-4c6e-b52c-08ce3e3b5c4d" providerId="ADAL" clId="{F10BA664-AC72-4658-B3AD-ABCB8841465F}" dt="2021-08-30T20:31:30.559" v="2633" actId="478"/>
          <ac:picMkLst>
            <pc:docMk/>
            <pc:sldMk cId="2538836170" sldId="313"/>
            <ac:picMk id="4" creationId="{C438C242-F08A-4A30-A7B4-ED7890E02727}"/>
          </ac:picMkLst>
        </pc:picChg>
        <pc:picChg chg="add mod">
          <ac:chgData name="365 Pro Plus" userId="8a4ede6a-2f8b-4c6e-b52c-08ce3e3b5c4d" providerId="ADAL" clId="{F10BA664-AC72-4658-B3AD-ABCB8841465F}" dt="2021-08-30T20:35:57.622" v="2678" actId="1076"/>
          <ac:picMkLst>
            <pc:docMk/>
            <pc:sldMk cId="2538836170" sldId="313"/>
            <ac:picMk id="6" creationId="{C0731D35-B89A-4D85-8117-1A7EAB1C02FC}"/>
          </ac:picMkLst>
        </pc:picChg>
        <pc:picChg chg="add del mod">
          <ac:chgData name="365 Pro Plus" userId="8a4ede6a-2f8b-4c6e-b52c-08ce3e3b5c4d" providerId="ADAL" clId="{F10BA664-AC72-4658-B3AD-ABCB8841465F}" dt="2021-08-30T20:31:30.559" v="2633" actId="478"/>
          <ac:picMkLst>
            <pc:docMk/>
            <pc:sldMk cId="2538836170" sldId="313"/>
            <ac:picMk id="1026" creationId="{7E97BC65-4C4D-44C3-8ECB-CDBF972FDEB4}"/>
          </ac:picMkLst>
        </pc:picChg>
        <pc:picChg chg="add del mod">
          <ac:chgData name="365 Pro Plus" userId="8a4ede6a-2f8b-4c6e-b52c-08ce3e3b5c4d" providerId="ADAL" clId="{F10BA664-AC72-4658-B3AD-ABCB8841465F}" dt="2021-08-30T20:31:30.559" v="2633" actId="478"/>
          <ac:picMkLst>
            <pc:docMk/>
            <pc:sldMk cId="2538836170" sldId="313"/>
            <ac:picMk id="1028" creationId="{A62F3020-91BC-4182-90D3-7F7EEFBB9640}"/>
          </ac:picMkLst>
        </pc:picChg>
        <pc:picChg chg="add del">
          <ac:chgData name="365 Pro Plus" userId="8a4ede6a-2f8b-4c6e-b52c-08ce3e3b5c4d" providerId="ADAL" clId="{F10BA664-AC72-4658-B3AD-ABCB8841465F}" dt="2021-08-30T20:31:41.944" v="2635"/>
          <ac:picMkLst>
            <pc:docMk/>
            <pc:sldMk cId="2538836170" sldId="313"/>
            <ac:picMk id="1030" creationId="{844B8AA9-E953-49E0-8937-FAA68EF04ECA}"/>
          </ac:picMkLst>
        </pc:picChg>
      </pc:sldChg>
      <pc:sldChg chg="modSp add mod">
        <pc:chgData name="365 Pro Plus" userId="8a4ede6a-2f8b-4c6e-b52c-08ce3e3b5c4d" providerId="ADAL" clId="{F10BA664-AC72-4658-B3AD-ABCB8841465F}" dt="2021-08-30T20:46:14.145" v="3889" actId="5793"/>
        <pc:sldMkLst>
          <pc:docMk/>
          <pc:sldMk cId="3010768399" sldId="314"/>
        </pc:sldMkLst>
        <pc:spChg chg="mod">
          <ac:chgData name="365 Pro Plus" userId="8a4ede6a-2f8b-4c6e-b52c-08ce3e3b5c4d" providerId="ADAL" clId="{F10BA664-AC72-4658-B3AD-ABCB8841465F}" dt="2021-08-30T20:39:42.386" v="3098" actId="20577"/>
          <ac:spMkLst>
            <pc:docMk/>
            <pc:sldMk cId="3010768399" sldId="314"/>
            <ac:spMk id="2" creationId="{6AB2490F-772C-4919-9625-3ADE01C794E5}"/>
          </ac:spMkLst>
        </pc:spChg>
        <pc:spChg chg="mod">
          <ac:chgData name="365 Pro Plus" userId="8a4ede6a-2f8b-4c6e-b52c-08ce3e3b5c4d" providerId="ADAL" clId="{F10BA664-AC72-4658-B3AD-ABCB8841465F}" dt="2021-08-30T20:46:14.145" v="3889" actId="5793"/>
          <ac:spMkLst>
            <pc:docMk/>
            <pc:sldMk cId="3010768399" sldId="314"/>
            <ac:spMk id="3" creationId="{9E54FB59-ED67-4265-A36C-58A79304CCDB}"/>
          </ac:spMkLst>
        </pc:spChg>
      </pc:sldChg>
      <pc:sldChg chg="modSp new mod">
        <pc:chgData name="365 Pro Plus" userId="8a4ede6a-2f8b-4c6e-b52c-08ce3e3b5c4d" providerId="ADAL" clId="{F10BA664-AC72-4658-B3AD-ABCB8841465F}" dt="2021-08-30T21:26:18.601" v="4790" actId="20577"/>
        <pc:sldMkLst>
          <pc:docMk/>
          <pc:sldMk cId="3253262058" sldId="315"/>
        </pc:sldMkLst>
        <pc:spChg chg="mod">
          <ac:chgData name="365 Pro Plus" userId="8a4ede6a-2f8b-4c6e-b52c-08ce3e3b5c4d" providerId="ADAL" clId="{F10BA664-AC72-4658-B3AD-ABCB8841465F}" dt="2021-08-30T21:26:18.601" v="4790" actId="20577"/>
          <ac:spMkLst>
            <pc:docMk/>
            <pc:sldMk cId="3253262058" sldId="315"/>
            <ac:spMk id="2" creationId="{AFE9BF35-41D3-4DF8-AC8D-F948D5BC9D80}"/>
          </ac:spMkLst>
        </pc:spChg>
        <pc:spChg chg="mod">
          <ac:chgData name="365 Pro Plus" userId="8a4ede6a-2f8b-4c6e-b52c-08ce3e3b5c4d" providerId="ADAL" clId="{F10BA664-AC72-4658-B3AD-ABCB8841465F}" dt="2021-08-30T20:54:15.882" v="4090" actId="404"/>
          <ac:spMkLst>
            <pc:docMk/>
            <pc:sldMk cId="3253262058" sldId="315"/>
            <ac:spMk id="3" creationId="{39EB9500-7AAF-4015-B0B7-F898218682F7}"/>
          </ac:spMkLst>
        </pc:spChg>
      </pc:sldChg>
      <pc:sldChg chg="addSp delSp modSp add mod">
        <pc:chgData name="365 Pro Plus" userId="8a4ede6a-2f8b-4c6e-b52c-08ce3e3b5c4d" providerId="ADAL" clId="{F10BA664-AC72-4658-B3AD-ABCB8841465F}" dt="2021-08-30T21:26:50.917" v="4802" actId="20577"/>
        <pc:sldMkLst>
          <pc:docMk/>
          <pc:sldMk cId="685339852" sldId="316"/>
        </pc:sldMkLst>
        <pc:spChg chg="mod">
          <ac:chgData name="365 Pro Plus" userId="8a4ede6a-2f8b-4c6e-b52c-08ce3e3b5c4d" providerId="ADAL" clId="{F10BA664-AC72-4658-B3AD-ABCB8841465F}" dt="2021-08-30T21:26:50.917" v="4802" actId="20577"/>
          <ac:spMkLst>
            <pc:docMk/>
            <pc:sldMk cId="685339852" sldId="316"/>
            <ac:spMk id="2" creationId="{AFE9BF35-41D3-4DF8-AC8D-F948D5BC9D80}"/>
          </ac:spMkLst>
        </pc:spChg>
        <pc:spChg chg="del">
          <ac:chgData name="365 Pro Plus" userId="8a4ede6a-2f8b-4c6e-b52c-08ce3e3b5c4d" providerId="ADAL" clId="{F10BA664-AC72-4658-B3AD-ABCB8841465F}" dt="2021-08-30T20:50:18.022" v="3994" actId="478"/>
          <ac:spMkLst>
            <pc:docMk/>
            <pc:sldMk cId="685339852" sldId="316"/>
            <ac:spMk id="3" creationId="{39EB9500-7AAF-4015-B0B7-F898218682F7}"/>
          </ac:spMkLst>
        </pc:spChg>
        <pc:spChg chg="add del mod">
          <ac:chgData name="365 Pro Plus" userId="8a4ede6a-2f8b-4c6e-b52c-08ce3e3b5c4d" providerId="ADAL" clId="{F10BA664-AC72-4658-B3AD-ABCB8841465F}" dt="2021-08-30T20:50:19.480" v="3995" actId="22"/>
          <ac:spMkLst>
            <pc:docMk/>
            <pc:sldMk cId="685339852" sldId="316"/>
            <ac:spMk id="5" creationId="{0B62397C-372D-48A1-B8DF-CC1974B59EBA}"/>
          </ac:spMkLst>
        </pc:spChg>
        <pc:spChg chg="add mod">
          <ac:chgData name="365 Pro Plus" userId="8a4ede6a-2f8b-4c6e-b52c-08ce3e3b5c4d" providerId="ADAL" clId="{F10BA664-AC72-4658-B3AD-ABCB8841465F}" dt="2021-08-30T20:53:47.224" v="4088" actId="255"/>
          <ac:spMkLst>
            <pc:docMk/>
            <pc:sldMk cId="685339852" sldId="316"/>
            <ac:spMk id="12" creationId="{B2599B3C-A6E5-4D55-A9EA-0E9A0EC8D786}"/>
          </ac:spMkLst>
        </pc:spChg>
        <pc:picChg chg="add mod ord">
          <ac:chgData name="365 Pro Plus" userId="8a4ede6a-2f8b-4c6e-b52c-08ce3e3b5c4d" providerId="ADAL" clId="{F10BA664-AC72-4658-B3AD-ABCB8841465F}" dt="2021-08-30T20:53:06.221" v="4065" actId="1076"/>
          <ac:picMkLst>
            <pc:docMk/>
            <pc:sldMk cId="685339852" sldId="316"/>
            <ac:picMk id="7" creationId="{A57506D6-4C2C-41D2-8DB2-4E380D77C41D}"/>
          </ac:picMkLst>
        </pc:picChg>
        <pc:picChg chg="add mod">
          <ac:chgData name="365 Pro Plus" userId="8a4ede6a-2f8b-4c6e-b52c-08ce3e3b5c4d" providerId="ADAL" clId="{F10BA664-AC72-4658-B3AD-ABCB8841465F}" dt="2021-08-30T20:52:17.481" v="4017" actId="1076"/>
          <ac:picMkLst>
            <pc:docMk/>
            <pc:sldMk cId="685339852" sldId="316"/>
            <ac:picMk id="9" creationId="{B0980FDA-4CB1-4A92-AC42-F4205DC823E7}"/>
          </ac:picMkLst>
        </pc:picChg>
        <pc:picChg chg="add del mod">
          <ac:chgData name="365 Pro Plus" userId="8a4ede6a-2f8b-4c6e-b52c-08ce3e3b5c4d" providerId="ADAL" clId="{F10BA664-AC72-4658-B3AD-ABCB8841465F}" dt="2021-08-30T20:52:14.765" v="4016" actId="1076"/>
          <ac:picMkLst>
            <pc:docMk/>
            <pc:sldMk cId="685339852" sldId="316"/>
            <ac:picMk id="11" creationId="{609B0FFB-65AB-44A3-8880-2783219ED431}"/>
          </ac:picMkLst>
        </pc:picChg>
      </pc:sldChg>
      <pc:sldChg chg="new del">
        <pc:chgData name="365 Pro Plus" userId="8a4ede6a-2f8b-4c6e-b52c-08ce3e3b5c4d" providerId="ADAL" clId="{F10BA664-AC72-4658-B3AD-ABCB8841465F}" dt="2021-08-30T20:49:33.693" v="3992" actId="680"/>
        <pc:sldMkLst>
          <pc:docMk/>
          <pc:sldMk cId="1658330029" sldId="316"/>
        </pc:sldMkLst>
      </pc:sldChg>
      <pc:sldChg chg="modSp add mod ord">
        <pc:chgData name="365 Pro Plus" userId="8a4ede6a-2f8b-4c6e-b52c-08ce3e3b5c4d" providerId="ADAL" clId="{F10BA664-AC72-4658-B3AD-ABCB8841465F}" dt="2021-08-30T22:07:55.400" v="5839" actId="20577"/>
        <pc:sldMkLst>
          <pc:docMk/>
          <pc:sldMk cId="2352969552" sldId="317"/>
        </pc:sldMkLst>
        <pc:spChg chg="mod">
          <ac:chgData name="365 Pro Plus" userId="8a4ede6a-2f8b-4c6e-b52c-08ce3e3b5c4d" providerId="ADAL" clId="{F10BA664-AC72-4658-B3AD-ABCB8841465F}" dt="2021-08-30T21:26:30.304" v="4792" actId="20577"/>
          <ac:spMkLst>
            <pc:docMk/>
            <pc:sldMk cId="2352969552" sldId="317"/>
            <ac:spMk id="2" creationId="{AFE9BF35-41D3-4DF8-AC8D-F948D5BC9D80}"/>
          </ac:spMkLst>
        </pc:spChg>
        <pc:spChg chg="mod">
          <ac:chgData name="365 Pro Plus" userId="8a4ede6a-2f8b-4c6e-b52c-08ce3e3b5c4d" providerId="ADAL" clId="{F10BA664-AC72-4658-B3AD-ABCB8841465F}" dt="2021-08-30T22:07:55.400" v="5839" actId="20577"/>
          <ac:spMkLst>
            <pc:docMk/>
            <pc:sldMk cId="2352969552" sldId="317"/>
            <ac:spMk id="3" creationId="{39EB9500-7AAF-4015-B0B7-F898218682F7}"/>
          </ac:spMkLst>
        </pc:spChg>
      </pc:sldChg>
      <pc:sldChg chg="addSp modSp add mod">
        <pc:chgData name="365 Pro Plus" userId="8a4ede6a-2f8b-4c6e-b52c-08ce3e3b5c4d" providerId="ADAL" clId="{F10BA664-AC72-4658-B3AD-ABCB8841465F}" dt="2021-08-30T21:43:14.905" v="4816" actId="20577"/>
        <pc:sldMkLst>
          <pc:docMk/>
          <pc:sldMk cId="3347402643" sldId="318"/>
        </pc:sldMkLst>
        <pc:spChg chg="mod">
          <ac:chgData name="365 Pro Plus" userId="8a4ede6a-2f8b-4c6e-b52c-08ce3e3b5c4d" providerId="ADAL" clId="{F10BA664-AC72-4658-B3AD-ABCB8841465F}" dt="2021-08-30T21:26:43.025" v="4800" actId="20577"/>
          <ac:spMkLst>
            <pc:docMk/>
            <pc:sldMk cId="3347402643" sldId="318"/>
            <ac:spMk id="2" creationId="{AFE9BF35-41D3-4DF8-AC8D-F948D5BC9D80}"/>
          </ac:spMkLst>
        </pc:spChg>
        <pc:spChg chg="mod">
          <ac:chgData name="365 Pro Plus" userId="8a4ede6a-2f8b-4c6e-b52c-08ce3e3b5c4d" providerId="ADAL" clId="{F10BA664-AC72-4658-B3AD-ABCB8841465F}" dt="2021-08-30T21:09:29.224" v="4339" actId="1036"/>
          <ac:spMkLst>
            <pc:docMk/>
            <pc:sldMk cId="3347402643" sldId="318"/>
            <ac:spMk id="3" creationId="{39EB9500-7AAF-4015-B0B7-F898218682F7}"/>
          </ac:spMkLst>
        </pc:spChg>
        <pc:spChg chg="add mod">
          <ac:chgData name="365 Pro Plus" userId="8a4ede6a-2f8b-4c6e-b52c-08ce3e3b5c4d" providerId="ADAL" clId="{F10BA664-AC72-4658-B3AD-ABCB8841465F}" dt="2021-08-30T21:09:29.224" v="4339" actId="1036"/>
          <ac:spMkLst>
            <pc:docMk/>
            <pc:sldMk cId="3347402643" sldId="318"/>
            <ac:spMk id="11" creationId="{11051845-D122-460A-860D-6E8FB5A83D34}"/>
          </ac:spMkLst>
        </pc:spChg>
        <pc:spChg chg="add mod">
          <ac:chgData name="365 Pro Plus" userId="8a4ede6a-2f8b-4c6e-b52c-08ce3e3b5c4d" providerId="ADAL" clId="{F10BA664-AC72-4658-B3AD-ABCB8841465F}" dt="2021-08-30T21:43:14.905" v="4816" actId="20577"/>
          <ac:spMkLst>
            <pc:docMk/>
            <pc:sldMk cId="3347402643" sldId="318"/>
            <ac:spMk id="13" creationId="{04F2B9C7-D19F-4422-903D-778875E9AF99}"/>
          </ac:spMkLst>
        </pc:spChg>
        <pc:spChg chg="add mod">
          <ac:chgData name="365 Pro Plus" userId="8a4ede6a-2f8b-4c6e-b52c-08ce3e3b5c4d" providerId="ADAL" clId="{F10BA664-AC72-4658-B3AD-ABCB8841465F}" dt="2021-08-30T21:09:29.224" v="4339" actId="1036"/>
          <ac:spMkLst>
            <pc:docMk/>
            <pc:sldMk cId="3347402643" sldId="318"/>
            <ac:spMk id="16" creationId="{656A6209-4933-4625-ADB1-F4901D860CB8}"/>
          </ac:spMkLst>
        </pc:spChg>
        <pc:cxnChg chg="add mod">
          <ac:chgData name="365 Pro Plus" userId="8a4ede6a-2f8b-4c6e-b52c-08ce3e3b5c4d" providerId="ADAL" clId="{F10BA664-AC72-4658-B3AD-ABCB8841465F}" dt="2021-08-30T21:09:29.224" v="4339" actId="1036"/>
          <ac:cxnSpMkLst>
            <pc:docMk/>
            <pc:sldMk cId="3347402643" sldId="318"/>
            <ac:cxnSpMk id="5" creationId="{4F2AFA84-3853-4A4F-A147-56A37BE7176E}"/>
          </ac:cxnSpMkLst>
        </pc:cxnChg>
        <pc:cxnChg chg="add mod">
          <ac:chgData name="365 Pro Plus" userId="8a4ede6a-2f8b-4c6e-b52c-08ce3e3b5c4d" providerId="ADAL" clId="{F10BA664-AC72-4658-B3AD-ABCB8841465F}" dt="2021-08-30T21:09:29.224" v="4339" actId="1036"/>
          <ac:cxnSpMkLst>
            <pc:docMk/>
            <pc:sldMk cId="3347402643" sldId="318"/>
            <ac:cxnSpMk id="6" creationId="{AAF31218-21CD-4BDC-84CD-10225752B054}"/>
          </ac:cxnSpMkLst>
        </pc:cxnChg>
      </pc:sldChg>
      <pc:sldChg chg="addSp delSp modSp new mod modClrScheme chgLayout">
        <pc:chgData name="365 Pro Plus" userId="8a4ede6a-2f8b-4c6e-b52c-08ce3e3b5c4d" providerId="ADAL" clId="{F10BA664-AC72-4658-B3AD-ABCB8841465F}" dt="2021-08-31T16:28:00.092" v="9570" actId="1076"/>
        <pc:sldMkLst>
          <pc:docMk/>
          <pc:sldMk cId="957004168" sldId="319"/>
        </pc:sldMkLst>
        <pc:spChg chg="mod">
          <ac:chgData name="365 Pro Plus" userId="8a4ede6a-2f8b-4c6e-b52c-08ce3e3b5c4d" providerId="ADAL" clId="{F10BA664-AC72-4658-B3AD-ABCB8841465F}" dt="2021-08-31T16:27:45.328" v="9564" actId="26606"/>
          <ac:spMkLst>
            <pc:docMk/>
            <pc:sldMk cId="957004168" sldId="319"/>
            <ac:spMk id="2" creationId="{FD76DFD8-B864-4D51-84BE-3C5239B31462}"/>
          </ac:spMkLst>
        </pc:spChg>
        <pc:spChg chg="mod ord">
          <ac:chgData name="365 Pro Plus" userId="8a4ede6a-2f8b-4c6e-b52c-08ce3e3b5c4d" providerId="ADAL" clId="{F10BA664-AC72-4658-B3AD-ABCB8841465F}" dt="2021-08-31T16:27:48.818" v="9566" actId="27636"/>
          <ac:spMkLst>
            <pc:docMk/>
            <pc:sldMk cId="957004168" sldId="319"/>
            <ac:spMk id="3" creationId="{E4C31EC9-0CDA-4905-BCCA-9C2023AD6BA7}"/>
          </ac:spMkLst>
        </pc:spChg>
        <pc:picChg chg="add del mod modCrop">
          <ac:chgData name="365 Pro Plus" userId="8a4ede6a-2f8b-4c6e-b52c-08ce3e3b5c4d" providerId="ADAL" clId="{F10BA664-AC72-4658-B3AD-ABCB8841465F}" dt="2021-08-31T16:27:24.547" v="9559" actId="478"/>
          <ac:picMkLst>
            <pc:docMk/>
            <pc:sldMk cId="957004168" sldId="319"/>
            <ac:picMk id="4" creationId="{F305997B-7697-4A3E-9B00-5BEB36390EE4}"/>
          </ac:picMkLst>
        </pc:picChg>
        <pc:picChg chg="add mod">
          <ac:chgData name="365 Pro Plus" userId="8a4ede6a-2f8b-4c6e-b52c-08ce3e3b5c4d" providerId="ADAL" clId="{F10BA664-AC72-4658-B3AD-ABCB8841465F}" dt="2021-08-31T16:28:00.092" v="9570" actId="1076"/>
          <ac:picMkLst>
            <pc:docMk/>
            <pc:sldMk cId="957004168" sldId="319"/>
            <ac:picMk id="5" creationId="{23DD360B-DC78-4BCC-B72B-C1AE1C39669F}"/>
          </ac:picMkLst>
        </pc:picChg>
      </pc:sldChg>
      <pc:sldChg chg="addSp delSp modSp add mod ord">
        <pc:chgData name="365 Pro Plus" userId="8a4ede6a-2f8b-4c6e-b52c-08ce3e3b5c4d" providerId="ADAL" clId="{F10BA664-AC72-4658-B3AD-ABCB8841465F}" dt="2021-08-30T22:07:02.284" v="5728" actId="404"/>
        <pc:sldMkLst>
          <pc:docMk/>
          <pc:sldMk cId="1831459223" sldId="320"/>
        </pc:sldMkLst>
        <pc:spChg chg="mod">
          <ac:chgData name="365 Pro Plus" userId="8a4ede6a-2f8b-4c6e-b52c-08ce3e3b5c4d" providerId="ADAL" clId="{F10BA664-AC72-4658-B3AD-ABCB8841465F}" dt="2021-08-30T21:49:21.111" v="4842" actId="20577"/>
          <ac:spMkLst>
            <pc:docMk/>
            <pc:sldMk cId="1831459223" sldId="320"/>
            <ac:spMk id="2" creationId="{AFE9BF35-41D3-4DF8-AC8D-F948D5BC9D80}"/>
          </ac:spMkLst>
        </pc:spChg>
        <pc:spChg chg="mod">
          <ac:chgData name="365 Pro Plus" userId="8a4ede6a-2f8b-4c6e-b52c-08ce3e3b5c4d" providerId="ADAL" clId="{F10BA664-AC72-4658-B3AD-ABCB8841465F}" dt="2021-08-30T22:07:02.284" v="5728" actId="404"/>
          <ac:spMkLst>
            <pc:docMk/>
            <pc:sldMk cId="1831459223" sldId="320"/>
            <ac:spMk id="3" creationId="{39EB9500-7AAF-4015-B0B7-F898218682F7}"/>
          </ac:spMkLst>
        </pc:spChg>
        <pc:picChg chg="add del mod">
          <ac:chgData name="365 Pro Plus" userId="8a4ede6a-2f8b-4c6e-b52c-08ce3e3b5c4d" providerId="ADAL" clId="{F10BA664-AC72-4658-B3AD-ABCB8841465F}" dt="2021-08-30T21:51:55.559" v="5128" actId="21"/>
          <ac:picMkLst>
            <pc:docMk/>
            <pc:sldMk cId="1831459223" sldId="320"/>
            <ac:picMk id="4" creationId="{4321FC9E-4D2C-46BD-B92D-9CDF944A67F4}"/>
          </ac:picMkLst>
        </pc:picChg>
        <pc:picChg chg="add del mod">
          <ac:chgData name="365 Pro Plus" userId="8a4ede6a-2f8b-4c6e-b52c-08ce3e3b5c4d" providerId="ADAL" clId="{F10BA664-AC72-4658-B3AD-ABCB8841465F}" dt="2021-08-30T21:51:55.559" v="5128" actId="21"/>
          <ac:picMkLst>
            <pc:docMk/>
            <pc:sldMk cId="1831459223" sldId="320"/>
            <ac:picMk id="5" creationId="{B2687281-C3E5-4EEB-B7A9-DBB0BA38970A}"/>
          </ac:picMkLst>
        </pc:picChg>
        <pc:picChg chg="add del mod">
          <ac:chgData name="365 Pro Plus" userId="8a4ede6a-2f8b-4c6e-b52c-08ce3e3b5c4d" providerId="ADAL" clId="{F10BA664-AC72-4658-B3AD-ABCB8841465F}" dt="2021-08-30T21:55:22.788" v="5402"/>
          <ac:picMkLst>
            <pc:docMk/>
            <pc:sldMk cId="1831459223" sldId="320"/>
            <ac:picMk id="6" creationId="{BC1250CE-218F-4FE7-B39C-B211DE0232B1}"/>
          </ac:picMkLst>
        </pc:picChg>
        <pc:picChg chg="add del mod">
          <ac:chgData name="365 Pro Plus" userId="8a4ede6a-2f8b-4c6e-b52c-08ce3e3b5c4d" providerId="ADAL" clId="{F10BA664-AC72-4658-B3AD-ABCB8841465F}" dt="2021-08-30T21:55:22.788" v="5402"/>
          <ac:picMkLst>
            <pc:docMk/>
            <pc:sldMk cId="1831459223" sldId="320"/>
            <ac:picMk id="7" creationId="{C4944E89-17F0-428F-B40D-FDAB77D8E79A}"/>
          </ac:picMkLst>
        </pc:picChg>
      </pc:sldChg>
      <pc:sldChg chg="addSp delSp modSp add del mod">
        <pc:chgData name="365 Pro Plus" userId="8a4ede6a-2f8b-4c6e-b52c-08ce3e3b5c4d" providerId="ADAL" clId="{F10BA664-AC72-4658-B3AD-ABCB8841465F}" dt="2021-08-30T21:48:29.975" v="4818" actId="47"/>
        <pc:sldMkLst>
          <pc:docMk/>
          <pc:sldMk cId="2361993535" sldId="320"/>
        </pc:sldMkLst>
        <pc:spChg chg="del">
          <ac:chgData name="365 Pro Plus" userId="8a4ede6a-2f8b-4c6e-b52c-08ce3e3b5c4d" providerId="ADAL" clId="{F10BA664-AC72-4658-B3AD-ABCB8841465F}" dt="2021-08-30T21:32:15.813" v="4808" actId="478"/>
          <ac:spMkLst>
            <pc:docMk/>
            <pc:sldMk cId="2361993535" sldId="320"/>
            <ac:spMk id="3" creationId="{39EB9500-7AAF-4015-B0B7-F898218682F7}"/>
          </ac:spMkLst>
        </pc:spChg>
        <pc:spChg chg="add del mod">
          <ac:chgData name="365 Pro Plus" userId="8a4ede6a-2f8b-4c6e-b52c-08ce3e3b5c4d" providerId="ADAL" clId="{F10BA664-AC72-4658-B3AD-ABCB8841465F}" dt="2021-08-30T21:32:17.146" v="4809" actId="22"/>
          <ac:spMkLst>
            <pc:docMk/>
            <pc:sldMk cId="2361993535" sldId="320"/>
            <ac:spMk id="7" creationId="{0BCFAD80-2FB4-4963-A985-0596D7D100EA}"/>
          </ac:spMkLst>
        </pc:spChg>
        <pc:spChg chg="del">
          <ac:chgData name="365 Pro Plus" userId="8a4ede6a-2f8b-4c6e-b52c-08ce3e3b5c4d" providerId="ADAL" clId="{F10BA664-AC72-4658-B3AD-ABCB8841465F}" dt="2021-08-30T21:32:15.813" v="4808" actId="478"/>
          <ac:spMkLst>
            <pc:docMk/>
            <pc:sldMk cId="2361993535" sldId="320"/>
            <ac:spMk id="11" creationId="{11051845-D122-460A-860D-6E8FB5A83D34}"/>
          </ac:spMkLst>
        </pc:spChg>
        <pc:spChg chg="add mod">
          <ac:chgData name="365 Pro Plus" userId="8a4ede6a-2f8b-4c6e-b52c-08ce3e3b5c4d" providerId="ADAL" clId="{F10BA664-AC72-4658-B3AD-ABCB8841465F}" dt="2021-08-30T21:43:19.121" v="4817" actId="478"/>
          <ac:spMkLst>
            <pc:docMk/>
            <pc:sldMk cId="2361993535" sldId="320"/>
            <ac:spMk id="12" creationId="{349DB3A0-7D13-458B-89E8-6A342FC9438B}"/>
          </ac:spMkLst>
        </pc:spChg>
        <pc:spChg chg="del">
          <ac:chgData name="365 Pro Plus" userId="8a4ede6a-2f8b-4c6e-b52c-08ce3e3b5c4d" providerId="ADAL" clId="{F10BA664-AC72-4658-B3AD-ABCB8841465F}" dt="2021-08-30T21:32:15.813" v="4808" actId="478"/>
          <ac:spMkLst>
            <pc:docMk/>
            <pc:sldMk cId="2361993535" sldId="320"/>
            <ac:spMk id="13" creationId="{04F2B9C7-D19F-4422-903D-778875E9AF99}"/>
          </ac:spMkLst>
        </pc:spChg>
        <pc:spChg chg="del">
          <ac:chgData name="365 Pro Plus" userId="8a4ede6a-2f8b-4c6e-b52c-08ce3e3b5c4d" providerId="ADAL" clId="{F10BA664-AC72-4658-B3AD-ABCB8841465F}" dt="2021-08-30T21:32:15.813" v="4808" actId="478"/>
          <ac:spMkLst>
            <pc:docMk/>
            <pc:sldMk cId="2361993535" sldId="320"/>
            <ac:spMk id="16" creationId="{656A6209-4933-4625-ADB1-F4901D860CB8}"/>
          </ac:spMkLst>
        </pc:spChg>
        <pc:picChg chg="add del mod ord">
          <ac:chgData name="365 Pro Plus" userId="8a4ede6a-2f8b-4c6e-b52c-08ce3e3b5c4d" providerId="ADAL" clId="{F10BA664-AC72-4658-B3AD-ABCB8841465F}" dt="2021-08-30T21:43:19.121" v="4817" actId="478"/>
          <ac:picMkLst>
            <pc:docMk/>
            <pc:sldMk cId="2361993535" sldId="320"/>
            <ac:picMk id="9" creationId="{6CDC9C9A-A240-47B8-AB82-EDF44144B5F7}"/>
          </ac:picMkLst>
        </pc:picChg>
        <pc:cxnChg chg="del">
          <ac:chgData name="365 Pro Plus" userId="8a4ede6a-2f8b-4c6e-b52c-08ce3e3b5c4d" providerId="ADAL" clId="{F10BA664-AC72-4658-B3AD-ABCB8841465F}" dt="2021-08-30T21:32:15.813" v="4808" actId="478"/>
          <ac:cxnSpMkLst>
            <pc:docMk/>
            <pc:sldMk cId="2361993535" sldId="320"/>
            <ac:cxnSpMk id="5" creationId="{4F2AFA84-3853-4A4F-A147-56A37BE7176E}"/>
          </ac:cxnSpMkLst>
        </pc:cxnChg>
        <pc:cxnChg chg="del">
          <ac:chgData name="365 Pro Plus" userId="8a4ede6a-2f8b-4c6e-b52c-08ce3e3b5c4d" providerId="ADAL" clId="{F10BA664-AC72-4658-B3AD-ABCB8841465F}" dt="2021-08-30T21:32:15.813" v="4808" actId="478"/>
          <ac:cxnSpMkLst>
            <pc:docMk/>
            <pc:sldMk cId="2361993535" sldId="320"/>
            <ac:cxnSpMk id="6" creationId="{AAF31218-21CD-4BDC-84CD-10225752B054}"/>
          </ac:cxnSpMkLst>
        </pc:cxnChg>
      </pc:sldChg>
      <pc:sldChg chg="addSp delSp modSp add mod">
        <pc:chgData name="365 Pro Plus" userId="8a4ede6a-2f8b-4c6e-b52c-08ce3e3b5c4d" providerId="ADAL" clId="{F10BA664-AC72-4658-B3AD-ABCB8841465F}" dt="2021-08-30T21:58:34.600" v="5690" actId="208"/>
        <pc:sldMkLst>
          <pc:docMk/>
          <pc:sldMk cId="1200906979" sldId="321"/>
        </pc:sldMkLst>
        <pc:spChg chg="del">
          <ac:chgData name="365 Pro Plus" userId="8a4ede6a-2f8b-4c6e-b52c-08ce3e3b5c4d" providerId="ADAL" clId="{F10BA664-AC72-4658-B3AD-ABCB8841465F}" dt="2021-08-30T21:57:07.082" v="5632" actId="478"/>
          <ac:spMkLst>
            <pc:docMk/>
            <pc:sldMk cId="1200906979" sldId="321"/>
            <ac:spMk id="3" creationId="{39EB9500-7AAF-4015-B0B7-F898218682F7}"/>
          </ac:spMkLst>
        </pc:spChg>
        <pc:spChg chg="add del mod">
          <ac:chgData name="365 Pro Plus" userId="8a4ede6a-2f8b-4c6e-b52c-08ce3e3b5c4d" providerId="ADAL" clId="{F10BA664-AC72-4658-B3AD-ABCB8841465F}" dt="2021-08-30T21:58:04.150" v="5682"/>
          <ac:spMkLst>
            <pc:docMk/>
            <pc:sldMk cId="1200906979" sldId="321"/>
            <ac:spMk id="5" creationId="{E60199E4-3070-43B4-9705-5EF41229FFBB}"/>
          </ac:spMkLst>
        </pc:spChg>
        <pc:picChg chg="add del mod">
          <ac:chgData name="365 Pro Plus" userId="8a4ede6a-2f8b-4c6e-b52c-08ce3e3b5c4d" providerId="ADAL" clId="{F10BA664-AC72-4658-B3AD-ABCB8841465F}" dt="2021-08-30T21:57:11.985" v="5634" actId="21"/>
          <ac:picMkLst>
            <pc:docMk/>
            <pc:sldMk cId="1200906979" sldId="321"/>
            <ac:picMk id="6" creationId="{3D9ADAE5-10B3-467C-B863-157A493E99AB}"/>
          </ac:picMkLst>
        </pc:picChg>
        <pc:picChg chg="add del mod">
          <ac:chgData name="365 Pro Plus" userId="8a4ede6a-2f8b-4c6e-b52c-08ce3e3b5c4d" providerId="ADAL" clId="{F10BA664-AC72-4658-B3AD-ABCB8841465F}" dt="2021-08-30T21:57:11.985" v="5634" actId="21"/>
          <ac:picMkLst>
            <pc:docMk/>
            <pc:sldMk cId="1200906979" sldId="321"/>
            <ac:picMk id="7" creationId="{88A53B68-C3D1-41CD-9C9B-F59A1F30F338}"/>
          </ac:picMkLst>
        </pc:picChg>
        <pc:picChg chg="add del mod">
          <ac:chgData name="365 Pro Plus" userId="8a4ede6a-2f8b-4c6e-b52c-08ce3e3b5c4d" providerId="ADAL" clId="{F10BA664-AC72-4658-B3AD-ABCB8841465F}" dt="2021-08-30T21:57:14.199" v="5636" actId="21"/>
          <ac:picMkLst>
            <pc:docMk/>
            <pc:sldMk cId="1200906979" sldId="321"/>
            <ac:picMk id="8" creationId="{F56D76FB-AA39-4131-8DD9-4C889FF68732}"/>
          </ac:picMkLst>
        </pc:picChg>
        <pc:picChg chg="add del mod">
          <ac:chgData name="365 Pro Plus" userId="8a4ede6a-2f8b-4c6e-b52c-08ce3e3b5c4d" providerId="ADAL" clId="{F10BA664-AC72-4658-B3AD-ABCB8841465F}" dt="2021-08-30T21:57:14.199" v="5636" actId="21"/>
          <ac:picMkLst>
            <pc:docMk/>
            <pc:sldMk cId="1200906979" sldId="321"/>
            <ac:picMk id="9" creationId="{C315E172-E2EA-48DC-9712-15114C79717A}"/>
          </ac:picMkLst>
        </pc:picChg>
        <pc:picChg chg="add del mod">
          <ac:chgData name="365 Pro Plus" userId="8a4ede6a-2f8b-4c6e-b52c-08ce3e3b5c4d" providerId="ADAL" clId="{F10BA664-AC72-4658-B3AD-ABCB8841465F}" dt="2021-08-30T21:58:00.504" v="5679" actId="21"/>
          <ac:picMkLst>
            <pc:docMk/>
            <pc:sldMk cId="1200906979" sldId="321"/>
            <ac:picMk id="10" creationId="{C6BC0974-FFC4-437B-9364-632AF6002085}"/>
          </ac:picMkLst>
        </pc:picChg>
        <pc:picChg chg="add del mod">
          <ac:chgData name="365 Pro Plus" userId="8a4ede6a-2f8b-4c6e-b52c-08ce3e3b5c4d" providerId="ADAL" clId="{F10BA664-AC72-4658-B3AD-ABCB8841465F}" dt="2021-08-30T21:58:00.504" v="5679" actId="21"/>
          <ac:picMkLst>
            <pc:docMk/>
            <pc:sldMk cId="1200906979" sldId="321"/>
            <ac:picMk id="11" creationId="{3E23960B-5790-4793-9ACF-218284D9CA03}"/>
          </ac:picMkLst>
        </pc:picChg>
        <pc:picChg chg="add del mod">
          <ac:chgData name="365 Pro Plus" userId="8a4ede6a-2f8b-4c6e-b52c-08ce3e3b5c4d" providerId="ADAL" clId="{F10BA664-AC72-4658-B3AD-ABCB8841465F}" dt="2021-08-30T21:57:20.176" v="5642"/>
          <ac:picMkLst>
            <pc:docMk/>
            <pc:sldMk cId="1200906979" sldId="321"/>
            <ac:picMk id="12" creationId="{B6EA8540-94E8-4B99-98A8-FEF409302E9D}"/>
          </ac:picMkLst>
        </pc:picChg>
        <pc:picChg chg="add del mod">
          <ac:chgData name="365 Pro Plus" userId="8a4ede6a-2f8b-4c6e-b52c-08ce3e3b5c4d" providerId="ADAL" clId="{F10BA664-AC72-4658-B3AD-ABCB8841465F}" dt="2021-08-30T21:58:03.456" v="5681" actId="21"/>
          <ac:picMkLst>
            <pc:docMk/>
            <pc:sldMk cId="1200906979" sldId="321"/>
            <ac:picMk id="13" creationId="{7D1BEC10-88CE-4F9B-8E2B-A2398EFD0EB1}"/>
          </ac:picMkLst>
        </pc:picChg>
        <pc:picChg chg="add mod">
          <ac:chgData name="365 Pro Plus" userId="8a4ede6a-2f8b-4c6e-b52c-08ce3e3b5c4d" providerId="ADAL" clId="{F10BA664-AC72-4658-B3AD-ABCB8841465F}" dt="2021-08-30T21:58:12.875" v="5687" actId="1076"/>
          <ac:picMkLst>
            <pc:docMk/>
            <pc:sldMk cId="1200906979" sldId="321"/>
            <ac:picMk id="14" creationId="{7156DF96-58B7-4629-B50B-D5A368E39353}"/>
          </ac:picMkLst>
        </pc:picChg>
        <pc:picChg chg="add mod">
          <ac:chgData name="365 Pro Plus" userId="8a4ede6a-2f8b-4c6e-b52c-08ce3e3b5c4d" providerId="ADAL" clId="{F10BA664-AC72-4658-B3AD-ABCB8841465F}" dt="2021-08-30T21:58:06.211" v="5683" actId="1076"/>
          <ac:picMkLst>
            <pc:docMk/>
            <pc:sldMk cId="1200906979" sldId="321"/>
            <ac:picMk id="15" creationId="{7E73C4A3-A512-4FDC-AC1A-C93EE8B26D8D}"/>
          </ac:picMkLst>
        </pc:picChg>
        <pc:cxnChg chg="add mod">
          <ac:chgData name="365 Pro Plus" userId="8a4ede6a-2f8b-4c6e-b52c-08ce3e3b5c4d" providerId="ADAL" clId="{F10BA664-AC72-4658-B3AD-ABCB8841465F}" dt="2021-08-30T21:58:34.600" v="5690" actId="208"/>
          <ac:cxnSpMkLst>
            <pc:docMk/>
            <pc:sldMk cId="1200906979" sldId="321"/>
            <ac:cxnSpMk id="17" creationId="{212CF8B1-42E0-44A6-875A-0264E240DD71}"/>
          </ac:cxnSpMkLst>
        </pc:cxnChg>
      </pc:sldChg>
      <pc:sldChg chg="modSp add mod ord">
        <pc:chgData name="365 Pro Plus" userId="8a4ede6a-2f8b-4c6e-b52c-08ce3e3b5c4d" providerId="ADAL" clId="{F10BA664-AC72-4658-B3AD-ABCB8841465F}" dt="2021-08-30T22:06:55.950" v="5727" actId="404"/>
        <pc:sldMkLst>
          <pc:docMk/>
          <pc:sldMk cId="1182326432" sldId="322"/>
        </pc:sldMkLst>
        <pc:spChg chg="mod">
          <ac:chgData name="365 Pro Plus" userId="8a4ede6a-2f8b-4c6e-b52c-08ce3e3b5c4d" providerId="ADAL" clId="{F10BA664-AC72-4658-B3AD-ABCB8841465F}" dt="2021-08-30T21:59:02.685" v="5717" actId="20577"/>
          <ac:spMkLst>
            <pc:docMk/>
            <pc:sldMk cId="1182326432" sldId="322"/>
            <ac:spMk id="2" creationId="{AFE9BF35-41D3-4DF8-AC8D-F948D5BC9D80}"/>
          </ac:spMkLst>
        </pc:spChg>
        <pc:spChg chg="mod">
          <ac:chgData name="365 Pro Plus" userId="8a4ede6a-2f8b-4c6e-b52c-08ce3e3b5c4d" providerId="ADAL" clId="{F10BA664-AC72-4658-B3AD-ABCB8841465F}" dt="2021-08-30T22:06:55.950" v="5727" actId="404"/>
          <ac:spMkLst>
            <pc:docMk/>
            <pc:sldMk cId="1182326432" sldId="322"/>
            <ac:spMk id="3" creationId="{39EB9500-7AAF-4015-B0B7-F898218682F7}"/>
          </ac:spMkLst>
        </pc:spChg>
      </pc:sldChg>
      <pc:sldChg chg="addSp delSp modSp add mod">
        <pc:chgData name="365 Pro Plus" userId="8a4ede6a-2f8b-4c6e-b52c-08ce3e3b5c4d" providerId="ADAL" clId="{F10BA664-AC72-4658-B3AD-ABCB8841465F}" dt="2021-08-30T22:13:42.473" v="6130" actId="12"/>
        <pc:sldMkLst>
          <pc:docMk/>
          <pc:sldMk cId="3722823132" sldId="323"/>
        </pc:sldMkLst>
        <pc:spChg chg="del mod">
          <ac:chgData name="365 Pro Plus" userId="8a4ede6a-2f8b-4c6e-b52c-08ce3e3b5c4d" providerId="ADAL" clId="{F10BA664-AC72-4658-B3AD-ABCB8841465F}" dt="2021-08-30T22:09:15.133" v="5842"/>
          <ac:spMkLst>
            <pc:docMk/>
            <pc:sldMk cId="3722823132" sldId="323"/>
            <ac:spMk id="3" creationId="{39EB9500-7AAF-4015-B0B7-F898218682F7}"/>
          </ac:spMkLst>
        </pc:spChg>
        <pc:spChg chg="add mod">
          <ac:chgData name="365 Pro Plus" userId="8a4ede6a-2f8b-4c6e-b52c-08ce3e3b5c4d" providerId="ADAL" clId="{F10BA664-AC72-4658-B3AD-ABCB8841465F}" dt="2021-08-30T22:12:38.578" v="6067" actId="1076"/>
          <ac:spMkLst>
            <pc:docMk/>
            <pc:sldMk cId="3722823132" sldId="323"/>
            <ac:spMk id="11" creationId="{834201CA-5447-4948-A5C3-953DAE09CB76}"/>
          </ac:spMkLst>
        </pc:spChg>
        <pc:spChg chg="add mod">
          <ac:chgData name="365 Pro Plus" userId="8a4ede6a-2f8b-4c6e-b52c-08ce3e3b5c4d" providerId="ADAL" clId="{F10BA664-AC72-4658-B3AD-ABCB8841465F}" dt="2021-08-30T22:12:38.578" v="6067" actId="1076"/>
          <ac:spMkLst>
            <pc:docMk/>
            <pc:sldMk cId="3722823132" sldId="323"/>
            <ac:spMk id="12" creationId="{A8F6564E-38EE-442F-AFD2-E91425796B2C}"/>
          </ac:spMkLst>
        </pc:spChg>
        <pc:spChg chg="add mod">
          <ac:chgData name="365 Pro Plus" userId="8a4ede6a-2f8b-4c6e-b52c-08ce3e3b5c4d" providerId="ADAL" clId="{F10BA664-AC72-4658-B3AD-ABCB8841465F}" dt="2021-08-30T22:13:42.473" v="6130" actId="12"/>
          <ac:spMkLst>
            <pc:docMk/>
            <pc:sldMk cId="3722823132" sldId="323"/>
            <ac:spMk id="13" creationId="{38EB9A59-A1B8-4FED-86B7-852DBF719C94}"/>
          </ac:spMkLst>
        </pc:spChg>
        <pc:picChg chg="add mod">
          <ac:chgData name="365 Pro Plus" userId="8a4ede6a-2f8b-4c6e-b52c-08ce3e3b5c4d" providerId="ADAL" clId="{F10BA664-AC72-4658-B3AD-ABCB8841465F}" dt="2021-08-30T22:12:38.578" v="6067" actId="1076"/>
          <ac:picMkLst>
            <pc:docMk/>
            <pc:sldMk cId="3722823132" sldId="323"/>
            <ac:picMk id="4" creationId="{136697F8-BF7C-4B22-8204-27D8D327A2AC}"/>
          </ac:picMkLst>
        </pc:picChg>
        <pc:picChg chg="add mod">
          <ac:chgData name="365 Pro Plus" userId="8a4ede6a-2f8b-4c6e-b52c-08ce3e3b5c4d" providerId="ADAL" clId="{F10BA664-AC72-4658-B3AD-ABCB8841465F}" dt="2021-08-30T22:13:11.074" v="6075" actId="14100"/>
          <ac:picMkLst>
            <pc:docMk/>
            <pc:sldMk cId="3722823132" sldId="323"/>
            <ac:picMk id="5" creationId="{6339BE4E-C5B6-4D9C-BBC3-194AC57762CB}"/>
          </ac:picMkLst>
        </pc:picChg>
        <pc:cxnChg chg="add mod">
          <ac:chgData name="365 Pro Plus" userId="8a4ede6a-2f8b-4c6e-b52c-08ce3e3b5c4d" providerId="ADAL" clId="{F10BA664-AC72-4658-B3AD-ABCB8841465F}" dt="2021-08-30T22:13:11.074" v="6075" actId="14100"/>
          <ac:cxnSpMkLst>
            <pc:docMk/>
            <pc:sldMk cId="3722823132" sldId="323"/>
            <ac:cxnSpMk id="7" creationId="{E0BD3266-8E84-4F11-8EE3-03E94E0A4FDE}"/>
          </ac:cxnSpMkLst>
        </pc:cxnChg>
      </pc:sldChg>
      <pc:sldChg chg="modSp add mod ord">
        <pc:chgData name="365 Pro Plus" userId="8a4ede6a-2f8b-4c6e-b52c-08ce3e3b5c4d" providerId="ADAL" clId="{F10BA664-AC72-4658-B3AD-ABCB8841465F}" dt="2021-08-30T22:51:34.731" v="6345" actId="20577"/>
        <pc:sldMkLst>
          <pc:docMk/>
          <pc:sldMk cId="454923318" sldId="324"/>
        </pc:sldMkLst>
        <pc:spChg chg="mod">
          <ac:chgData name="365 Pro Plus" userId="8a4ede6a-2f8b-4c6e-b52c-08ce3e3b5c4d" providerId="ADAL" clId="{F10BA664-AC72-4658-B3AD-ABCB8841465F}" dt="2021-08-30T22:14:15.941" v="6156" actId="20577"/>
          <ac:spMkLst>
            <pc:docMk/>
            <pc:sldMk cId="454923318" sldId="324"/>
            <ac:spMk id="2" creationId="{AFE9BF35-41D3-4DF8-AC8D-F948D5BC9D80}"/>
          </ac:spMkLst>
        </pc:spChg>
        <pc:spChg chg="mod">
          <ac:chgData name="365 Pro Plus" userId="8a4ede6a-2f8b-4c6e-b52c-08ce3e3b5c4d" providerId="ADAL" clId="{F10BA664-AC72-4658-B3AD-ABCB8841465F}" dt="2021-08-30T22:51:34.731" v="6345" actId="20577"/>
          <ac:spMkLst>
            <pc:docMk/>
            <pc:sldMk cId="454923318" sldId="324"/>
            <ac:spMk id="3" creationId="{39EB9500-7AAF-4015-B0B7-F898218682F7}"/>
          </ac:spMkLst>
        </pc:spChg>
      </pc:sldChg>
      <pc:sldChg chg="addSp delSp modSp add mod modClrScheme chgLayout">
        <pc:chgData name="365 Pro Plus" userId="8a4ede6a-2f8b-4c6e-b52c-08ce3e3b5c4d" providerId="ADAL" clId="{F10BA664-AC72-4658-B3AD-ABCB8841465F}" dt="2021-08-31T05:58:15.202" v="7078" actId="20577"/>
        <pc:sldMkLst>
          <pc:docMk/>
          <pc:sldMk cId="422901895" sldId="325"/>
        </pc:sldMkLst>
        <pc:spChg chg="mod">
          <ac:chgData name="365 Pro Plus" userId="8a4ede6a-2f8b-4c6e-b52c-08ce3e3b5c4d" providerId="ADAL" clId="{F10BA664-AC72-4658-B3AD-ABCB8841465F}" dt="2021-08-30T22:52:55.699" v="6407" actId="26606"/>
          <ac:spMkLst>
            <pc:docMk/>
            <pc:sldMk cId="422901895" sldId="325"/>
            <ac:spMk id="2" creationId="{AFE9BF35-41D3-4DF8-AC8D-F948D5BC9D80}"/>
          </ac:spMkLst>
        </pc:spChg>
        <pc:spChg chg="add del mod ord">
          <ac:chgData name="365 Pro Plus" userId="8a4ede6a-2f8b-4c6e-b52c-08ce3e3b5c4d" providerId="ADAL" clId="{F10BA664-AC72-4658-B3AD-ABCB8841465F}" dt="2021-08-31T05:58:15.202" v="7078" actId="20577"/>
          <ac:spMkLst>
            <pc:docMk/>
            <pc:sldMk cId="422901895" sldId="325"/>
            <ac:spMk id="3" creationId="{39EB9500-7AAF-4015-B0B7-F898218682F7}"/>
          </ac:spMkLst>
        </pc:spChg>
        <pc:picChg chg="add mod">
          <ac:chgData name="365 Pro Plus" userId="8a4ede6a-2f8b-4c6e-b52c-08ce3e3b5c4d" providerId="ADAL" clId="{F10BA664-AC72-4658-B3AD-ABCB8841465F}" dt="2021-08-30T22:51:53.241" v="6348"/>
          <ac:picMkLst>
            <pc:docMk/>
            <pc:sldMk cId="422901895" sldId="325"/>
            <ac:picMk id="4" creationId="{FA630EB1-1030-4E12-8690-F8AD9FEC274E}"/>
          </ac:picMkLst>
        </pc:picChg>
        <pc:picChg chg="add mod">
          <ac:chgData name="365 Pro Plus" userId="8a4ede6a-2f8b-4c6e-b52c-08ce3e3b5c4d" providerId="ADAL" clId="{F10BA664-AC72-4658-B3AD-ABCB8841465F}" dt="2021-08-30T22:52:03.165" v="6353"/>
          <ac:picMkLst>
            <pc:docMk/>
            <pc:sldMk cId="422901895" sldId="325"/>
            <ac:picMk id="5" creationId="{CDD1D0A4-2B2F-444F-9603-96FF9CC44AE3}"/>
          </ac:picMkLst>
        </pc:picChg>
        <pc:picChg chg="add mod">
          <ac:chgData name="365 Pro Plus" userId="8a4ede6a-2f8b-4c6e-b52c-08ce3e3b5c4d" providerId="ADAL" clId="{F10BA664-AC72-4658-B3AD-ABCB8841465F}" dt="2021-08-31T05:57:10.833" v="7036" actId="26606"/>
          <ac:picMkLst>
            <pc:docMk/>
            <pc:sldMk cId="422901895" sldId="325"/>
            <ac:picMk id="6" creationId="{7548F325-3A05-4B4B-A4AF-309E81003362}"/>
          </ac:picMkLst>
        </pc:picChg>
      </pc:sldChg>
      <pc:sldChg chg="modSp add mod ord">
        <pc:chgData name="365 Pro Plus" userId="8a4ede6a-2f8b-4c6e-b52c-08ce3e3b5c4d" providerId="ADAL" clId="{F10BA664-AC72-4658-B3AD-ABCB8841465F}" dt="2021-08-31T06:01:49.412" v="7306" actId="20577"/>
        <pc:sldMkLst>
          <pc:docMk/>
          <pc:sldMk cId="1714048452" sldId="326"/>
        </pc:sldMkLst>
        <pc:spChg chg="mod">
          <ac:chgData name="365 Pro Plus" userId="8a4ede6a-2f8b-4c6e-b52c-08ce3e3b5c4d" providerId="ADAL" clId="{F10BA664-AC72-4658-B3AD-ABCB8841465F}" dt="2021-08-31T05:59:14.544" v="7105" actId="20577"/>
          <ac:spMkLst>
            <pc:docMk/>
            <pc:sldMk cId="1714048452" sldId="326"/>
            <ac:spMk id="2" creationId="{AFE9BF35-41D3-4DF8-AC8D-F948D5BC9D80}"/>
          </ac:spMkLst>
        </pc:spChg>
        <pc:spChg chg="mod">
          <ac:chgData name="365 Pro Plus" userId="8a4ede6a-2f8b-4c6e-b52c-08ce3e3b5c4d" providerId="ADAL" clId="{F10BA664-AC72-4658-B3AD-ABCB8841465F}" dt="2021-08-31T06:01:49.412" v="7306" actId="20577"/>
          <ac:spMkLst>
            <pc:docMk/>
            <pc:sldMk cId="1714048452" sldId="326"/>
            <ac:spMk id="3" creationId="{39EB9500-7AAF-4015-B0B7-F898218682F7}"/>
          </ac:spMkLst>
        </pc:spChg>
      </pc:sldChg>
      <pc:sldChg chg="addSp modSp add del">
        <pc:chgData name="365 Pro Plus" userId="8a4ede6a-2f8b-4c6e-b52c-08ce3e3b5c4d" providerId="ADAL" clId="{F10BA664-AC72-4658-B3AD-ABCB8841465F}" dt="2021-08-31T06:02:08.092" v="7310" actId="47"/>
        <pc:sldMkLst>
          <pc:docMk/>
          <pc:sldMk cId="755878056" sldId="327"/>
        </pc:sldMkLst>
        <pc:picChg chg="add mod">
          <ac:chgData name="365 Pro Plus" userId="8a4ede6a-2f8b-4c6e-b52c-08ce3e3b5c4d" providerId="ADAL" clId="{F10BA664-AC72-4658-B3AD-ABCB8841465F}" dt="2021-08-31T06:01:59.406" v="7308"/>
          <ac:picMkLst>
            <pc:docMk/>
            <pc:sldMk cId="755878056" sldId="327"/>
            <ac:picMk id="4" creationId="{B61953CF-2E19-42D7-9B63-89FDE6ADC69F}"/>
          </ac:picMkLst>
        </pc:picChg>
      </pc:sldChg>
      <pc:sldChg chg="addSp delSp modSp add mod">
        <pc:chgData name="365 Pro Plus" userId="8a4ede6a-2f8b-4c6e-b52c-08ce3e3b5c4d" providerId="ADAL" clId="{F10BA664-AC72-4658-B3AD-ABCB8841465F}" dt="2021-08-31T06:06:41.740" v="7558" actId="20577"/>
        <pc:sldMkLst>
          <pc:docMk/>
          <pc:sldMk cId="3696247069" sldId="328"/>
        </pc:sldMkLst>
        <pc:spChg chg="mod">
          <ac:chgData name="365 Pro Plus" userId="8a4ede6a-2f8b-4c6e-b52c-08ce3e3b5c4d" providerId="ADAL" clId="{F10BA664-AC72-4658-B3AD-ABCB8841465F}" dt="2021-08-31T06:04:15.201" v="7459"/>
          <ac:spMkLst>
            <pc:docMk/>
            <pc:sldMk cId="3696247069" sldId="328"/>
            <ac:spMk id="2" creationId="{AFE9BF35-41D3-4DF8-AC8D-F948D5BC9D80}"/>
          </ac:spMkLst>
        </pc:spChg>
        <pc:spChg chg="mod">
          <ac:chgData name="365 Pro Plus" userId="8a4ede6a-2f8b-4c6e-b52c-08ce3e3b5c4d" providerId="ADAL" clId="{F10BA664-AC72-4658-B3AD-ABCB8841465F}" dt="2021-08-31T06:06:41.740" v="7558" actId="20577"/>
          <ac:spMkLst>
            <pc:docMk/>
            <pc:sldMk cId="3696247069" sldId="328"/>
            <ac:spMk id="3" creationId="{39EB9500-7AAF-4015-B0B7-F898218682F7}"/>
          </ac:spMkLst>
        </pc:spChg>
        <pc:spChg chg="add mod">
          <ac:chgData name="365 Pro Plus" userId="8a4ede6a-2f8b-4c6e-b52c-08ce3e3b5c4d" providerId="ADAL" clId="{F10BA664-AC72-4658-B3AD-ABCB8841465F}" dt="2021-08-31T06:03:23.142" v="7427" actId="14100"/>
          <ac:spMkLst>
            <pc:docMk/>
            <pc:sldMk cId="3696247069" sldId="328"/>
            <ac:spMk id="4" creationId="{D73E1FC2-DFB6-4543-BFBC-6A6870AFDA83}"/>
          </ac:spMkLst>
        </pc:spChg>
        <pc:picChg chg="add mod">
          <ac:chgData name="365 Pro Plus" userId="8a4ede6a-2f8b-4c6e-b52c-08ce3e3b5c4d" providerId="ADAL" clId="{F10BA664-AC72-4658-B3AD-ABCB8841465F}" dt="2021-08-31T06:02:13.605" v="7313" actId="1076"/>
          <ac:picMkLst>
            <pc:docMk/>
            <pc:sldMk cId="3696247069" sldId="328"/>
            <ac:picMk id="5" creationId="{04072C27-D2A3-4BE8-BE82-13DB4D2C394D}"/>
          </ac:picMkLst>
        </pc:picChg>
        <pc:picChg chg="del">
          <ac:chgData name="365 Pro Plus" userId="8a4ede6a-2f8b-4c6e-b52c-08ce3e3b5c4d" providerId="ADAL" clId="{F10BA664-AC72-4658-B3AD-ABCB8841465F}" dt="2021-08-31T06:02:10.167" v="7311" actId="478"/>
          <ac:picMkLst>
            <pc:docMk/>
            <pc:sldMk cId="3696247069" sldId="328"/>
            <ac:picMk id="6" creationId="{7548F325-3A05-4B4B-A4AF-309E81003362}"/>
          </ac:picMkLst>
        </pc:picChg>
      </pc:sldChg>
      <pc:sldChg chg="modSp add mod ord">
        <pc:chgData name="365 Pro Plus" userId="8a4ede6a-2f8b-4c6e-b52c-08ce3e3b5c4d" providerId="ADAL" clId="{F10BA664-AC72-4658-B3AD-ABCB8841465F}" dt="2021-08-31T16:01:22.877" v="9154"/>
        <pc:sldMkLst>
          <pc:docMk/>
          <pc:sldMk cId="463703727" sldId="329"/>
        </pc:sldMkLst>
        <pc:spChg chg="mod">
          <ac:chgData name="365 Pro Plus" userId="8a4ede6a-2f8b-4c6e-b52c-08ce3e3b5c4d" providerId="ADAL" clId="{F10BA664-AC72-4658-B3AD-ABCB8841465F}" dt="2021-08-31T08:04:55.126" v="7581" actId="20577"/>
          <ac:spMkLst>
            <pc:docMk/>
            <pc:sldMk cId="463703727" sldId="329"/>
            <ac:spMk id="2" creationId="{AFE9BF35-41D3-4DF8-AC8D-F948D5BC9D80}"/>
          </ac:spMkLst>
        </pc:spChg>
        <pc:spChg chg="mod">
          <ac:chgData name="365 Pro Plus" userId="8a4ede6a-2f8b-4c6e-b52c-08ce3e3b5c4d" providerId="ADAL" clId="{F10BA664-AC72-4658-B3AD-ABCB8841465F}" dt="2021-08-31T16:01:22.877" v="9154"/>
          <ac:spMkLst>
            <pc:docMk/>
            <pc:sldMk cId="463703727" sldId="329"/>
            <ac:spMk id="3" creationId="{39EB9500-7AAF-4015-B0B7-F898218682F7}"/>
          </ac:spMkLst>
        </pc:spChg>
      </pc:sldChg>
      <pc:sldChg chg="addSp delSp modSp add mod ord">
        <pc:chgData name="365 Pro Plus" userId="8a4ede6a-2f8b-4c6e-b52c-08ce3e3b5c4d" providerId="ADAL" clId="{F10BA664-AC72-4658-B3AD-ABCB8841465F}" dt="2021-08-31T08:12:30.488" v="8157" actId="20577"/>
        <pc:sldMkLst>
          <pc:docMk/>
          <pc:sldMk cId="4025669108" sldId="330"/>
        </pc:sldMkLst>
        <pc:spChg chg="mod">
          <ac:chgData name="365 Pro Plus" userId="8a4ede6a-2f8b-4c6e-b52c-08ce3e3b5c4d" providerId="ADAL" clId="{F10BA664-AC72-4658-B3AD-ABCB8841465F}" dt="2021-08-31T08:07:08.739" v="7753"/>
          <ac:spMkLst>
            <pc:docMk/>
            <pc:sldMk cId="4025669108" sldId="330"/>
            <ac:spMk id="2" creationId="{AFE9BF35-41D3-4DF8-AC8D-F948D5BC9D80}"/>
          </ac:spMkLst>
        </pc:spChg>
        <pc:spChg chg="mod">
          <ac:chgData name="365 Pro Plus" userId="8a4ede6a-2f8b-4c6e-b52c-08ce3e3b5c4d" providerId="ADAL" clId="{F10BA664-AC72-4658-B3AD-ABCB8841465F}" dt="2021-08-31T08:12:30.488" v="8157" actId="20577"/>
          <ac:spMkLst>
            <pc:docMk/>
            <pc:sldMk cId="4025669108" sldId="330"/>
            <ac:spMk id="3" creationId="{39EB9500-7AAF-4015-B0B7-F898218682F7}"/>
          </ac:spMkLst>
        </pc:spChg>
        <pc:spChg chg="del">
          <ac:chgData name="365 Pro Plus" userId="8a4ede6a-2f8b-4c6e-b52c-08ce3e3b5c4d" providerId="ADAL" clId="{F10BA664-AC72-4658-B3AD-ABCB8841465F}" dt="2021-08-31T08:07:15.233" v="7755" actId="478"/>
          <ac:spMkLst>
            <pc:docMk/>
            <pc:sldMk cId="4025669108" sldId="330"/>
            <ac:spMk id="4" creationId="{D73E1FC2-DFB6-4543-BFBC-6A6870AFDA83}"/>
          </ac:spMkLst>
        </pc:spChg>
        <pc:picChg chg="del">
          <ac:chgData name="365 Pro Plus" userId="8a4ede6a-2f8b-4c6e-b52c-08ce3e3b5c4d" providerId="ADAL" clId="{F10BA664-AC72-4658-B3AD-ABCB8841465F}" dt="2021-08-31T08:07:10.143" v="7754" actId="478"/>
          <ac:picMkLst>
            <pc:docMk/>
            <pc:sldMk cId="4025669108" sldId="330"/>
            <ac:picMk id="5" creationId="{04072C27-D2A3-4BE8-BE82-13DB4D2C394D}"/>
          </ac:picMkLst>
        </pc:picChg>
        <pc:picChg chg="add mod">
          <ac:chgData name="365 Pro Plus" userId="8a4ede6a-2f8b-4c6e-b52c-08ce3e3b5c4d" providerId="ADAL" clId="{F10BA664-AC72-4658-B3AD-ABCB8841465F}" dt="2021-08-31T08:07:35.036" v="7759" actId="1076"/>
          <ac:picMkLst>
            <pc:docMk/>
            <pc:sldMk cId="4025669108" sldId="330"/>
            <ac:picMk id="6" creationId="{9ABDA567-7C62-4C4F-A359-DCDF3D6901CB}"/>
          </ac:picMkLst>
        </pc:picChg>
      </pc:sldChg>
      <pc:sldChg chg="modSp add mod ord">
        <pc:chgData name="365 Pro Plus" userId="8a4ede6a-2f8b-4c6e-b52c-08ce3e3b5c4d" providerId="ADAL" clId="{F10BA664-AC72-4658-B3AD-ABCB8841465F}" dt="2021-08-31T08:27:44.669" v="8391"/>
        <pc:sldMkLst>
          <pc:docMk/>
          <pc:sldMk cId="3260537341" sldId="331"/>
        </pc:sldMkLst>
        <pc:spChg chg="mod">
          <ac:chgData name="365 Pro Plus" userId="8a4ede6a-2f8b-4c6e-b52c-08ce3e3b5c4d" providerId="ADAL" clId="{F10BA664-AC72-4658-B3AD-ABCB8841465F}" dt="2021-08-31T08:13:43.254" v="8173" actId="404"/>
          <ac:spMkLst>
            <pc:docMk/>
            <pc:sldMk cId="3260537341" sldId="331"/>
            <ac:spMk id="2" creationId="{AFE9BF35-41D3-4DF8-AC8D-F948D5BC9D80}"/>
          </ac:spMkLst>
        </pc:spChg>
        <pc:spChg chg="mod">
          <ac:chgData name="365 Pro Plus" userId="8a4ede6a-2f8b-4c6e-b52c-08ce3e3b5c4d" providerId="ADAL" clId="{F10BA664-AC72-4658-B3AD-ABCB8841465F}" dt="2021-08-31T08:27:44.669" v="8391"/>
          <ac:spMkLst>
            <pc:docMk/>
            <pc:sldMk cId="3260537341" sldId="331"/>
            <ac:spMk id="3" creationId="{39EB9500-7AAF-4015-B0B7-F898218682F7}"/>
          </ac:spMkLst>
        </pc:spChg>
      </pc:sldChg>
      <pc:sldChg chg="addSp delSp modSp add mod">
        <pc:chgData name="365 Pro Plus" userId="8a4ede6a-2f8b-4c6e-b52c-08ce3e3b5c4d" providerId="ADAL" clId="{F10BA664-AC72-4658-B3AD-ABCB8841465F}" dt="2021-08-31T08:23:01.749" v="8322" actId="12385"/>
        <pc:sldMkLst>
          <pc:docMk/>
          <pc:sldMk cId="325071462" sldId="332"/>
        </pc:sldMkLst>
        <pc:spChg chg="del mod">
          <ac:chgData name="365 Pro Plus" userId="8a4ede6a-2f8b-4c6e-b52c-08ce3e3b5c4d" providerId="ADAL" clId="{F10BA664-AC72-4658-B3AD-ABCB8841465F}" dt="2021-08-31T08:16:26.444" v="8198"/>
          <ac:spMkLst>
            <pc:docMk/>
            <pc:sldMk cId="325071462" sldId="332"/>
            <ac:spMk id="3" creationId="{39EB9500-7AAF-4015-B0B7-F898218682F7}"/>
          </ac:spMkLst>
        </pc:spChg>
        <pc:spChg chg="add mod">
          <ac:chgData name="365 Pro Plus" userId="8a4ede6a-2f8b-4c6e-b52c-08ce3e3b5c4d" providerId="ADAL" clId="{F10BA664-AC72-4658-B3AD-ABCB8841465F}" dt="2021-08-31T08:17:23.311" v="8263"/>
          <ac:spMkLst>
            <pc:docMk/>
            <pc:sldMk cId="325071462" sldId="332"/>
            <ac:spMk id="5" creationId="{591D294E-61CB-4DB6-9B57-5388B4B9AD40}"/>
          </ac:spMkLst>
        </pc:spChg>
        <pc:graphicFrameChg chg="add mod modGraphic">
          <ac:chgData name="365 Pro Plus" userId="8a4ede6a-2f8b-4c6e-b52c-08ce3e3b5c4d" providerId="ADAL" clId="{F10BA664-AC72-4658-B3AD-ABCB8841465F}" dt="2021-08-31T08:23:01.749" v="8322" actId="12385"/>
          <ac:graphicFrameMkLst>
            <pc:docMk/>
            <pc:sldMk cId="325071462" sldId="332"/>
            <ac:graphicFrameMk id="4" creationId="{E67F6DCB-DDE7-4739-8869-47A3F335AF0C}"/>
          </ac:graphicFrameMkLst>
        </pc:graphicFrameChg>
      </pc:sldChg>
      <pc:sldChg chg="modSp add mod">
        <pc:chgData name="365 Pro Plus" userId="8a4ede6a-2f8b-4c6e-b52c-08ce3e3b5c4d" providerId="ADAL" clId="{F10BA664-AC72-4658-B3AD-ABCB8841465F}" dt="2021-08-31T16:01:22.877" v="9154"/>
        <pc:sldMkLst>
          <pc:docMk/>
          <pc:sldMk cId="3684606904" sldId="333"/>
        </pc:sldMkLst>
        <pc:spChg chg="mod">
          <ac:chgData name="365 Pro Plus" userId="8a4ede6a-2f8b-4c6e-b52c-08ce3e3b5c4d" providerId="ADAL" clId="{F10BA664-AC72-4658-B3AD-ABCB8841465F}" dt="2021-08-31T08:19:28.407" v="8275" actId="20577"/>
          <ac:spMkLst>
            <pc:docMk/>
            <pc:sldMk cId="3684606904" sldId="333"/>
            <ac:spMk id="2" creationId="{AFE9BF35-41D3-4DF8-AC8D-F948D5BC9D80}"/>
          </ac:spMkLst>
        </pc:spChg>
        <pc:spChg chg="mod">
          <ac:chgData name="365 Pro Plus" userId="8a4ede6a-2f8b-4c6e-b52c-08ce3e3b5c4d" providerId="ADAL" clId="{F10BA664-AC72-4658-B3AD-ABCB8841465F}" dt="2021-08-31T16:01:22.877" v="9154"/>
          <ac:spMkLst>
            <pc:docMk/>
            <pc:sldMk cId="3684606904" sldId="333"/>
            <ac:spMk id="3" creationId="{39EB9500-7AAF-4015-B0B7-F898218682F7}"/>
          </ac:spMkLst>
        </pc:spChg>
      </pc:sldChg>
      <pc:sldChg chg="addSp delSp modSp add mod replId">
        <pc:chgData name="365 Pro Plus" userId="8a4ede6a-2f8b-4c6e-b52c-08ce3e3b5c4d" providerId="ADAL" clId="{F10BA664-AC72-4658-B3AD-ABCB8841465F}" dt="2021-08-31T08:45:26.890" v="8625"/>
        <pc:sldMkLst>
          <pc:docMk/>
          <pc:sldMk cId="2827444748" sldId="334"/>
        </pc:sldMkLst>
        <pc:spChg chg="mod">
          <ac:chgData name="365 Pro Plus" userId="8a4ede6a-2f8b-4c6e-b52c-08ce3e3b5c4d" providerId="ADAL" clId="{F10BA664-AC72-4658-B3AD-ABCB8841465F}" dt="2021-08-31T08:45:26.890" v="8625"/>
          <ac:spMkLst>
            <pc:docMk/>
            <pc:sldMk cId="2827444748" sldId="334"/>
            <ac:spMk id="2" creationId="{AFE9BF35-41D3-4DF8-AC8D-F948D5BC9D80}"/>
          </ac:spMkLst>
        </pc:spChg>
        <pc:spChg chg="add del mod">
          <ac:chgData name="365 Pro Plus" userId="8a4ede6a-2f8b-4c6e-b52c-08ce3e3b5c4d" providerId="ADAL" clId="{F10BA664-AC72-4658-B3AD-ABCB8841465F}" dt="2021-08-31T08:22:28.794" v="8316"/>
          <ac:spMkLst>
            <pc:docMk/>
            <pc:sldMk cId="2827444748" sldId="334"/>
            <ac:spMk id="6" creationId="{1629EBB9-5DA8-4264-AE30-7F0C361BCE2F}"/>
          </ac:spMkLst>
        </pc:spChg>
        <pc:graphicFrameChg chg="del">
          <ac:chgData name="365 Pro Plus" userId="8a4ede6a-2f8b-4c6e-b52c-08ce3e3b5c4d" providerId="ADAL" clId="{F10BA664-AC72-4658-B3AD-ABCB8841465F}" dt="2021-08-31T08:22:17.586" v="8315" actId="478"/>
          <ac:graphicFrameMkLst>
            <pc:docMk/>
            <pc:sldMk cId="2827444748" sldId="334"/>
            <ac:graphicFrameMk id="4" creationId="{E67F6DCB-DDE7-4739-8869-47A3F335AF0C}"/>
          </ac:graphicFrameMkLst>
        </pc:graphicFrameChg>
        <pc:graphicFrameChg chg="add mod modGraphic">
          <ac:chgData name="365 Pro Plus" userId="8a4ede6a-2f8b-4c6e-b52c-08ce3e3b5c4d" providerId="ADAL" clId="{F10BA664-AC72-4658-B3AD-ABCB8841465F}" dt="2021-08-31T08:22:55.324" v="8321" actId="113"/>
          <ac:graphicFrameMkLst>
            <pc:docMk/>
            <pc:sldMk cId="2827444748" sldId="334"/>
            <ac:graphicFrameMk id="7" creationId="{6CC13707-69AF-40B5-8077-65F3698E6C96}"/>
          </ac:graphicFrameMkLst>
        </pc:graphicFrameChg>
      </pc:sldChg>
      <pc:sldChg chg="addSp delSp modSp add mod">
        <pc:chgData name="365 Pro Plus" userId="8a4ede6a-2f8b-4c6e-b52c-08ce3e3b5c4d" providerId="ADAL" clId="{F10BA664-AC72-4658-B3AD-ABCB8841465F}" dt="2021-08-31T16:01:22.877" v="9154"/>
        <pc:sldMkLst>
          <pc:docMk/>
          <pc:sldMk cId="3369864220" sldId="335"/>
        </pc:sldMkLst>
        <pc:spChg chg="mod">
          <ac:chgData name="365 Pro Plus" userId="8a4ede6a-2f8b-4c6e-b52c-08ce3e3b5c4d" providerId="ADAL" clId="{F10BA664-AC72-4658-B3AD-ABCB8841465F}" dt="2021-08-31T08:23:43.858" v="8329" actId="20577"/>
          <ac:spMkLst>
            <pc:docMk/>
            <pc:sldMk cId="3369864220" sldId="335"/>
            <ac:spMk id="2" creationId="{AFE9BF35-41D3-4DF8-AC8D-F948D5BC9D80}"/>
          </ac:spMkLst>
        </pc:spChg>
        <pc:spChg chg="mod">
          <ac:chgData name="365 Pro Plus" userId="8a4ede6a-2f8b-4c6e-b52c-08ce3e3b5c4d" providerId="ADAL" clId="{F10BA664-AC72-4658-B3AD-ABCB8841465F}" dt="2021-08-31T16:01:22.877" v="9154"/>
          <ac:spMkLst>
            <pc:docMk/>
            <pc:sldMk cId="3369864220" sldId="335"/>
            <ac:spMk id="3" creationId="{39EB9500-7AAF-4015-B0B7-F898218682F7}"/>
          </ac:spMkLst>
        </pc:spChg>
        <pc:spChg chg="add del">
          <ac:chgData name="365 Pro Plus" userId="8a4ede6a-2f8b-4c6e-b52c-08ce3e3b5c4d" providerId="ADAL" clId="{F10BA664-AC72-4658-B3AD-ABCB8841465F}" dt="2021-08-31T08:26:00.704" v="8364" actId="22"/>
          <ac:spMkLst>
            <pc:docMk/>
            <pc:sldMk cId="3369864220" sldId="335"/>
            <ac:spMk id="6" creationId="{C0272FB1-4E6E-4AE4-A76F-0725F97A3E70}"/>
          </ac:spMkLst>
        </pc:spChg>
        <pc:graphicFrameChg chg="add mod modGraphic">
          <ac:chgData name="365 Pro Plus" userId="8a4ede6a-2f8b-4c6e-b52c-08ce3e3b5c4d" providerId="ADAL" clId="{F10BA664-AC72-4658-B3AD-ABCB8841465F}" dt="2021-08-31T08:26:35.945" v="8376" actId="1076"/>
          <ac:graphicFrameMkLst>
            <pc:docMk/>
            <pc:sldMk cId="3369864220" sldId="335"/>
            <ac:graphicFrameMk id="4" creationId="{01C0826F-56BC-43AA-BD40-A821E14CEB80}"/>
          </ac:graphicFrameMkLst>
        </pc:graphicFrameChg>
      </pc:sldChg>
      <pc:sldChg chg="addSp delSp modSp add mod replId">
        <pc:chgData name="365 Pro Plus" userId="8a4ede6a-2f8b-4c6e-b52c-08ce3e3b5c4d" providerId="ADAL" clId="{F10BA664-AC72-4658-B3AD-ABCB8841465F}" dt="2021-08-31T08:45:20.622" v="8624"/>
        <pc:sldMkLst>
          <pc:docMk/>
          <pc:sldMk cId="834716238" sldId="336"/>
        </pc:sldMkLst>
        <pc:spChg chg="mod">
          <ac:chgData name="365 Pro Plus" userId="8a4ede6a-2f8b-4c6e-b52c-08ce3e3b5c4d" providerId="ADAL" clId="{F10BA664-AC72-4658-B3AD-ABCB8841465F}" dt="2021-08-31T08:45:20.622" v="8624"/>
          <ac:spMkLst>
            <pc:docMk/>
            <pc:sldMk cId="834716238" sldId="336"/>
            <ac:spMk id="2" creationId="{AFE9BF35-41D3-4DF8-AC8D-F948D5BC9D80}"/>
          </ac:spMkLst>
        </pc:spChg>
        <pc:spChg chg="add del mod">
          <ac:chgData name="365 Pro Plus" userId="8a4ede6a-2f8b-4c6e-b52c-08ce3e3b5c4d" providerId="ADAL" clId="{F10BA664-AC72-4658-B3AD-ABCB8841465F}" dt="2021-08-31T08:31:43.729" v="8432"/>
          <ac:spMkLst>
            <pc:docMk/>
            <pc:sldMk cId="834716238" sldId="336"/>
            <ac:spMk id="4" creationId="{1EB81BBB-E754-4803-8864-BC8DCAC3C5B3}"/>
          </ac:spMkLst>
        </pc:spChg>
        <pc:graphicFrameChg chg="add mod modGraphic">
          <ac:chgData name="365 Pro Plus" userId="8a4ede6a-2f8b-4c6e-b52c-08ce3e3b5c4d" providerId="ADAL" clId="{F10BA664-AC72-4658-B3AD-ABCB8841465F}" dt="2021-08-31T08:32:17.649" v="8434" actId="113"/>
          <ac:graphicFrameMkLst>
            <pc:docMk/>
            <pc:sldMk cId="834716238" sldId="336"/>
            <ac:graphicFrameMk id="6" creationId="{31DF3933-6B9D-474C-A8D9-62CE9A0603C2}"/>
          </ac:graphicFrameMkLst>
        </pc:graphicFrameChg>
        <pc:graphicFrameChg chg="del">
          <ac:chgData name="365 Pro Plus" userId="8a4ede6a-2f8b-4c6e-b52c-08ce3e3b5c4d" providerId="ADAL" clId="{F10BA664-AC72-4658-B3AD-ABCB8841465F}" dt="2021-08-31T08:31:34.608" v="8431" actId="478"/>
          <ac:graphicFrameMkLst>
            <pc:docMk/>
            <pc:sldMk cId="834716238" sldId="336"/>
            <ac:graphicFrameMk id="7" creationId="{6CC13707-69AF-40B5-8077-65F3698E6C96}"/>
          </ac:graphicFrameMkLst>
        </pc:graphicFrameChg>
      </pc:sldChg>
      <pc:sldChg chg="delSp modSp add mod">
        <pc:chgData name="365 Pro Plus" userId="8a4ede6a-2f8b-4c6e-b52c-08ce3e3b5c4d" providerId="ADAL" clId="{F10BA664-AC72-4658-B3AD-ABCB8841465F}" dt="2021-08-31T08:30:44.645" v="8430"/>
        <pc:sldMkLst>
          <pc:docMk/>
          <pc:sldMk cId="2653425568" sldId="337"/>
        </pc:sldMkLst>
        <pc:spChg chg="mod">
          <ac:chgData name="365 Pro Plus" userId="8a4ede6a-2f8b-4c6e-b52c-08ce3e3b5c4d" providerId="ADAL" clId="{F10BA664-AC72-4658-B3AD-ABCB8841465F}" dt="2021-08-31T08:30:44.645" v="8430"/>
          <ac:spMkLst>
            <pc:docMk/>
            <pc:sldMk cId="2653425568" sldId="337"/>
            <ac:spMk id="3" creationId="{39EB9500-7AAF-4015-B0B7-F898218682F7}"/>
          </ac:spMkLst>
        </pc:spChg>
        <pc:graphicFrameChg chg="del">
          <ac:chgData name="365 Pro Plus" userId="8a4ede6a-2f8b-4c6e-b52c-08ce3e3b5c4d" providerId="ADAL" clId="{F10BA664-AC72-4658-B3AD-ABCB8841465F}" dt="2021-08-31T08:28:29.374" v="8395" actId="478"/>
          <ac:graphicFrameMkLst>
            <pc:docMk/>
            <pc:sldMk cId="2653425568" sldId="337"/>
            <ac:graphicFrameMk id="4" creationId="{01C0826F-56BC-43AA-BD40-A821E14CEB80}"/>
          </ac:graphicFrameMkLst>
        </pc:graphicFrameChg>
      </pc:sldChg>
      <pc:sldChg chg="modSp add mod ord">
        <pc:chgData name="365 Pro Plus" userId="8a4ede6a-2f8b-4c6e-b52c-08ce3e3b5c4d" providerId="ADAL" clId="{F10BA664-AC72-4658-B3AD-ABCB8841465F}" dt="2021-08-31T08:39:21.982" v="8481" actId="20577"/>
        <pc:sldMkLst>
          <pc:docMk/>
          <pc:sldMk cId="1178326652" sldId="338"/>
        </pc:sldMkLst>
        <pc:spChg chg="mod">
          <ac:chgData name="365 Pro Plus" userId="8a4ede6a-2f8b-4c6e-b52c-08ce3e3b5c4d" providerId="ADAL" clId="{F10BA664-AC72-4658-B3AD-ABCB8841465F}" dt="2021-08-31T08:34:47.033" v="8448" actId="1076"/>
          <ac:spMkLst>
            <pc:docMk/>
            <pc:sldMk cId="1178326652" sldId="338"/>
            <ac:spMk id="2" creationId="{AFE9BF35-41D3-4DF8-AC8D-F948D5BC9D80}"/>
          </ac:spMkLst>
        </pc:spChg>
        <pc:spChg chg="mod">
          <ac:chgData name="365 Pro Plus" userId="8a4ede6a-2f8b-4c6e-b52c-08ce3e3b5c4d" providerId="ADAL" clId="{F10BA664-AC72-4658-B3AD-ABCB8841465F}" dt="2021-08-31T08:39:21.982" v="8481" actId="20577"/>
          <ac:spMkLst>
            <pc:docMk/>
            <pc:sldMk cId="1178326652" sldId="338"/>
            <ac:spMk id="3" creationId="{39EB9500-7AAF-4015-B0B7-F898218682F7}"/>
          </ac:spMkLst>
        </pc:spChg>
      </pc:sldChg>
      <pc:sldChg chg="modSp add mod">
        <pc:chgData name="365 Pro Plus" userId="8a4ede6a-2f8b-4c6e-b52c-08ce3e3b5c4d" providerId="ADAL" clId="{F10BA664-AC72-4658-B3AD-ABCB8841465F}" dt="2021-08-31T08:42:02.612" v="8610" actId="20577"/>
        <pc:sldMkLst>
          <pc:docMk/>
          <pc:sldMk cId="1962620423" sldId="339"/>
        </pc:sldMkLst>
        <pc:spChg chg="mod">
          <ac:chgData name="365 Pro Plus" userId="8a4ede6a-2f8b-4c6e-b52c-08ce3e3b5c4d" providerId="ADAL" clId="{F10BA664-AC72-4658-B3AD-ABCB8841465F}" dt="2021-08-31T08:42:02.612" v="8610" actId="20577"/>
          <ac:spMkLst>
            <pc:docMk/>
            <pc:sldMk cId="1962620423" sldId="339"/>
            <ac:spMk id="3" creationId="{39EB9500-7AAF-4015-B0B7-F898218682F7}"/>
          </ac:spMkLst>
        </pc:spChg>
      </pc:sldChg>
      <pc:sldChg chg="addSp delSp modSp add mod ord">
        <pc:chgData name="365 Pro Plus" userId="8a4ede6a-2f8b-4c6e-b52c-08ce3e3b5c4d" providerId="ADAL" clId="{F10BA664-AC72-4658-B3AD-ABCB8841465F}" dt="2021-08-31T08:45:14.158" v="8623"/>
        <pc:sldMkLst>
          <pc:docMk/>
          <pc:sldMk cId="3044532072" sldId="340"/>
        </pc:sldMkLst>
        <pc:spChg chg="mod">
          <ac:chgData name="365 Pro Plus" userId="8a4ede6a-2f8b-4c6e-b52c-08ce3e3b5c4d" providerId="ADAL" clId="{F10BA664-AC72-4658-B3AD-ABCB8841465F}" dt="2021-08-31T08:45:14.158" v="8623"/>
          <ac:spMkLst>
            <pc:docMk/>
            <pc:sldMk cId="3044532072" sldId="340"/>
            <ac:spMk id="2" creationId="{AFE9BF35-41D3-4DF8-AC8D-F948D5BC9D80}"/>
          </ac:spMkLst>
        </pc:spChg>
        <pc:spChg chg="add del mod">
          <ac:chgData name="365 Pro Plus" userId="8a4ede6a-2f8b-4c6e-b52c-08ce3e3b5c4d" providerId="ADAL" clId="{F10BA664-AC72-4658-B3AD-ABCB8841465F}" dt="2021-08-31T08:42:30.762" v="8615"/>
          <ac:spMkLst>
            <pc:docMk/>
            <pc:sldMk cId="3044532072" sldId="340"/>
            <ac:spMk id="4" creationId="{FC85FDBB-76FC-4491-9E06-BDAD528327FC}"/>
          </ac:spMkLst>
        </pc:spChg>
        <pc:graphicFrameChg chg="del">
          <ac:chgData name="365 Pro Plus" userId="8a4ede6a-2f8b-4c6e-b52c-08ce3e3b5c4d" providerId="ADAL" clId="{F10BA664-AC72-4658-B3AD-ABCB8841465F}" dt="2021-08-31T08:42:26.220" v="8614" actId="478"/>
          <ac:graphicFrameMkLst>
            <pc:docMk/>
            <pc:sldMk cId="3044532072" sldId="340"/>
            <ac:graphicFrameMk id="6" creationId="{31DF3933-6B9D-474C-A8D9-62CE9A0603C2}"/>
          </ac:graphicFrameMkLst>
        </pc:graphicFrameChg>
        <pc:graphicFrameChg chg="add mod modGraphic">
          <ac:chgData name="365 Pro Plus" userId="8a4ede6a-2f8b-4c6e-b52c-08ce3e3b5c4d" providerId="ADAL" clId="{F10BA664-AC72-4658-B3AD-ABCB8841465F}" dt="2021-08-31T08:43:58.353" v="8622" actId="113"/>
          <ac:graphicFrameMkLst>
            <pc:docMk/>
            <pc:sldMk cId="3044532072" sldId="340"/>
            <ac:graphicFrameMk id="7" creationId="{6F425398-28A3-42A3-9999-C6EBB506FB85}"/>
          </ac:graphicFrameMkLst>
        </pc:graphicFrameChg>
      </pc:sldChg>
      <pc:sldChg chg="add del">
        <pc:chgData name="365 Pro Plus" userId="8a4ede6a-2f8b-4c6e-b52c-08ce3e3b5c4d" providerId="ADAL" clId="{F10BA664-AC72-4658-B3AD-ABCB8841465F}" dt="2021-08-31T08:46:17.043" v="8627" actId="2890"/>
        <pc:sldMkLst>
          <pc:docMk/>
          <pc:sldMk cId="237088140" sldId="341"/>
        </pc:sldMkLst>
      </pc:sldChg>
      <pc:sldChg chg="addSp delSp modSp add mod">
        <pc:chgData name="365 Pro Plus" userId="8a4ede6a-2f8b-4c6e-b52c-08ce3e3b5c4d" providerId="ADAL" clId="{F10BA664-AC72-4658-B3AD-ABCB8841465F}" dt="2021-08-31T15:43:42.326" v="8806" actId="20577"/>
        <pc:sldMkLst>
          <pc:docMk/>
          <pc:sldMk cId="1610129623" sldId="341"/>
        </pc:sldMkLst>
        <pc:spChg chg="mod">
          <ac:chgData name="365 Pro Plus" userId="8a4ede6a-2f8b-4c6e-b52c-08ce3e3b5c4d" providerId="ADAL" clId="{F10BA664-AC72-4658-B3AD-ABCB8841465F}" dt="2021-08-31T08:46:36.003" v="8634" actId="20577"/>
          <ac:spMkLst>
            <pc:docMk/>
            <pc:sldMk cId="1610129623" sldId="341"/>
            <ac:spMk id="2" creationId="{AFE9BF35-41D3-4DF8-AC8D-F948D5BC9D80}"/>
          </ac:spMkLst>
        </pc:spChg>
        <pc:spChg chg="mod">
          <ac:chgData name="365 Pro Plus" userId="8a4ede6a-2f8b-4c6e-b52c-08ce3e3b5c4d" providerId="ADAL" clId="{F10BA664-AC72-4658-B3AD-ABCB8841465F}" dt="2021-08-31T15:43:42.326" v="8806" actId="20577"/>
          <ac:spMkLst>
            <pc:docMk/>
            <pc:sldMk cId="1610129623" sldId="341"/>
            <ac:spMk id="3" creationId="{39EB9500-7AAF-4015-B0B7-F898218682F7}"/>
          </ac:spMkLst>
        </pc:spChg>
        <pc:graphicFrameChg chg="add del mod modGraphic">
          <ac:chgData name="365 Pro Plus" userId="8a4ede6a-2f8b-4c6e-b52c-08ce3e3b5c4d" providerId="ADAL" clId="{F10BA664-AC72-4658-B3AD-ABCB8841465F}" dt="2021-08-31T08:51:59.425" v="8786" actId="21"/>
          <ac:graphicFrameMkLst>
            <pc:docMk/>
            <pc:sldMk cId="1610129623" sldId="341"/>
            <ac:graphicFrameMk id="4" creationId="{71E00635-536D-431A-AC90-B97F1B33CB9F}"/>
          </ac:graphicFrameMkLst>
        </pc:graphicFrameChg>
      </pc:sldChg>
      <pc:sldChg chg="add del">
        <pc:chgData name="365 Pro Plus" userId="8a4ede6a-2f8b-4c6e-b52c-08ce3e3b5c4d" providerId="ADAL" clId="{F10BA664-AC72-4658-B3AD-ABCB8841465F}" dt="2021-08-31T08:46:24.322" v="8629" actId="2696"/>
        <pc:sldMkLst>
          <pc:docMk/>
          <pc:sldMk cId="3523136863" sldId="341"/>
        </pc:sldMkLst>
      </pc:sldChg>
      <pc:sldChg chg="addSp delSp modSp add mod">
        <pc:chgData name="365 Pro Plus" userId="8a4ede6a-2f8b-4c6e-b52c-08ce3e3b5c4d" providerId="ADAL" clId="{F10BA664-AC72-4658-B3AD-ABCB8841465F}" dt="2021-08-31T09:01:37.393" v="8804" actId="14100"/>
        <pc:sldMkLst>
          <pc:docMk/>
          <pc:sldMk cId="922122116" sldId="342"/>
        </pc:sldMkLst>
        <pc:spChg chg="mod">
          <ac:chgData name="365 Pro Plus" userId="8a4ede6a-2f8b-4c6e-b52c-08ce3e3b5c4d" providerId="ADAL" clId="{F10BA664-AC72-4658-B3AD-ABCB8841465F}" dt="2021-08-31T08:52:06.177" v="8788" actId="21"/>
          <ac:spMkLst>
            <pc:docMk/>
            <pc:sldMk cId="922122116" sldId="342"/>
            <ac:spMk id="3" creationId="{39EB9500-7AAF-4015-B0B7-F898218682F7}"/>
          </ac:spMkLst>
        </pc:spChg>
        <pc:graphicFrameChg chg="del">
          <ac:chgData name="365 Pro Plus" userId="8a4ede6a-2f8b-4c6e-b52c-08ce3e3b5c4d" providerId="ADAL" clId="{F10BA664-AC72-4658-B3AD-ABCB8841465F}" dt="2021-08-31T08:51:01.581" v="8690" actId="478"/>
          <ac:graphicFrameMkLst>
            <pc:docMk/>
            <pc:sldMk cId="922122116" sldId="342"/>
            <ac:graphicFrameMk id="4" creationId="{71E00635-536D-431A-AC90-B97F1B33CB9F}"/>
          </ac:graphicFrameMkLst>
        </pc:graphicFrameChg>
        <pc:graphicFrameChg chg="add mod modGraphic">
          <ac:chgData name="365 Pro Plus" userId="8a4ede6a-2f8b-4c6e-b52c-08ce3e3b5c4d" providerId="ADAL" clId="{F10BA664-AC72-4658-B3AD-ABCB8841465F}" dt="2021-08-31T09:01:37.393" v="8804" actId="14100"/>
          <ac:graphicFrameMkLst>
            <pc:docMk/>
            <pc:sldMk cId="922122116" sldId="342"/>
            <ac:graphicFrameMk id="5" creationId="{2EB8F563-0FA8-4003-B941-1D2FE3FAAC99}"/>
          </ac:graphicFrameMkLst>
        </pc:graphicFrameChg>
        <pc:graphicFrameChg chg="add mod modGraphic">
          <ac:chgData name="365 Pro Plus" userId="8a4ede6a-2f8b-4c6e-b52c-08ce3e3b5c4d" providerId="ADAL" clId="{F10BA664-AC72-4658-B3AD-ABCB8841465F}" dt="2021-08-31T08:53:05.196" v="8801" actId="113"/>
          <ac:graphicFrameMkLst>
            <pc:docMk/>
            <pc:sldMk cId="922122116" sldId="342"/>
            <ac:graphicFrameMk id="6" creationId="{199D86B5-2A07-45B8-8290-631DA2C0C1BE}"/>
          </ac:graphicFrameMkLst>
        </pc:graphicFrameChg>
      </pc:sldChg>
      <pc:sldChg chg="modSp add mod ord">
        <pc:chgData name="365 Pro Plus" userId="8a4ede6a-2f8b-4c6e-b52c-08ce3e3b5c4d" providerId="ADAL" clId="{F10BA664-AC72-4658-B3AD-ABCB8841465F}" dt="2021-08-31T15:46:16.234" v="8914"/>
        <pc:sldMkLst>
          <pc:docMk/>
          <pc:sldMk cId="149053953" sldId="343"/>
        </pc:sldMkLst>
        <pc:spChg chg="mod">
          <ac:chgData name="365 Pro Plus" userId="8a4ede6a-2f8b-4c6e-b52c-08ce3e3b5c4d" providerId="ADAL" clId="{F10BA664-AC72-4658-B3AD-ABCB8841465F}" dt="2021-08-31T15:45:12.990" v="8841" actId="20577"/>
          <ac:spMkLst>
            <pc:docMk/>
            <pc:sldMk cId="149053953" sldId="343"/>
            <ac:spMk id="2" creationId="{AFE9BF35-41D3-4DF8-AC8D-F948D5BC9D80}"/>
          </ac:spMkLst>
        </pc:spChg>
        <pc:spChg chg="mod">
          <ac:chgData name="365 Pro Plus" userId="8a4ede6a-2f8b-4c6e-b52c-08ce3e3b5c4d" providerId="ADAL" clId="{F10BA664-AC72-4658-B3AD-ABCB8841465F}" dt="2021-08-31T15:46:16.234" v="8914"/>
          <ac:spMkLst>
            <pc:docMk/>
            <pc:sldMk cId="149053953" sldId="343"/>
            <ac:spMk id="3" creationId="{39EB9500-7AAF-4015-B0B7-F898218682F7}"/>
          </ac:spMkLst>
        </pc:spChg>
      </pc:sldChg>
      <pc:sldChg chg="addSp delSp modSp add mod">
        <pc:chgData name="365 Pro Plus" userId="8a4ede6a-2f8b-4c6e-b52c-08ce3e3b5c4d" providerId="ADAL" clId="{F10BA664-AC72-4658-B3AD-ABCB8841465F}" dt="2021-08-31T15:48:42.828" v="8957" actId="208"/>
        <pc:sldMkLst>
          <pc:docMk/>
          <pc:sldMk cId="1327533360" sldId="344"/>
        </pc:sldMkLst>
        <pc:spChg chg="add del mod">
          <ac:chgData name="365 Pro Plus" userId="8a4ede6a-2f8b-4c6e-b52c-08ce3e3b5c4d" providerId="ADAL" clId="{F10BA664-AC72-4658-B3AD-ABCB8841465F}" dt="2021-08-31T15:46:42.380" v="8932" actId="5793"/>
          <ac:spMkLst>
            <pc:docMk/>
            <pc:sldMk cId="1327533360" sldId="344"/>
            <ac:spMk id="3" creationId="{39EB9500-7AAF-4015-B0B7-F898218682F7}"/>
          </ac:spMkLst>
        </pc:spChg>
        <pc:graphicFrameChg chg="add del mod">
          <ac:chgData name="365 Pro Plus" userId="8a4ede6a-2f8b-4c6e-b52c-08ce3e3b5c4d" providerId="ADAL" clId="{F10BA664-AC72-4658-B3AD-ABCB8841465F}" dt="2021-08-31T15:46:36.451" v="8918"/>
          <ac:graphicFrameMkLst>
            <pc:docMk/>
            <pc:sldMk cId="1327533360" sldId="344"/>
            <ac:graphicFrameMk id="4" creationId="{11367E52-FB65-4B4F-8CC5-50D24255AD19}"/>
          </ac:graphicFrameMkLst>
        </pc:graphicFrameChg>
        <pc:graphicFrameChg chg="add mod modGraphic">
          <ac:chgData name="365 Pro Plus" userId="8a4ede6a-2f8b-4c6e-b52c-08ce3e3b5c4d" providerId="ADAL" clId="{F10BA664-AC72-4658-B3AD-ABCB8841465F}" dt="2021-08-31T15:47:52.668" v="8949" actId="1076"/>
          <ac:graphicFrameMkLst>
            <pc:docMk/>
            <pc:sldMk cId="1327533360" sldId="344"/>
            <ac:graphicFrameMk id="5" creationId="{EB48A163-9069-441C-B2E3-E572AF5FB9A6}"/>
          </ac:graphicFrameMkLst>
        </pc:graphicFrameChg>
        <pc:graphicFrameChg chg="add mod modGraphic">
          <ac:chgData name="365 Pro Plus" userId="8a4ede6a-2f8b-4c6e-b52c-08ce3e3b5c4d" providerId="ADAL" clId="{F10BA664-AC72-4658-B3AD-ABCB8841465F}" dt="2021-08-31T15:48:20.055" v="8953" actId="1076"/>
          <ac:graphicFrameMkLst>
            <pc:docMk/>
            <pc:sldMk cId="1327533360" sldId="344"/>
            <ac:graphicFrameMk id="6" creationId="{145A0898-6DA0-4966-8B3F-A080ED40B2AA}"/>
          </ac:graphicFrameMkLst>
        </pc:graphicFrameChg>
        <pc:cxnChg chg="add mod">
          <ac:chgData name="365 Pro Plus" userId="8a4ede6a-2f8b-4c6e-b52c-08ce3e3b5c4d" providerId="ADAL" clId="{F10BA664-AC72-4658-B3AD-ABCB8841465F}" dt="2021-08-31T15:48:42.828" v="8957" actId="208"/>
          <ac:cxnSpMkLst>
            <pc:docMk/>
            <pc:sldMk cId="1327533360" sldId="344"/>
            <ac:cxnSpMk id="8" creationId="{BACB3DAE-B2BD-4C5F-931F-5B5B4D509BF2}"/>
          </ac:cxnSpMkLst>
        </pc:cxnChg>
      </pc:sldChg>
      <pc:sldChg chg="addSp delSp modSp add mod">
        <pc:chgData name="365 Pro Plus" userId="8a4ede6a-2f8b-4c6e-b52c-08ce3e3b5c4d" providerId="ADAL" clId="{F10BA664-AC72-4658-B3AD-ABCB8841465F}" dt="2021-08-31T16:01:22.877" v="9154"/>
        <pc:sldMkLst>
          <pc:docMk/>
          <pc:sldMk cId="1704460915" sldId="345"/>
        </pc:sldMkLst>
        <pc:spChg chg="mod">
          <ac:chgData name="365 Pro Plus" userId="8a4ede6a-2f8b-4c6e-b52c-08ce3e3b5c4d" providerId="ADAL" clId="{F10BA664-AC72-4658-B3AD-ABCB8841465F}" dt="2021-08-31T15:55:54.659" v="9077"/>
          <ac:spMkLst>
            <pc:docMk/>
            <pc:sldMk cId="1704460915" sldId="345"/>
            <ac:spMk id="2" creationId="{FD76DFD8-B864-4D51-84BE-3C5239B31462}"/>
          </ac:spMkLst>
        </pc:spChg>
        <pc:spChg chg="mod">
          <ac:chgData name="365 Pro Plus" userId="8a4ede6a-2f8b-4c6e-b52c-08ce3e3b5c4d" providerId="ADAL" clId="{F10BA664-AC72-4658-B3AD-ABCB8841465F}" dt="2021-08-31T16:01:22.877" v="9154"/>
          <ac:spMkLst>
            <pc:docMk/>
            <pc:sldMk cId="1704460915" sldId="345"/>
            <ac:spMk id="3" creationId="{E4C31EC9-0CDA-4905-BCCA-9C2023AD6BA7}"/>
          </ac:spMkLst>
        </pc:spChg>
        <pc:spChg chg="add mod">
          <ac:chgData name="365 Pro Plus" userId="8a4ede6a-2f8b-4c6e-b52c-08ce3e3b5c4d" providerId="ADAL" clId="{F10BA664-AC72-4658-B3AD-ABCB8841465F}" dt="2021-08-31T15:51:25.039" v="9018" actId="1076"/>
          <ac:spMkLst>
            <pc:docMk/>
            <pc:sldMk cId="1704460915" sldId="345"/>
            <ac:spMk id="5" creationId="{4CDC20B9-7B4C-4498-BE59-DE95B51C3A78}"/>
          </ac:spMkLst>
        </pc:spChg>
        <pc:spChg chg="add del mod">
          <ac:chgData name="365 Pro Plus" userId="8a4ede6a-2f8b-4c6e-b52c-08ce3e3b5c4d" providerId="ADAL" clId="{F10BA664-AC72-4658-B3AD-ABCB8841465F}" dt="2021-08-31T15:55:50.345" v="9066"/>
          <ac:spMkLst>
            <pc:docMk/>
            <pc:sldMk cId="1704460915" sldId="345"/>
            <ac:spMk id="7" creationId="{B7A81BAD-489F-40EA-A71E-29E75452A599}"/>
          </ac:spMkLst>
        </pc:spChg>
        <pc:graphicFrameChg chg="add del mod">
          <ac:chgData name="365 Pro Plus" userId="8a4ede6a-2f8b-4c6e-b52c-08ce3e3b5c4d" providerId="ADAL" clId="{F10BA664-AC72-4658-B3AD-ABCB8841465F}" dt="2021-08-31T15:56:06.125" v="9080" actId="1076"/>
          <ac:graphicFrameMkLst>
            <pc:docMk/>
            <pc:sldMk cId="1704460915" sldId="345"/>
            <ac:graphicFrameMk id="6" creationId="{20C95BB1-D967-4079-920A-97134DCC8E7B}"/>
          </ac:graphicFrameMkLst>
        </pc:graphicFrameChg>
        <pc:graphicFrameChg chg="add del mod">
          <ac:chgData name="365 Pro Plus" userId="8a4ede6a-2f8b-4c6e-b52c-08ce3e3b5c4d" providerId="ADAL" clId="{F10BA664-AC72-4658-B3AD-ABCB8841465F}" dt="2021-08-31T15:55:50.345" v="9066"/>
          <ac:graphicFrameMkLst>
            <pc:docMk/>
            <pc:sldMk cId="1704460915" sldId="345"/>
            <ac:graphicFrameMk id="8" creationId="{0FCCE27A-9E62-4E76-A91C-9E95A0AD617A}"/>
          </ac:graphicFrameMkLst>
        </pc:graphicFrameChg>
        <pc:picChg chg="del">
          <ac:chgData name="365 Pro Plus" userId="8a4ede6a-2f8b-4c6e-b52c-08ce3e3b5c4d" providerId="ADAL" clId="{F10BA664-AC72-4658-B3AD-ABCB8841465F}" dt="2021-08-31T15:51:18.697" v="9016" actId="478"/>
          <ac:picMkLst>
            <pc:docMk/>
            <pc:sldMk cId="1704460915" sldId="345"/>
            <ac:picMk id="4" creationId="{F305997B-7697-4A3E-9B00-5BEB36390EE4}"/>
          </ac:picMkLst>
        </pc:picChg>
      </pc:sldChg>
      <pc:sldChg chg="addSp delSp modSp add mod">
        <pc:chgData name="365 Pro Plus" userId="8a4ede6a-2f8b-4c6e-b52c-08ce3e3b5c4d" providerId="ADAL" clId="{F10BA664-AC72-4658-B3AD-ABCB8841465F}" dt="2021-08-31T16:01:22.877" v="9154"/>
        <pc:sldMkLst>
          <pc:docMk/>
          <pc:sldMk cId="2436447720" sldId="346"/>
        </pc:sldMkLst>
        <pc:spChg chg="mod">
          <ac:chgData name="365 Pro Plus" userId="8a4ede6a-2f8b-4c6e-b52c-08ce3e3b5c4d" providerId="ADAL" clId="{F10BA664-AC72-4658-B3AD-ABCB8841465F}" dt="2021-08-31T15:56:16.820" v="9090" actId="20577"/>
          <ac:spMkLst>
            <pc:docMk/>
            <pc:sldMk cId="2436447720" sldId="346"/>
            <ac:spMk id="2" creationId="{FD76DFD8-B864-4D51-84BE-3C5239B31462}"/>
          </ac:spMkLst>
        </pc:spChg>
        <pc:spChg chg="mod">
          <ac:chgData name="365 Pro Plus" userId="8a4ede6a-2f8b-4c6e-b52c-08ce3e3b5c4d" providerId="ADAL" clId="{F10BA664-AC72-4658-B3AD-ABCB8841465F}" dt="2021-08-31T16:01:22.877" v="9154"/>
          <ac:spMkLst>
            <pc:docMk/>
            <pc:sldMk cId="2436447720" sldId="346"/>
            <ac:spMk id="3" creationId="{E4C31EC9-0CDA-4905-BCCA-9C2023AD6BA7}"/>
          </ac:spMkLst>
        </pc:spChg>
        <pc:spChg chg="add mod">
          <ac:chgData name="365 Pro Plus" userId="8a4ede6a-2f8b-4c6e-b52c-08ce3e3b5c4d" providerId="ADAL" clId="{F10BA664-AC72-4658-B3AD-ABCB8841465F}" dt="2021-08-31T15:56:56.871" v="9098" actId="1076"/>
          <ac:spMkLst>
            <pc:docMk/>
            <pc:sldMk cId="2436447720" sldId="346"/>
            <ac:spMk id="4" creationId="{F645D6FC-844B-4DAF-8BE7-E3EFFA737517}"/>
          </ac:spMkLst>
        </pc:spChg>
        <pc:graphicFrameChg chg="del">
          <ac:chgData name="365 Pro Plus" userId="8a4ede6a-2f8b-4c6e-b52c-08ce3e3b5c4d" providerId="ADAL" clId="{F10BA664-AC72-4658-B3AD-ABCB8841465F}" dt="2021-08-31T15:56:50.371" v="9096" actId="478"/>
          <ac:graphicFrameMkLst>
            <pc:docMk/>
            <pc:sldMk cId="2436447720" sldId="346"/>
            <ac:graphicFrameMk id="6" creationId="{20C95BB1-D967-4079-920A-97134DCC8E7B}"/>
          </ac:graphicFrameMkLst>
        </pc:graphicFrameChg>
        <pc:graphicFrameChg chg="add mod">
          <ac:chgData name="365 Pro Plus" userId="8a4ede6a-2f8b-4c6e-b52c-08ce3e3b5c4d" providerId="ADAL" clId="{F10BA664-AC72-4658-B3AD-ABCB8841465F}" dt="2021-08-31T15:56:56.871" v="9098" actId="1076"/>
          <ac:graphicFrameMkLst>
            <pc:docMk/>
            <pc:sldMk cId="2436447720" sldId="346"/>
            <ac:graphicFrameMk id="7" creationId="{DCF27CD9-9C3E-41B3-954E-64B71C6C96EF}"/>
          </ac:graphicFrameMkLst>
        </pc:graphicFrameChg>
      </pc:sldChg>
      <pc:sldChg chg="add del">
        <pc:chgData name="365 Pro Plus" userId="8a4ede6a-2f8b-4c6e-b52c-08ce3e3b5c4d" providerId="ADAL" clId="{F10BA664-AC72-4658-B3AD-ABCB8841465F}" dt="2021-08-31T15:56:08.362" v="9082" actId="2890"/>
        <pc:sldMkLst>
          <pc:docMk/>
          <pc:sldMk cId="2957143562" sldId="346"/>
        </pc:sldMkLst>
      </pc:sldChg>
      <pc:sldChg chg="addSp delSp modSp add mod">
        <pc:chgData name="365 Pro Plus" userId="8a4ede6a-2f8b-4c6e-b52c-08ce3e3b5c4d" providerId="ADAL" clId="{F10BA664-AC72-4658-B3AD-ABCB8841465F}" dt="2021-08-31T16:01:22.877" v="9154"/>
        <pc:sldMkLst>
          <pc:docMk/>
          <pc:sldMk cId="882256619" sldId="347"/>
        </pc:sldMkLst>
        <pc:spChg chg="mod">
          <ac:chgData name="365 Pro Plus" userId="8a4ede6a-2f8b-4c6e-b52c-08ce3e3b5c4d" providerId="ADAL" clId="{F10BA664-AC72-4658-B3AD-ABCB8841465F}" dt="2021-08-31T15:57:20.557" v="9109" actId="20577"/>
          <ac:spMkLst>
            <pc:docMk/>
            <pc:sldMk cId="882256619" sldId="347"/>
            <ac:spMk id="2" creationId="{FD76DFD8-B864-4D51-84BE-3C5239B31462}"/>
          </ac:spMkLst>
        </pc:spChg>
        <pc:spChg chg="mod">
          <ac:chgData name="365 Pro Plus" userId="8a4ede6a-2f8b-4c6e-b52c-08ce3e3b5c4d" providerId="ADAL" clId="{F10BA664-AC72-4658-B3AD-ABCB8841465F}" dt="2021-08-31T16:01:22.877" v="9154"/>
          <ac:spMkLst>
            <pc:docMk/>
            <pc:sldMk cId="882256619" sldId="347"/>
            <ac:spMk id="3" creationId="{E4C31EC9-0CDA-4905-BCCA-9C2023AD6BA7}"/>
          </ac:spMkLst>
        </pc:spChg>
        <pc:graphicFrameChg chg="del">
          <ac:chgData name="365 Pro Plus" userId="8a4ede6a-2f8b-4c6e-b52c-08ce3e3b5c4d" providerId="ADAL" clId="{F10BA664-AC72-4658-B3AD-ABCB8841465F}" dt="2021-08-31T15:57:49.837" v="9115" actId="478"/>
          <ac:graphicFrameMkLst>
            <pc:docMk/>
            <pc:sldMk cId="882256619" sldId="347"/>
            <ac:graphicFrameMk id="7" creationId="{DCF27CD9-9C3E-41B3-954E-64B71C6C96EF}"/>
          </ac:graphicFrameMkLst>
        </pc:graphicFrameChg>
        <pc:picChg chg="add mod">
          <ac:chgData name="365 Pro Plus" userId="8a4ede6a-2f8b-4c6e-b52c-08ce3e3b5c4d" providerId="ADAL" clId="{F10BA664-AC72-4658-B3AD-ABCB8841465F}" dt="2021-08-31T15:58:04.956" v="9120" actId="1076"/>
          <ac:picMkLst>
            <pc:docMk/>
            <pc:sldMk cId="882256619" sldId="347"/>
            <ac:picMk id="6" creationId="{23445F8E-C28D-4FBF-B86D-F121C9754919}"/>
          </ac:picMkLst>
        </pc:picChg>
      </pc:sldChg>
      <pc:sldChg chg="delSp modSp add mod">
        <pc:chgData name="365 Pro Plus" userId="8a4ede6a-2f8b-4c6e-b52c-08ce3e3b5c4d" providerId="ADAL" clId="{F10BA664-AC72-4658-B3AD-ABCB8841465F}" dt="2021-08-31T16:05:27.381" v="9303"/>
        <pc:sldMkLst>
          <pc:docMk/>
          <pc:sldMk cId="3828618125" sldId="348"/>
        </pc:sldMkLst>
        <pc:spChg chg="mod">
          <ac:chgData name="365 Pro Plus" userId="8a4ede6a-2f8b-4c6e-b52c-08ce3e3b5c4d" providerId="ADAL" clId="{F10BA664-AC72-4658-B3AD-ABCB8841465F}" dt="2021-08-31T16:03:40.513" v="9297" actId="404"/>
          <ac:spMkLst>
            <pc:docMk/>
            <pc:sldMk cId="3828618125" sldId="348"/>
            <ac:spMk id="2" creationId="{FD76DFD8-B864-4D51-84BE-3C5239B31462}"/>
          </ac:spMkLst>
        </pc:spChg>
        <pc:spChg chg="mod">
          <ac:chgData name="365 Pro Plus" userId="8a4ede6a-2f8b-4c6e-b52c-08ce3e3b5c4d" providerId="ADAL" clId="{F10BA664-AC72-4658-B3AD-ABCB8841465F}" dt="2021-08-31T16:05:27.381" v="9303"/>
          <ac:spMkLst>
            <pc:docMk/>
            <pc:sldMk cId="3828618125" sldId="348"/>
            <ac:spMk id="3" creationId="{E4C31EC9-0CDA-4905-BCCA-9C2023AD6BA7}"/>
          </ac:spMkLst>
        </pc:spChg>
        <pc:picChg chg="del">
          <ac:chgData name="365 Pro Plus" userId="8a4ede6a-2f8b-4c6e-b52c-08ce3e3b5c4d" providerId="ADAL" clId="{F10BA664-AC72-4658-B3AD-ABCB8841465F}" dt="2021-08-31T16:04:35.100" v="9298" actId="478"/>
          <ac:picMkLst>
            <pc:docMk/>
            <pc:sldMk cId="3828618125" sldId="348"/>
            <ac:picMk id="6" creationId="{23445F8E-C28D-4FBF-B86D-F121C9754919}"/>
          </ac:picMkLst>
        </pc:picChg>
      </pc:sldChg>
      <pc:sldChg chg="modSp add del mod">
        <pc:chgData name="365 Pro Plus" userId="8a4ede6a-2f8b-4c6e-b52c-08ce3e3b5c4d" providerId="ADAL" clId="{F10BA664-AC72-4658-B3AD-ABCB8841465F}" dt="2021-08-31T16:08:02.452" v="9345" actId="47"/>
        <pc:sldMkLst>
          <pc:docMk/>
          <pc:sldMk cId="2925349083" sldId="349"/>
        </pc:sldMkLst>
        <pc:spChg chg="mod">
          <ac:chgData name="365 Pro Plus" userId="8a4ede6a-2f8b-4c6e-b52c-08ce3e3b5c4d" providerId="ADAL" clId="{F10BA664-AC72-4658-B3AD-ABCB8841465F}" dt="2021-08-31T16:06:56.092" v="9341" actId="12"/>
          <ac:spMkLst>
            <pc:docMk/>
            <pc:sldMk cId="2925349083" sldId="349"/>
            <ac:spMk id="3" creationId="{E4C31EC9-0CDA-4905-BCCA-9C2023AD6BA7}"/>
          </ac:spMkLst>
        </pc:spChg>
      </pc:sldChg>
      <pc:sldChg chg="modSp add mod ord">
        <pc:chgData name="365 Pro Plus" userId="8a4ede6a-2f8b-4c6e-b52c-08ce3e3b5c4d" providerId="ADAL" clId="{F10BA664-AC72-4658-B3AD-ABCB8841465F}" dt="2021-08-31T16:10:12.864" v="9366"/>
        <pc:sldMkLst>
          <pc:docMk/>
          <pc:sldMk cId="3489236980" sldId="350"/>
        </pc:sldMkLst>
        <pc:spChg chg="mod">
          <ac:chgData name="365 Pro Plus" userId="8a4ede6a-2f8b-4c6e-b52c-08ce3e3b5c4d" providerId="ADAL" clId="{F10BA664-AC72-4658-B3AD-ABCB8841465F}" dt="2021-08-31T16:07:56.399" v="9344" actId="27636"/>
          <ac:spMkLst>
            <pc:docMk/>
            <pc:sldMk cId="3489236980" sldId="350"/>
            <ac:spMk id="3" creationId="{E4C31EC9-0CDA-4905-BCCA-9C2023AD6BA7}"/>
          </ac:spMkLst>
        </pc:spChg>
      </pc:sldChg>
      <pc:sldChg chg="addSp modSp add mod">
        <pc:chgData name="365 Pro Plus" userId="8a4ede6a-2f8b-4c6e-b52c-08ce3e3b5c4d" providerId="ADAL" clId="{F10BA664-AC72-4658-B3AD-ABCB8841465F}" dt="2021-08-31T16:10:10.136" v="9364"/>
        <pc:sldMkLst>
          <pc:docMk/>
          <pc:sldMk cId="1973790119" sldId="351"/>
        </pc:sldMkLst>
        <pc:spChg chg="mod">
          <ac:chgData name="365 Pro Plus" userId="8a4ede6a-2f8b-4c6e-b52c-08ce3e3b5c4d" providerId="ADAL" clId="{F10BA664-AC72-4658-B3AD-ABCB8841465F}" dt="2021-08-31T16:09:05.092" v="9360" actId="5793"/>
          <ac:spMkLst>
            <pc:docMk/>
            <pc:sldMk cId="1973790119" sldId="351"/>
            <ac:spMk id="3" creationId="{E4C31EC9-0CDA-4905-BCCA-9C2023AD6BA7}"/>
          </ac:spMkLst>
        </pc:spChg>
        <pc:graphicFrameChg chg="add mod">
          <ac:chgData name="365 Pro Plus" userId="8a4ede6a-2f8b-4c6e-b52c-08ce3e3b5c4d" providerId="ADAL" clId="{F10BA664-AC72-4658-B3AD-ABCB8841465F}" dt="2021-08-31T16:09:12.730" v="9362" actId="1076"/>
          <ac:graphicFrameMkLst>
            <pc:docMk/>
            <pc:sldMk cId="1973790119" sldId="351"/>
            <ac:graphicFrameMk id="6" creationId="{9143BEE1-6A62-4F13-A72E-D601F80A3B56}"/>
          </ac:graphicFrameMkLst>
        </pc:graphicFrameChg>
        <pc:graphicFrameChg chg="add mod">
          <ac:chgData name="365 Pro Plus" userId="8a4ede6a-2f8b-4c6e-b52c-08ce3e3b5c4d" providerId="ADAL" clId="{F10BA664-AC72-4658-B3AD-ABCB8841465F}" dt="2021-08-31T16:10:10.136" v="9364"/>
          <ac:graphicFrameMkLst>
            <pc:docMk/>
            <pc:sldMk cId="1973790119" sldId="351"/>
            <ac:graphicFrameMk id="7" creationId="{A488411A-2994-4FAD-A519-5CFF906B32B0}"/>
          </ac:graphicFrameMkLst>
        </pc:graphicFrameChg>
      </pc:sldChg>
      <pc:sldChg chg="modSp add mod ord">
        <pc:chgData name="365 Pro Plus" userId="8a4ede6a-2f8b-4c6e-b52c-08ce3e3b5c4d" providerId="ADAL" clId="{F10BA664-AC72-4658-B3AD-ABCB8841465F}" dt="2021-08-31T16:26:05.463" v="9558" actId="255"/>
        <pc:sldMkLst>
          <pc:docMk/>
          <pc:sldMk cId="763107813" sldId="352"/>
        </pc:sldMkLst>
        <pc:spChg chg="mod">
          <ac:chgData name="365 Pro Plus" userId="8a4ede6a-2f8b-4c6e-b52c-08ce3e3b5c4d" providerId="ADAL" clId="{F10BA664-AC72-4658-B3AD-ABCB8841465F}" dt="2021-08-31T16:26:05.463" v="9558" actId="255"/>
          <ac:spMkLst>
            <pc:docMk/>
            <pc:sldMk cId="763107813" sldId="352"/>
            <ac:spMk id="3" creationId="{E4C31EC9-0CDA-4905-BCCA-9C2023AD6BA7}"/>
          </ac:spMkLst>
        </pc:spChg>
      </pc:sldChg>
      <pc:sldChg chg="modSp add mod">
        <pc:chgData name="365 Pro Plus" userId="8a4ede6a-2f8b-4c6e-b52c-08ce3e3b5c4d" providerId="ADAL" clId="{F10BA664-AC72-4658-B3AD-ABCB8841465F}" dt="2021-08-31T16:25:38.831" v="9554" actId="255"/>
        <pc:sldMkLst>
          <pc:docMk/>
          <pc:sldMk cId="1176475880" sldId="353"/>
        </pc:sldMkLst>
        <pc:spChg chg="mod">
          <ac:chgData name="365 Pro Plus" userId="8a4ede6a-2f8b-4c6e-b52c-08ce3e3b5c4d" providerId="ADAL" clId="{F10BA664-AC72-4658-B3AD-ABCB8841465F}" dt="2021-08-31T16:25:38.831" v="9554" actId="255"/>
          <ac:spMkLst>
            <pc:docMk/>
            <pc:sldMk cId="1176475880" sldId="353"/>
            <ac:spMk id="3" creationId="{E4C31EC9-0CDA-4905-BCCA-9C2023AD6BA7}"/>
          </ac:spMkLst>
        </pc:spChg>
      </pc:sldChg>
      <pc:sldChg chg="modSp add mod">
        <pc:chgData name="365 Pro Plus" userId="8a4ede6a-2f8b-4c6e-b52c-08ce3e3b5c4d" providerId="ADAL" clId="{F10BA664-AC72-4658-B3AD-ABCB8841465F}" dt="2021-08-31T16:25:30.148" v="9553" actId="20577"/>
        <pc:sldMkLst>
          <pc:docMk/>
          <pc:sldMk cId="2416285433" sldId="354"/>
        </pc:sldMkLst>
        <pc:spChg chg="mod">
          <ac:chgData name="365 Pro Plus" userId="8a4ede6a-2f8b-4c6e-b52c-08ce3e3b5c4d" providerId="ADAL" clId="{F10BA664-AC72-4658-B3AD-ABCB8841465F}" dt="2021-08-31T16:25:30.148" v="9553" actId="20577"/>
          <ac:spMkLst>
            <pc:docMk/>
            <pc:sldMk cId="2416285433" sldId="354"/>
            <ac:spMk id="3" creationId="{E4C31EC9-0CDA-4905-BCCA-9C2023AD6BA7}"/>
          </ac:spMkLst>
        </pc:spChg>
      </pc:sldChg>
      <pc:sldChg chg="addSp delSp modSp add mod">
        <pc:chgData name="365 Pro Plus" userId="8a4ede6a-2f8b-4c6e-b52c-08ce3e3b5c4d" providerId="ADAL" clId="{F10BA664-AC72-4658-B3AD-ABCB8841465F}" dt="2021-08-31T16:25:19.792" v="9551" actId="255"/>
        <pc:sldMkLst>
          <pc:docMk/>
          <pc:sldMk cId="20441962" sldId="355"/>
        </pc:sldMkLst>
        <pc:spChg chg="mod">
          <ac:chgData name="365 Pro Plus" userId="8a4ede6a-2f8b-4c6e-b52c-08ce3e3b5c4d" providerId="ADAL" clId="{F10BA664-AC72-4658-B3AD-ABCB8841465F}" dt="2021-08-31T16:25:19.792" v="9551" actId="255"/>
          <ac:spMkLst>
            <pc:docMk/>
            <pc:sldMk cId="20441962" sldId="355"/>
            <ac:spMk id="3" creationId="{E4C31EC9-0CDA-4905-BCCA-9C2023AD6BA7}"/>
          </ac:spMkLst>
        </pc:spChg>
        <pc:spChg chg="del">
          <ac:chgData name="365 Pro Plus" userId="8a4ede6a-2f8b-4c6e-b52c-08ce3e3b5c4d" providerId="ADAL" clId="{F10BA664-AC72-4658-B3AD-ABCB8841465F}" dt="2021-08-31T16:21:21.141" v="9509" actId="478"/>
          <ac:spMkLst>
            <pc:docMk/>
            <pc:sldMk cId="20441962" sldId="355"/>
            <ac:spMk id="5" creationId="{4CDC20B9-7B4C-4498-BE59-DE95B51C3A78}"/>
          </ac:spMkLst>
        </pc:spChg>
        <pc:picChg chg="add mod">
          <ac:chgData name="365 Pro Plus" userId="8a4ede6a-2f8b-4c6e-b52c-08ce3e3b5c4d" providerId="ADAL" clId="{F10BA664-AC72-4658-B3AD-ABCB8841465F}" dt="2021-08-31T16:23:11.262" v="9525" actId="1076"/>
          <ac:picMkLst>
            <pc:docMk/>
            <pc:sldMk cId="20441962" sldId="355"/>
            <ac:picMk id="6" creationId="{7981EC01-698F-4F18-9F34-CA33F7C3DCC1}"/>
          </ac:picMkLst>
        </pc:picChg>
      </pc:sldChg>
      <pc:sldChg chg="delSp modSp add mod">
        <pc:chgData name="365 Pro Plus" userId="8a4ede6a-2f8b-4c6e-b52c-08ce3e3b5c4d" providerId="ADAL" clId="{F10BA664-AC72-4658-B3AD-ABCB8841465F}" dt="2021-08-31T16:25:13.689" v="9550" actId="255"/>
        <pc:sldMkLst>
          <pc:docMk/>
          <pc:sldMk cId="669401237" sldId="356"/>
        </pc:sldMkLst>
        <pc:spChg chg="mod">
          <ac:chgData name="365 Pro Plus" userId="8a4ede6a-2f8b-4c6e-b52c-08ce3e3b5c4d" providerId="ADAL" clId="{F10BA664-AC72-4658-B3AD-ABCB8841465F}" dt="2021-08-31T16:25:13.689" v="9550" actId="255"/>
          <ac:spMkLst>
            <pc:docMk/>
            <pc:sldMk cId="669401237" sldId="356"/>
            <ac:spMk id="3" creationId="{E4C31EC9-0CDA-4905-BCCA-9C2023AD6BA7}"/>
          </ac:spMkLst>
        </pc:spChg>
        <pc:picChg chg="del">
          <ac:chgData name="365 Pro Plus" userId="8a4ede6a-2f8b-4c6e-b52c-08ce3e3b5c4d" providerId="ADAL" clId="{F10BA664-AC72-4658-B3AD-ABCB8841465F}" dt="2021-08-31T16:23:23.338" v="9528" actId="478"/>
          <ac:picMkLst>
            <pc:docMk/>
            <pc:sldMk cId="669401237" sldId="356"/>
            <ac:picMk id="6" creationId="{7981EC01-698F-4F18-9F34-CA33F7C3DCC1}"/>
          </ac:picMkLst>
        </pc:picChg>
      </pc:sldChg>
      <pc:sldChg chg="modSp add mod">
        <pc:chgData name="365 Pro Plus" userId="8a4ede6a-2f8b-4c6e-b52c-08ce3e3b5c4d" providerId="ADAL" clId="{F10BA664-AC72-4658-B3AD-ABCB8841465F}" dt="2021-08-31T16:32:37.797" v="9999" actId="27636"/>
        <pc:sldMkLst>
          <pc:docMk/>
          <pc:sldMk cId="3938207314" sldId="357"/>
        </pc:sldMkLst>
        <pc:spChg chg="mod">
          <ac:chgData name="365 Pro Plus" userId="8a4ede6a-2f8b-4c6e-b52c-08ce3e3b5c4d" providerId="ADAL" clId="{F10BA664-AC72-4658-B3AD-ABCB8841465F}" dt="2021-08-31T16:29:08.233" v="9595" actId="20577"/>
          <ac:spMkLst>
            <pc:docMk/>
            <pc:sldMk cId="3938207314" sldId="357"/>
            <ac:spMk id="2" creationId="{FD76DFD8-B864-4D51-84BE-3C5239B31462}"/>
          </ac:spMkLst>
        </pc:spChg>
        <pc:spChg chg="mod">
          <ac:chgData name="365 Pro Plus" userId="8a4ede6a-2f8b-4c6e-b52c-08ce3e3b5c4d" providerId="ADAL" clId="{F10BA664-AC72-4658-B3AD-ABCB8841465F}" dt="2021-08-31T16:32:37.797" v="9999" actId="27636"/>
          <ac:spMkLst>
            <pc:docMk/>
            <pc:sldMk cId="3938207314" sldId="357"/>
            <ac:spMk id="3" creationId="{E4C31EC9-0CDA-4905-BCCA-9C2023AD6BA7}"/>
          </ac:spMkLst>
        </pc:spChg>
      </pc:sldChg>
      <pc:sldChg chg="addSp modSp add mod">
        <pc:chgData name="365 Pro Plus" userId="8a4ede6a-2f8b-4c6e-b52c-08ce3e3b5c4d" providerId="ADAL" clId="{F10BA664-AC72-4658-B3AD-ABCB8841465F}" dt="2021-08-31T16:35:33.348" v="10345" actId="14100"/>
        <pc:sldMkLst>
          <pc:docMk/>
          <pc:sldMk cId="1128507640" sldId="358"/>
        </pc:sldMkLst>
        <pc:spChg chg="mod">
          <ac:chgData name="365 Pro Plus" userId="8a4ede6a-2f8b-4c6e-b52c-08ce3e3b5c4d" providerId="ADAL" clId="{F10BA664-AC72-4658-B3AD-ABCB8841465F}" dt="2021-08-31T16:35:26.431" v="10344" actId="20577"/>
          <ac:spMkLst>
            <pc:docMk/>
            <pc:sldMk cId="1128507640" sldId="358"/>
            <ac:spMk id="3" creationId="{E4C31EC9-0CDA-4905-BCCA-9C2023AD6BA7}"/>
          </ac:spMkLst>
        </pc:spChg>
        <pc:picChg chg="add mod">
          <ac:chgData name="365 Pro Plus" userId="8a4ede6a-2f8b-4c6e-b52c-08ce3e3b5c4d" providerId="ADAL" clId="{F10BA664-AC72-4658-B3AD-ABCB8841465F}" dt="2021-08-31T16:35:33.348" v="10345" actId="14100"/>
          <ac:picMkLst>
            <pc:docMk/>
            <pc:sldMk cId="1128507640" sldId="358"/>
            <ac:picMk id="5" creationId="{66DEEDE0-0271-4224-90B8-9CE699237A0A}"/>
          </ac:picMkLst>
        </pc:picChg>
      </pc:sldChg>
      <pc:sldChg chg="modSp new mod">
        <pc:chgData name="365 Pro Plus" userId="8a4ede6a-2f8b-4c6e-b52c-08ce3e3b5c4d" providerId="ADAL" clId="{F10BA664-AC72-4658-B3AD-ABCB8841465F}" dt="2021-08-31T16:44:02.839" v="11023" actId="20577"/>
        <pc:sldMkLst>
          <pc:docMk/>
          <pc:sldMk cId="3331582453" sldId="359"/>
        </pc:sldMkLst>
        <pc:spChg chg="mod">
          <ac:chgData name="365 Pro Plus" userId="8a4ede6a-2f8b-4c6e-b52c-08ce3e3b5c4d" providerId="ADAL" clId="{F10BA664-AC72-4658-B3AD-ABCB8841465F}" dt="2021-08-31T16:37:16.639" v="10353" actId="20577"/>
          <ac:spMkLst>
            <pc:docMk/>
            <pc:sldMk cId="3331582453" sldId="359"/>
            <ac:spMk id="2" creationId="{01EEF225-DE72-49D4-AFA0-69FAEB99E2E2}"/>
          </ac:spMkLst>
        </pc:spChg>
        <pc:spChg chg="mod">
          <ac:chgData name="365 Pro Plus" userId="8a4ede6a-2f8b-4c6e-b52c-08ce3e3b5c4d" providerId="ADAL" clId="{F10BA664-AC72-4658-B3AD-ABCB8841465F}" dt="2021-08-31T16:44:02.839" v="11023" actId="20577"/>
          <ac:spMkLst>
            <pc:docMk/>
            <pc:sldMk cId="3331582453" sldId="359"/>
            <ac:spMk id="3" creationId="{BA15D2F0-A2F6-4AF5-97CC-05DCC1F5FE8A}"/>
          </ac:spMkLst>
        </pc:spChg>
      </pc:sldChg>
    </pc:docChg>
  </pc:docChgLst>
  <pc:docChgLst>
    <pc:chgData name="365 Pro Plus" userId="8a4ede6a-2f8b-4c6e-b52c-08ce3e3b5c4d" providerId="ADAL" clId="{420D8D57-246D-49A7-A9F0-E4237F76F8BA}"/>
    <pc:docChg chg="modSld">
      <pc:chgData name="365 Pro Plus" userId="8a4ede6a-2f8b-4c6e-b52c-08ce3e3b5c4d" providerId="ADAL" clId="{420D8D57-246D-49A7-A9F0-E4237F76F8BA}" dt="2021-09-01T06:18:25.481" v="56" actId="20577"/>
      <pc:docMkLst>
        <pc:docMk/>
      </pc:docMkLst>
      <pc:sldChg chg="modSp mod">
        <pc:chgData name="365 Pro Plus" userId="8a4ede6a-2f8b-4c6e-b52c-08ce3e3b5c4d" providerId="ADAL" clId="{420D8D57-246D-49A7-A9F0-E4237F76F8BA}" dt="2021-09-01T06:18:25.481" v="56" actId="20577"/>
        <pc:sldMkLst>
          <pc:docMk/>
          <pc:sldMk cId="0" sldId="256"/>
        </pc:sldMkLst>
        <pc:spChg chg="mod">
          <ac:chgData name="365 Pro Plus" userId="8a4ede6a-2f8b-4c6e-b52c-08ce3e3b5c4d" providerId="ADAL" clId="{420D8D57-246D-49A7-A9F0-E4237F76F8BA}" dt="2021-09-01T06:18:25.481" v="56" actId="20577"/>
          <ac:spMkLst>
            <pc:docMk/>
            <pc:sldMk cId="0" sldId="256"/>
            <ac:spMk id="54" creationId="{00000000-0000-0000-0000-000000000000}"/>
          </ac:spMkLst>
        </pc:spChg>
      </pc:sldChg>
    </pc:docChg>
  </pc:docChgLst>
  <pc:docChgLst>
    <pc:chgData name="365 Pro Plus" userId="8a4ede6a-2f8b-4c6e-b52c-08ce3e3b5c4d" providerId="ADAL" clId="{075BB936-E047-4070-81EE-D3B0C3ED3E95}"/>
    <pc:docChg chg="modSld">
      <pc:chgData name="365 Pro Plus" userId="8a4ede6a-2f8b-4c6e-b52c-08ce3e3b5c4d" providerId="ADAL" clId="{075BB936-E047-4070-81EE-D3B0C3ED3E95}" dt="2020-12-03T14:09:52.811" v="1" actId="20577"/>
      <pc:docMkLst>
        <pc:docMk/>
      </pc:docMkLst>
      <pc:sldChg chg="modSp mod">
        <pc:chgData name="365 Pro Plus" userId="8a4ede6a-2f8b-4c6e-b52c-08ce3e3b5c4d" providerId="ADAL" clId="{075BB936-E047-4070-81EE-D3B0C3ED3E95}" dt="2020-12-03T14:02:42.516" v="0" actId="20577"/>
        <pc:sldMkLst>
          <pc:docMk/>
          <pc:sldMk cId="3930945791" sldId="266"/>
        </pc:sldMkLst>
        <pc:spChg chg="mod">
          <ac:chgData name="365 Pro Plus" userId="8a4ede6a-2f8b-4c6e-b52c-08ce3e3b5c4d" providerId="ADAL" clId="{075BB936-E047-4070-81EE-D3B0C3ED3E95}" dt="2020-12-03T14:02:42.516" v="0" actId="20577"/>
          <ac:spMkLst>
            <pc:docMk/>
            <pc:sldMk cId="3930945791" sldId="266"/>
            <ac:spMk id="3" creationId="{00000000-0000-0000-0000-000000000000}"/>
          </ac:spMkLst>
        </pc:spChg>
      </pc:sldChg>
      <pc:sldChg chg="modSp mod">
        <pc:chgData name="365 Pro Plus" userId="8a4ede6a-2f8b-4c6e-b52c-08ce3e3b5c4d" providerId="ADAL" clId="{075BB936-E047-4070-81EE-D3B0C3ED3E95}" dt="2020-12-03T14:09:52.811" v="1" actId="20577"/>
        <pc:sldMkLst>
          <pc:docMk/>
          <pc:sldMk cId="861382456" sldId="269"/>
        </pc:sldMkLst>
        <pc:spChg chg="mod">
          <ac:chgData name="365 Pro Plus" userId="8a4ede6a-2f8b-4c6e-b52c-08ce3e3b5c4d" providerId="ADAL" clId="{075BB936-E047-4070-81EE-D3B0C3ED3E95}" dt="2020-12-03T14:09:52.811" v="1" actId="20577"/>
          <ac:spMkLst>
            <pc:docMk/>
            <pc:sldMk cId="861382456" sldId="269"/>
            <ac:spMk id="3" creationId="{00000000-0000-0000-0000-000000000000}"/>
          </ac:spMkLst>
        </pc:spChg>
      </pc:sldChg>
    </pc:docChg>
  </pc:docChgLst>
  <pc:docChgLst>
    <pc:chgData name="365 Pro Plus" userId="8a4ede6a-2f8b-4c6e-b52c-08ce3e3b5c4d" providerId="ADAL" clId="{F8E4E9AE-9BAF-46D7-BAE7-3AF678358C72}"/>
    <pc:docChg chg="modSld">
      <pc:chgData name="365 Pro Plus" userId="8a4ede6a-2f8b-4c6e-b52c-08ce3e3b5c4d" providerId="ADAL" clId="{F8E4E9AE-9BAF-46D7-BAE7-3AF678358C72}" dt="2021-08-31T17:01:30.099" v="66" actId="20577"/>
      <pc:docMkLst>
        <pc:docMk/>
      </pc:docMkLst>
      <pc:sldChg chg="modSp mod">
        <pc:chgData name="365 Pro Plus" userId="8a4ede6a-2f8b-4c6e-b52c-08ce3e3b5c4d" providerId="ADAL" clId="{F8E4E9AE-9BAF-46D7-BAE7-3AF678358C72}" dt="2021-08-31T17:01:30.099" v="66" actId="20577"/>
        <pc:sldMkLst>
          <pc:docMk/>
          <pc:sldMk cId="0" sldId="256"/>
        </pc:sldMkLst>
        <pc:spChg chg="mod">
          <ac:chgData name="365 Pro Plus" userId="8a4ede6a-2f8b-4c6e-b52c-08ce3e3b5c4d" providerId="ADAL" clId="{F8E4E9AE-9BAF-46D7-BAE7-3AF678358C72}" dt="2021-08-31T17:01:30.099" v="66" actId="20577"/>
          <ac:spMkLst>
            <pc:docMk/>
            <pc:sldMk cId="0" sldId="256"/>
            <ac:spMk id="54" creationId="{00000000-0000-0000-0000-000000000000}"/>
          </ac:spMkLst>
        </pc:spChg>
      </pc:sldChg>
    </pc:docChg>
  </pc:docChgLst>
  <pc:docChgLst>
    <pc:chgData name="365 Pro Plus" userId="8a4ede6a-2f8b-4c6e-b52c-08ce3e3b5c4d" providerId="ADAL" clId="{11358A58-D2D3-4A4F-9A9B-A855C90F51F6}"/>
    <pc:docChg chg="undo custSel addSld delSld modSld sldOrd">
      <pc:chgData name="365 Pro Plus" userId="8a4ede6a-2f8b-4c6e-b52c-08ce3e3b5c4d" providerId="ADAL" clId="{11358A58-D2D3-4A4F-9A9B-A855C90F51F6}" dt="2021-09-01T06:14:33.109" v="582" actId="403"/>
      <pc:docMkLst>
        <pc:docMk/>
      </pc:docMkLst>
      <pc:sldChg chg="modSp mod">
        <pc:chgData name="365 Pro Plus" userId="8a4ede6a-2f8b-4c6e-b52c-08ce3e3b5c4d" providerId="ADAL" clId="{11358A58-D2D3-4A4F-9A9B-A855C90F51F6}" dt="2021-09-01T05:20:54.612" v="17" actId="20577"/>
        <pc:sldMkLst>
          <pc:docMk/>
          <pc:sldMk cId="0" sldId="256"/>
        </pc:sldMkLst>
        <pc:spChg chg="mod">
          <ac:chgData name="365 Pro Plus" userId="8a4ede6a-2f8b-4c6e-b52c-08ce3e3b5c4d" providerId="ADAL" clId="{11358A58-D2D3-4A4F-9A9B-A855C90F51F6}" dt="2021-09-01T05:20:54.612" v="17" actId="20577"/>
          <ac:spMkLst>
            <pc:docMk/>
            <pc:sldMk cId="0" sldId="256"/>
            <ac:spMk id="54" creationId="{00000000-0000-0000-0000-000000000000}"/>
          </ac:spMkLst>
        </pc:spChg>
      </pc:sldChg>
      <pc:sldChg chg="addSp modSp new mod">
        <pc:chgData name="365 Pro Plus" userId="8a4ede6a-2f8b-4c6e-b52c-08ce3e3b5c4d" providerId="ADAL" clId="{11358A58-D2D3-4A4F-9A9B-A855C90F51F6}" dt="2021-09-01T05:58:08.851" v="308" actId="1076"/>
        <pc:sldMkLst>
          <pc:docMk/>
          <pc:sldMk cId="623806875" sldId="308"/>
        </pc:sldMkLst>
        <pc:spChg chg="mod">
          <ac:chgData name="365 Pro Plus" userId="8a4ede6a-2f8b-4c6e-b52c-08ce3e3b5c4d" providerId="ADAL" clId="{11358A58-D2D3-4A4F-9A9B-A855C90F51F6}" dt="2021-09-01T05:36:28.686" v="30" actId="2711"/>
          <ac:spMkLst>
            <pc:docMk/>
            <pc:sldMk cId="623806875" sldId="308"/>
            <ac:spMk id="2" creationId="{245DBFA3-9ED2-4629-B2F9-9A2A0641AE30}"/>
          </ac:spMkLst>
        </pc:spChg>
        <pc:spChg chg="mod">
          <ac:chgData name="365 Pro Plus" userId="8a4ede6a-2f8b-4c6e-b52c-08ce3e3b5c4d" providerId="ADAL" clId="{11358A58-D2D3-4A4F-9A9B-A855C90F51F6}" dt="2021-09-01T05:57:51.391" v="302" actId="1076"/>
          <ac:spMkLst>
            <pc:docMk/>
            <pc:sldMk cId="623806875" sldId="308"/>
            <ac:spMk id="3" creationId="{E003DF2A-06B6-4568-B0E0-D50CE6A2110A}"/>
          </ac:spMkLst>
        </pc:spChg>
        <pc:spChg chg="add mod">
          <ac:chgData name="365 Pro Plus" userId="8a4ede6a-2f8b-4c6e-b52c-08ce3e3b5c4d" providerId="ADAL" clId="{11358A58-D2D3-4A4F-9A9B-A855C90F51F6}" dt="2021-09-01T05:57:51.391" v="302" actId="1076"/>
          <ac:spMkLst>
            <pc:docMk/>
            <pc:sldMk cId="623806875" sldId="308"/>
            <ac:spMk id="4" creationId="{CB88AC37-5642-4AFC-AACD-7CE7AAE4E3FA}"/>
          </ac:spMkLst>
        </pc:spChg>
        <pc:graphicFrameChg chg="add mod">
          <ac:chgData name="365 Pro Plus" userId="8a4ede6a-2f8b-4c6e-b52c-08ce3e3b5c4d" providerId="ADAL" clId="{11358A58-D2D3-4A4F-9A9B-A855C90F51F6}" dt="2021-09-01T05:58:08.851" v="308" actId="1076"/>
          <ac:graphicFrameMkLst>
            <pc:docMk/>
            <pc:sldMk cId="623806875" sldId="308"/>
            <ac:graphicFrameMk id="5" creationId="{3E30FE5A-E788-466C-9B74-099BF9CC6E67}"/>
          </ac:graphicFrameMkLst>
        </pc:graphicFrameChg>
      </pc:sldChg>
      <pc:sldChg chg="modSp new add del mod">
        <pc:chgData name="365 Pro Plus" userId="8a4ede6a-2f8b-4c6e-b52c-08ce3e3b5c4d" providerId="ADAL" clId="{11358A58-D2D3-4A4F-9A9B-A855C90F51F6}" dt="2021-09-01T05:57:07.796" v="290" actId="47"/>
        <pc:sldMkLst>
          <pc:docMk/>
          <pc:sldMk cId="450778771" sldId="309"/>
        </pc:sldMkLst>
        <pc:spChg chg="mod">
          <ac:chgData name="365 Pro Plus" userId="8a4ede6a-2f8b-4c6e-b52c-08ce3e3b5c4d" providerId="ADAL" clId="{11358A58-D2D3-4A4F-9A9B-A855C90F51F6}" dt="2021-09-01T05:37:02.749" v="58" actId="20577"/>
          <ac:spMkLst>
            <pc:docMk/>
            <pc:sldMk cId="450778771" sldId="309"/>
            <ac:spMk id="2" creationId="{5165FD08-4BC0-4AD9-AFC0-2FA23AAAE31C}"/>
          </ac:spMkLst>
        </pc:spChg>
        <pc:spChg chg="mod">
          <ac:chgData name="365 Pro Plus" userId="8a4ede6a-2f8b-4c6e-b52c-08ce3e3b5c4d" providerId="ADAL" clId="{11358A58-D2D3-4A4F-9A9B-A855C90F51F6}" dt="2021-09-01T05:37:10.005" v="59"/>
          <ac:spMkLst>
            <pc:docMk/>
            <pc:sldMk cId="450778771" sldId="309"/>
            <ac:spMk id="3" creationId="{3428C897-C9BA-41E7-A061-3EF4EEE5D0BD}"/>
          </ac:spMkLst>
        </pc:spChg>
      </pc:sldChg>
      <pc:sldChg chg="delSp modSp add mod">
        <pc:chgData name="365 Pro Plus" userId="8a4ede6a-2f8b-4c6e-b52c-08ce3e3b5c4d" providerId="ADAL" clId="{11358A58-D2D3-4A4F-9A9B-A855C90F51F6}" dt="2021-09-01T06:00:00.847" v="333" actId="404"/>
        <pc:sldMkLst>
          <pc:docMk/>
          <pc:sldMk cId="2693943211" sldId="309"/>
        </pc:sldMkLst>
        <pc:spChg chg="mod">
          <ac:chgData name="365 Pro Plus" userId="8a4ede6a-2f8b-4c6e-b52c-08ce3e3b5c4d" providerId="ADAL" clId="{11358A58-D2D3-4A4F-9A9B-A855C90F51F6}" dt="2021-09-01T06:00:00.847" v="333" actId="404"/>
          <ac:spMkLst>
            <pc:docMk/>
            <pc:sldMk cId="2693943211" sldId="309"/>
            <ac:spMk id="3" creationId="{E003DF2A-06B6-4568-B0E0-D50CE6A2110A}"/>
          </ac:spMkLst>
        </pc:spChg>
        <pc:graphicFrameChg chg="del">
          <ac:chgData name="365 Pro Plus" userId="8a4ede6a-2f8b-4c6e-b52c-08ce3e3b5c4d" providerId="ADAL" clId="{11358A58-D2D3-4A4F-9A9B-A855C90F51F6}" dt="2021-09-01T05:59:28.478" v="311" actId="478"/>
          <ac:graphicFrameMkLst>
            <pc:docMk/>
            <pc:sldMk cId="2693943211" sldId="309"/>
            <ac:graphicFrameMk id="5" creationId="{3E30FE5A-E788-466C-9B74-099BF9CC6E67}"/>
          </ac:graphicFrameMkLst>
        </pc:graphicFrameChg>
      </pc:sldChg>
      <pc:sldChg chg="addSp modSp add mod">
        <pc:chgData name="365 Pro Plus" userId="8a4ede6a-2f8b-4c6e-b52c-08ce3e3b5c4d" providerId="ADAL" clId="{11358A58-D2D3-4A4F-9A9B-A855C90F51F6}" dt="2021-09-01T06:02:33.208" v="384" actId="1076"/>
        <pc:sldMkLst>
          <pc:docMk/>
          <pc:sldMk cId="793366114" sldId="310"/>
        </pc:sldMkLst>
        <pc:spChg chg="mod">
          <ac:chgData name="365 Pro Plus" userId="8a4ede6a-2f8b-4c6e-b52c-08ce3e3b5c4d" providerId="ADAL" clId="{11358A58-D2D3-4A4F-9A9B-A855C90F51F6}" dt="2021-09-01T06:00:33.137" v="349" actId="20577"/>
          <ac:spMkLst>
            <pc:docMk/>
            <pc:sldMk cId="793366114" sldId="310"/>
            <ac:spMk id="2" creationId="{245DBFA3-9ED2-4629-B2F9-9A2A0641AE30}"/>
          </ac:spMkLst>
        </pc:spChg>
        <pc:spChg chg="mod">
          <ac:chgData name="365 Pro Plus" userId="8a4ede6a-2f8b-4c6e-b52c-08ce3e3b5c4d" providerId="ADAL" clId="{11358A58-D2D3-4A4F-9A9B-A855C90F51F6}" dt="2021-09-01T06:01:10.468" v="362" actId="5793"/>
          <ac:spMkLst>
            <pc:docMk/>
            <pc:sldMk cId="793366114" sldId="310"/>
            <ac:spMk id="3" creationId="{E003DF2A-06B6-4568-B0E0-D50CE6A2110A}"/>
          </ac:spMkLst>
        </pc:spChg>
        <pc:spChg chg="add mod">
          <ac:chgData name="365 Pro Plus" userId="8a4ede6a-2f8b-4c6e-b52c-08ce3e3b5c4d" providerId="ADAL" clId="{11358A58-D2D3-4A4F-9A9B-A855C90F51F6}" dt="2021-09-01T06:02:33.208" v="384" actId="1076"/>
          <ac:spMkLst>
            <pc:docMk/>
            <pc:sldMk cId="793366114" sldId="310"/>
            <ac:spMk id="6" creationId="{E11BB619-3DCD-49D2-99CC-7BF5D0782084}"/>
          </ac:spMkLst>
        </pc:spChg>
        <pc:graphicFrameChg chg="add mod modGraphic">
          <ac:chgData name="365 Pro Plus" userId="8a4ede6a-2f8b-4c6e-b52c-08ce3e3b5c4d" providerId="ADAL" clId="{11358A58-D2D3-4A4F-9A9B-A855C90F51F6}" dt="2021-09-01T06:01:50.075" v="367" actId="1076"/>
          <ac:graphicFrameMkLst>
            <pc:docMk/>
            <pc:sldMk cId="793366114" sldId="310"/>
            <ac:graphicFrameMk id="5" creationId="{454E7130-188C-4772-A32E-61543CDEC341}"/>
          </ac:graphicFrameMkLst>
        </pc:graphicFrameChg>
      </pc:sldChg>
      <pc:sldChg chg="modSp new del mod">
        <pc:chgData name="365 Pro Plus" userId="8a4ede6a-2f8b-4c6e-b52c-08ce3e3b5c4d" providerId="ADAL" clId="{11358A58-D2D3-4A4F-9A9B-A855C90F51F6}" dt="2021-09-01T05:57:17.535" v="291" actId="47"/>
        <pc:sldMkLst>
          <pc:docMk/>
          <pc:sldMk cId="4267628864" sldId="310"/>
        </pc:sldMkLst>
        <pc:spChg chg="mod">
          <ac:chgData name="365 Pro Plus" userId="8a4ede6a-2f8b-4c6e-b52c-08ce3e3b5c4d" providerId="ADAL" clId="{11358A58-D2D3-4A4F-9A9B-A855C90F51F6}" dt="2021-09-01T05:39:45.063" v="68" actId="20577"/>
          <ac:spMkLst>
            <pc:docMk/>
            <pc:sldMk cId="4267628864" sldId="310"/>
            <ac:spMk id="2" creationId="{C64495E6-062D-4690-AE8D-EA7D4EE11494}"/>
          </ac:spMkLst>
        </pc:spChg>
        <pc:spChg chg="mod">
          <ac:chgData name="365 Pro Plus" userId="8a4ede6a-2f8b-4c6e-b52c-08ce3e3b5c4d" providerId="ADAL" clId="{11358A58-D2D3-4A4F-9A9B-A855C90F51F6}" dt="2021-09-01T05:40:42.742" v="85" actId="27636"/>
          <ac:spMkLst>
            <pc:docMk/>
            <pc:sldMk cId="4267628864" sldId="310"/>
            <ac:spMk id="3" creationId="{94890011-C770-4FB2-AA6A-4ED03F2CEF14}"/>
          </ac:spMkLst>
        </pc:spChg>
      </pc:sldChg>
      <pc:sldChg chg="modSp add mod ord">
        <pc:chgData name="365 Pro Plus" userId="8a4ede6a-2f8b-4c6e-b52c-08ce3e3b5c4d" providerId="ADAL" clId="{11358A58-D2D3-4A4F-9A9B-A855C90F51F6}" dt="2021-09-01T06:04:18.931" v="419" actId="12"/>
        <pc:sldMkLst>
          <pc:docMk/>
          <pc:sldMk cId="1765480180" sldId="311"/>
        </pc:sldMkLst>
        <pc:spChg chg="mod">
          <ac:chgData name="365 Pro Plus" userId="8a4ede6a-2f8b-4c6e-b52c-08ce3e3b5c4d" providerId="ADAL" clId="{11358A58-D2D3-4A4F-9A9B-A855C90F51F6}" dt="2021-09-01T06:03:00.301" v="401" actId="20577"/>
          <ac:spMkLst>
            <pc:docMk/>
            <pc:sldMk cId="1765480180" sldId="311"/>
            <ac:spMk id="2" creationId="{245DBFA3-9ED2-4629-B2F9-9A2A0641AE30}"/>
          </ac:spMkLst>
        </pc:spChg>
        <pc:spChg chg="mod">
          <ac:chgData name="365 Pro Plus" userId="8a4ede6a-2f8b-4c6e-b52c-08ce3e3b5c4d" providerId="ADAL" clId="{11358A58-D2D3-4A4F-9A9B-A855C90F51F6}" dt="2021-09-01T06:04:18.931" v="419" actId="12"/>
          <ac:spMkLst>
            <pc:docMk/>
            <pc:sldMk cId="1765480180" sldId="311"/>
            <ac:spMk id="3" creationId="{E003DF2A-06B6-4568-B0E0-D50CE6A2110A}"/>
          </ac:spMkLst>
        </pc:spChg>
      </pc:sldChg>
      <pc:sldChg chg="addSp modSp add del mod">
        <pc:chgData name="365 Pro Plus" userId="8a4ede6a-2f8b-4c6e-b52c-08ce3e3b5c4d" providerId="ADAL" clId="{11358A58-D2D3-4A4F-9A9B-A855C90F51F6}" dt="2021-09-01T05:57:17.535" v="291" actId="47"/>
        <pc:sldMkLst>
          <pc:docMk/>
          <pc:sldMk cId="2674524037" sldId="311"/>
        </pc:sldMkLst>
        <pc:spChg chg="mod">
          <ac:chgData name="365 Pro Plus" userId="8a4ede6a-2f8b-4c6e-b52c-08ce3e3b5c4d" providerId="ADAL" clId="{11358A58-D2D3-4A4F-9A9B-A855C90F51F6}" dt="2021-09-01T05:41:20.811" v="93" actId="5793"/>
          <ac:spMkLst>
            <pc:docMk/>
            <pc:sldMk cId="2674524037" sldId="311"/>
            <ac:spMk id="3" creationId="{94890011-C770-4FB2-AA6A-4ED03F2CEF14}"/>
          </ac:spMkLst>
        </pc:spChg>
        <pc:picChg chg="add mod">
          <ac:chgData name="365 Pro Plus" userId="8a4ede6a-2f8b-4c6e-b52c-08ce3e3b5c4d" providerId="ADAL" clId="{11358A58-D2D3-4A4F-9A9B-A855C90F51F6}" dt="2021-09-01T05:41:29.646" v="97" actId="1076"/>
          <ac:picMkLst>
            <pc:docMk/>
            <pc:sldMk cId="2674524037" sldId="311"/>
            <ac:picMk id="4" creationId="{C4136ECF-EAB6-4E2A-AA63-51331471AAA3}"/>
          </ac:picMkLst>
        </pc:picChg>
      </pc:sldChg>
      <pc:sldChg chg="add del">
        <pc:chgData name="365 Pro Plus" userId="8a4ede6a-2f8b-4c6e-b52c-08ce3e3b5c4d" providerId="ADAL" clId="{11358A58-D2D3-4A4F-9A9B-A855C90F51F6}" dt="2021-09-01T06:02:46.791" v="386" actId="2890"/>
        <pc:sldMkLst>
          <pc:docMk/>
          <pc:sldMk cId="4267055539" sldId="311"/>
        </pc:sldMkLst>
      </pc:sldChg>
      <pc:sldChg chg="addSp modSp add mod ord">
        <pc:chgData name="365 Pro Plus" userId="8a4ede6a-2f8b-4c6e-b52c-08ce3e3b5c4d" providerId="ADAL" clId="{11358A58-D2D3-4A4F-9A9B-A855C90F51F6}" dt="2021-09-01T06:05:23.885" v="434"/>
        <pc:sldMkLst>
          <pc:docMk/>
          <pc:sldMk cId="3227398809" sldId="312"/>
        </pc:sldMkLst>
        <pc:spChg chg="mod">
          <ac:chgData name="365 Pro Plus" userId="8a4ede6a-2f8b-4c6e-b52c-08ce3e3b5c4d" providerId="ADAL" clId="{11358A58-D2D3-4A4F-9A9B-A855C90F51F6}" dt="2021-09-01T06:04:36.374" v="425" actId="5793"/>
          <ac:spMkLst>
            <pc:docMk/>
            <pc:sldMk cId="3227398809" sldId="312"/>
            <ac:spMk id="3" creationId="{E003DF2A-06B6-4568-B0E0-D50CE6A2110A}"/>
          </ac:spMkLst>
        </pc:spChg>
        <pc:graphicFrameChg chg="add mod modGraphic">
          <ac:chgData name="365 Pro Plus" userId="8a4ede6a-2f8b-4c6e-b52c-08ce3e3b5c4d" providerId="ADAL" clId="{11358A58-D2D3-4A4F-9A9B-A855C90F51F6}" dt="2021-09-01T06:05:15.471" v="431" actId="1076"/>
          <ac:graphicFrameMkLst>
            <pc:docMk/>
            <pc:sldMk cId="3227398809" sldId="312"/>
            <ac:graphicFrameMk id="5" creationId="{96512AFD-180C-46A3-B586-BED7B8FA822C}"/>
          </ac:graphicFrameMkLst>
        </pc:graphicFrameChg>
      </pc:sldChg>
      <pc:sldChg chg="modSp add del mod ord">
        <pc:chgData name="365 Pro Plus" userId="8a4ede6a-2f8b-4c6e-b52c-08ce3e3b5c4d" providerId="ADAL" clId="{11358A58-D2D3-4A4F-9A9B-A855C90F51F6}" dt="2021-09-01T05:57:17.535" v="291" actId="47"/>
        <pc:sldMkLst>
          <pc:docMk/>
          <pc:sldMk cId="3251464881" sldId="312"/>
        </pc:sldMkLst>
        <pc:spChg chg="mod">
          <ac:chgData name="365 Pro Plus" userId="8a4ede6a-2f8b-4c6e-b52c-08ce3e3b5c4d" providerId="ADAL" clId="{11358A58-D2D3-4A4F-9A9B-A855C90F51F6}" dt="2021-09-01T05:42:50.080" v="111" actId="20577"/>
          <ac:spMkLst>
            <pc:docMk/>
            <pc:sldMk cId="3251464881" sldId="312"/>
            <ac:spMk id="2" creationId="{C64495E6-062D-4690-AE8D-EA7D4EE11494}"/>
          </ac:spMkLst>
        </pc:spChg>
        <pc:spChg chg="mod">
          <ac:chgData name="365 Pro Plus" userId="8a4ede6a-2f8b-4c6e-b52c-08ce3e3b5c4d" providerId="ADAL" clId="{11358A58-D2D3-4A4F-9A9B-A855C90F51F6}" dt="2021-09-01T05:43:48.699" v="124" actId="255"/>
          <ac:spMkLst>
            <pc:docMk/>
            <pc:sldMk cId="3251464881" sldId="312"/>
            <ac:spMk id="3" creationId="{94890011-C770-4FB2-AA6A-4ED03F2CEF14}"/>
          </ac:spMkLst>
        </pc:spChg>
      </pc:sldChg>
      <pc:sldChg chg="addSp modSp add del mod">
        <pc:chgData name="365 Pro Plus" userId="8a4ede6a-2f8b-4c6e-b52c-08ce3e3b5c4d" providerId="ADAL" clId="{11358A58-D2D3-4A4F-9A9B-A855C90F51F6}" dt="2021-09-01T05:57:17.535" v="291" actId="47"/>
        <pc:sldMkLst>
          <pc:docMk/>
          <pc:sldMk cId="2787893045" sldId="313"/>
        </pc:sldMkLst>
        <pc:spChg chg="mod">
          <ac:chgData name="365 Pro Plus" userId="8a4ede6a-2f8b-4c6e-b52c-08ce3e3b5c4d" providerId="ADAL" clId="{11358A58-D2D3-4A4F-9A9B-A855C90F51F6}" dt="2021-09-01T05:44:37.055" v="133" actId="20577"/>
          <ac:spMkLst>
            <pc:docMk/>
            <pc:sldMk cId="2787893045" sldId="313"/>
            <ac:spMk id="3" creationId="{94890011-C770-4FB2-AA6A-4ED03F2CEF14}"/>
          </ac:spMkLst>
        </pc:spChg>
        <pc:picChg chg="add mod">
          <ac:chgData name="365 Pro Plus" userId="8a4ede6a-2f8b-4c6e-b52c-08ce3e3b5c4d" providerId="ADAL" clId="{11358A58-D2D3-4A4F-9A9B-A855C90F51F6}" dt="2021-09-01T05:44:34.888" v="132" actId="1076"/>
          <ac:picMkLst>
            <pc:docMk/>
            <pc:sldMk cId="2787893045" sldId="313"/>
            <ac:picMk id="4" creationId="{D81A9852-F6C6-46B9-804A-1B78C228F950}"/>
          </ac:picMkLst>
        </pc:picChg>
      </pc:sldChg>
      <pc:sldChg chg="modSp add mod">
        <pc:chgData name="365 Pro Plus" userId="8a4ede6a-2f8b-4c6e-b52c-08ce3e3b5c4d" providerId="ADAL" clId="{11358A58-D2D3-4A4F-9A9B-A855C90F51F6}" dt="2021-09-01T06:06:45.129" v="453" actId="179"/>
        <pc:sldMkLst>
          <pc:docMk/>
          <pc:sldMk cId="3902377795" sldId="313"/>
        </pc:sldMkLst>
        <pc:spChg chg="mod">
          <ac:chgData name="365 Pro Plus" userId="8a4ede6a-2f8b-4c6e-b52c-08ce3e3b5c4d" providerId="ADAL" clId="{11358A58-D2D3-4A4F-9A9B-A855C90F51F6}" dt="2021-09-01T06:06:45.129" v="453" actId="179"/>
          <ac:spMkLst>
            <pc:docMk/>
            <pc:sldMk cId="3902377795" sldId="313"/>
            <ac:spMk id="3" creationId="{E003DF2A-06B6-4568-B0E0-D50CE6A2110A}"/>
          </ac:spMkLst>
        </pc:spChg>
      </pc:sldChg>
      <pc:sldChg chg="modSp new mod ord">
        <pc:chgData name="365 Pro Plus" userId="8a4ede6a-2f8b-4c6e-b52c-08ce3e3b5c4d" providerId="ADAL" clId="{11358A58-D2D3-4A4F-9A9B-A855C90F51F6}" dt="2021-09-01T06:11:45.055" v="470"/>
        <pc:sldMkLst>
          <pc:docMk/>
          <pc:sldMk cId="137838081" sldId="314"/>
        </pc:sldMkLst>
        <pc:spChg chg="mod">
          <ac:chgData name="365 Pro Plus" userId="8a4ede6a-2f8b-4c6e-b52c-08ce3e3b5c4d" providerId="ADAL" clId="{11358A58-D2D3-4A4F-9A9B-A855C90F51F6}" dt="2021-09-01T06:11:21.028" v="467" actId="20577"/>
          <ac:spMkLst>
            <pc:docMk/>
            <pc:sldMk cId="137838081" sldId="314"/>
            <ac:spMk id="2" creationId="{E7306A9D-6CAD-441D-AD26-E6B1CA958C5D}"/>
          </ac:spMkLst>
        </pc:spChg>
        <pc:spChg chg="mod">
          <ac:chgData name="365 Pro Plus" userId="8a4ede6a-2f8b-4c6e-b52c-08ce3e3b5c4d" providerId="ADAL" clId="{11358A58-D2D3-4A4F-9A9B-A855C90F51F6}" dt="2021-09-01T06:11:17.074" v="457"/>
          <ac:spMkLst>
            <pc:docMk/>
            <pc:sldMk cId="137838081" sldId="314"/>
            <ac:spMk id="3" creationId="{91ADF75E-36CF-4073-9A6F-85A13B7A1EB1}"/>
          </ac:spMkLst>
        </pc:spChg>
      </pc:sldChg>
      <pc:sldChg chg="addSp modSp add del mod ord">
        <pc:chgData name="365 Pro Plus" userId="8a4ede6a-2f8b-4c6e-b52c-08ce3e3b5c4d" providerId="ADAL" clId="{11358A58-D2D3-4A4F-9A9B-A855C90F51F6}" dt="2021-09-01T05:57:17.535" v="291" actId="47"/>
        <pc:sldMkLst>
          <pc:docMk/>
          <pc:sldMk cId="4232848310" sldId="314"/>
        </pc:sldMkLst>
        <pc:spChg chg="mod">
          <ac:chgData name="365 Pro Plus" userId="8a4ede6a-2f8b-4c6e-b52c-08ce3e3b5c4d" providerId="ADAL" clId="{11358A58-D2D3-4A4F-9A9B-A855C90F51F6}" dt="2021-09-01T05:45:02.986" v="142" actId="20577"/>
          <ac:spMkLst>
            <pc:docMk/>
            <pc:sldMk cId="4232848310" sldId="314"/>
            <ac:spMk id="2" creationId="{C64495E6-062D-4690-AE8D-EA7D4EE11494}"/>
          </ac:spMkLst>
        </pc:spChg>
        <pc:spChg chg="mod">
          <ac:chgData name="365 Pro Plus" userId="8a4ede6a-2f8b-4c6e-b52c-08ce3e3b5c4d" providerId="ADAL" clId="{11358A58-D2D3-4A4F-9A9B-A855C90F51F6}" dt="2021-09-01T05:50:41.191" v="219" actId="27636"/>
          <ac:spMkLst>
            <pc:docMk/>
            <pc:sldMk cId="4232848310" sldId="314"/>
            <ac:spMk id="3" creationId="{94890011-C770-4FB2-AA6A-4ED03F2CEF14}"/>
          </ac:spMkLst>
        </pc:spChg>
        <pc:spChg chg="add">
          <ac:chgData name="365 Pro Plus" userId="8a4ede6a-2f8b-4c6e-b52c-08ce3e3b5c4d" providerId="ADAL" clId="{11358A58-D2D3-4A4F-9A9B-A855C90F51F6}" dt="2021-09-01T05:48:47.597" v="191"/>
          <ac:spMkLst>
            <pc:docMk/>
            <pc:sldMk cId="4232848310" sldId="314"/>
            <ac:spMk id="4" creationId="{710F8D5C-76D3-433B-866B-70BFF088AA6A}"/>
          </ac:spMkLst>
        </pc:spChg>
        <pc:graphicFrameChg chg="add mod">
          <ac:chgData name="365 Pro Plus" userId="8a4ede6a-2f8b-4c6e-b52c-08ce3e3b5c4d" providerId="ADAL" clId="{11358A58-D2D3-4A4F-9A9B-A855C90F51F6}" dt="2021-09-01T05:50:31.793" v="215" actId="1076"/>
          <ac:graphicFrameMkLst>
            <pc:docMk/>
            <pc:sldMk cId="4232848310" sldId="314"/>
            <ac:graphicFrameMk id="5" creationId="{E7CA029D-1341-4A66-A35C-9890E30959E7}"/>
          </ac:graphicFrameMkLst>
        </pc:graphicFrameChg>
      </pc:sldChg>
      <pc:sldChg chg="new del">
        <pc:chgData name="365 Pro Plus" userId="8a4ede6a-2f8b-4c6e-b52c-08ce3e3b5c4d" providerId="ADAL" clId="{11358A58-D2D3-4A4F-9A9B-A855C90F51F6}" dt="2021-09-01T06:11:08.488" v="455" actId="680"/>
        <pc:sldMkLst>
          <pc:docMk/>
          <pc:sldMk cId="4257447367" sldId="314"/>
        </pc:sldMkLst>
      </pc:sldChg>
      <pc:sldChg chg="addSp modSp add del mod ord">
        <pc:chgData name="365 Pro Plus" userId="8a4ede6a-2f8b-4c6e-b52c-08ce3e3b5c4d" providerId="ADAL" clId="{11358A58-D2D3-4A4F-9A9B-A855C90F51F6}" dt="2021-09-01T05:57:17.535" v="291" actId="47"/>
        <pc:sldMkLst>
          <pc:docMk/>
          <pc:sldMk cId="1216884272" sldId="315"/>
        </pc:sldMkLst>
        <pc:spChg chg="mod">
          <ac:chgData name="365 Pro Plus" userId="8a4ede6a-2f8b-4c6e-b52c-08ce3e3b5c4d" providerId="ADAL" clId="{11358A58-D2D3-4A4F-9A9B-A855C90F51F6}" dt="2021-09-01T05:46:56.150" v="185" actId="1076"/>
          <ac:spMkLst>
            <pc:docMk/>
            <pc:sldMk cId="1216884272" sldId="315"/>
            <ac:spMk id="3" creationId="{94890011-C770-4FB2-AA6A-4ED03F2CEF14}"/>
          </ac:spMkLst>
        </pc:spChg>
        <pc:picChg chg="add mod">
          <ac:chgData name="365 Pro Plus" userId="8a4ede6a-2f8b-4c6e-b52c-08ce3e3b5c4d" providerId="ADAL" clId="{11358A58-D2D3-4A4F-9A9B-A855C90F51F6}" dt="2021-09-01T05:46:59.296" v="186" actId="1076"/>
          <ac:picMkLst>
            <pc:docMk/>
            <pc:sldMk cId="1216884272" sldId="315"/>
            <ac:picMk id="4" creationId="{8901ECCB-0CE4-4892-BE28-2223A7F05D48}"/>
          </ac:picMkLst>
        </pc:picChg>
      </pc:sldChg>
      <pc:sldChg chg="addSp modSp add mod">
        <pc:chgData name="365 Pro Plus" userId="8a4ede6a-2f8b-4c6e-b52c-08ce3e3b5c4d" providerId="ADAL" clId="{11358A58-D2D3-4A4F-9A9B-A855C90F51F6}" dt="2021-09-01T06:13:10.673" v="494" actId="1076"/>
        <pc:sldMkLst>
          <pc:docMk/>
          <pc:sldMk cId="2275809796" sldId="315"/>
        </pc:sldMkLst>
        <pc:spChg chg="mod">
          <ac:chgData name="365 Pro Plus" userId="8a4ede6a-2f8b-4c6e-b52c-08ce3e3b5c4d" providerId="ADAL" clId="{11358A58-D2D3-4A4F-9A9B-A855C90F51F6}" dt="2021-09-01T06:11:52.572" v="472"/>
          <ac:spMkLst>
            <pc:docMk/>
            <pc:sldMk cId="2275809796" sldId="315"/>
            <ac:spMk id="2" creationId="{245DBFA3-9ED2-4629-B2F9-9A2A0641AE30}"/>
          </ac:spMkLst>
        </pc:spChg>
        <pc:spChg chg="mod">
          <ac:chgData name="365 Pro Plus" userId="8a4ede6a-2f8b-4c6e-b52c-08ce3e3b5c4d" providerId="ADAL" clId="{11358A58-D2D3-4A4F-9A9B-A855C90F51F6}" dt="2021-09-01T06:13:08.768" v="493" actId="1076"/>
          <ac:spMkLst>
            <pc:docMk/>
            <pc:sldMk cId="2275809796" sldId="315"/>
            <ac:spMk id="3" creationId="{E003DF2A-06B6-4568-B0E0-D50CE6A2110A}"/>
          </ac:spMkLst>
        </pc:spChg>
        <pc:picChg chg="add mod">
          <ac:chgData name="365 Pro Plus" userId="8a4ede6a-2f8b-4c6e-b52c-08ce3e3b5c4d" providerId="ADAL" clId="{11358A58-D2D3-4A4F-9A9B-A855C90F51F6}" dt="2021-09-01T06:13:10.673" v="494" actId="1076"/>
          <ac:picMkLst>
            <pc:docMk/>
            <pc:sldMk cId="2275809796" sldId="315"/>
            <ac:picMk id="5" creationId="{6EDD6E53-3233-4929-BFD6-7F4421169485}"/>
          </ac:picMkLst>
        </pc:picChg>
      </pc:sldChg>
      <pc:sldChg chg="modSp add mod ord">
        <pc:chgData name="365 Pro Plus" userId="8a4ede6a-2f8b-4c6e-b52c-08ce3e3b5c4d" providerId="ADAL" clId="{11358A58-D2D3-4A4F-9A9B-A855C90F51F6}" dt="2021-09-01T06:13:48.059" v="567" actId="20577"/>
        <pc:sldMkLst>
          <pc:docMk/>
          <pc:sldMk cId="1985620182" sldId="316"/>
        </pc:sldMkLst>
        <pc:spChg chg="mod">
          <ac:chgData name="365 Pro Plus" userId="8a4ede6a-2f8b-4c6e-b52c-08ce3e3b5c4d" providerId="ADAL" clId="{11358A58-D2D3-4A4F-9A9B-A855C90F51F6}" dt="2021-09-01T06:13:48.059" v="567" actId="20577"/>
          <ac:spMkLst>
            <pc:docMk/>
            <pc:sldMk cId="1985620182" sldId="316"/>
            <ac:spMk id="3" creationId="{E003DF2A-06B6-4568-B0E0-D50CE6A2110A}"/>
          </ac:spMkLst>
        </pc:spChg>
      </pc:sldChg>
      <pc:sldChg chg="delSp modSp add del mod">
        <pc:chgData name="365 Pro Plus" userId="8a4ede6a-2f8b-4c6e-b52c-08ce3e3b5c4d" providerId="ADAL" clId="{11358A58-D2D3-4A4F-9A9B-A855C90F51F6}" dt="2021-09-01T05:57:17.535" v="291" actId="47"/>
        <pc:sldMkLst>
          <pc:docMk/>
          <pc:sldMk cId="3582054056" sldId="316"/>
        </pc:sldMkLst>
        <pc:spChg chg="mod">
          <ac:chgData name="365 Pro Plus" userId="8a4ede6a-2f8b-4c6e-b52c-08ce3e3b5c4d" providerId="ADAL" clId="{11358A58-D2D3-4A4F-9A9B-A855C90F51F6}" dt="2021-09-01T05:50:57.140" v="236" actId="20577"/>
          <ac:spMkLst>
            <pc:docMk/>
            <pc:sldMk cId="3582054056" sldId="316"/>
            <ac:spMk id="2" creationId="{C64495E6-062D-4690-AE8D-EA7D4EE11494}"/>
          </ac:spMkLst>
        </pc:spChg>
        <pc:spChg chg="mod">
          <ac:chgData name="365 Pro Plus" userId="8a4ede6a-2f8b-4c6e-b52c-08ce3e3b5c4d" providerId="ADAL" clId="{11358A58-D2D3-4A4F-9A9B-A855C90F51F6}" dt="2021-09-01T05:52:03.591" v="252" actId="255"/>
          <ac:spMkLst>
            <pc:docMk/>
            <pc:sldMk cId="3582054056" sldId="316"/>
            <ac:spMk id="3" creationId="{94890011-C770-4FB2-AA6A-4ED03F2CEF14}"/>
          </ac:spMkLst>
        </pc:spChg>
        <pc:picChg chg="del">
          <ac:chgData name="365 Pro Plus" userId="8a4ede6a-2f8b-4c6e-b52c-08ce3e3b5c4d" providerId="ADAL" clId="{11358A58-D2D3-4A4F-9A9B-A855C90F51F6}" dt="2021-09-01T05:49:35.083" v="202" actId="478"/>
          <ac:picMkLst>
            <pc:docMk/>
            <pc:sldMk cId="3582054056" sldId="316"/>
            <ac:picMk id="4" creationId="{8901ECCB-0CE4-4892-BE28-2223A7F05D48}"/>
          </ac:picMkLst>
        </pc:picChg>
      </pc:sldChg>
      <pc:sldChg chg="add del">
        <pc:chgData name="365 Pro Plus" userId="8a4ede6a-2f8b-4c6e-b52c-08ce3e3b5c4d" providerId="ADAL" clId="{11358A58-D2D3-4A4F-9A9B-A855C90F51F6}" dt="2021-09-01T06:13:53.868" v="569" actId="2696"/>
        <pc:sldMkLst>
          <pc:docMk/>
          <pc:sldMk cId="849938101" sldId="317"/>
        </pc:sldMkLst>
      </pc:sldChg>
      <pc:sldChg chg="modSp add del mod">
        <pc:chgData name="365 Pro Plus" userId="8a4ede6a-2f8b-4c6e-b52c-08ce3e3b5c4d" providerId="ADAL" clId="{11358A58-D2D3-4A4F-9A9B-A855C90F51F6}" dt="2021-09-01T05:57:17.535" v="291" actId="47"/>
        <pc:sldMkLst>
          <pc:docMk/>
          <pc:sldMk cId="970618188" sldId="317"/>
        </pc:sldMkLst>
        <pc:spChg chg="mod">
          <ac:chgData name="365 Pro Plus" userId="8a4ede6a-2f8b-4c6e-b52c-08ce3e3b5c4d" providerId="ADAL" clId="{11358A58-D2D3-4A4F-9A9B-A855C90F51F6}" dt="2021-09-01T05:52:57.967" v="268" actId="27636"/>
          <ac:spMkLst>
            <pc:docMk/>
            <pc:sldMk cId="970618188" sldId="317"/>
            <ac:spMk id="3" creationId="{94890011-C770-4FB2-AA6A-4ED03F2CEF14}"/>
          </ac:spMkLst>
        </pc:spChg>
      </pc:sldChg>
      <pc:sldChg chg="modSp add mod">
        <pc:chgData name="365 Pro Plus" userId="8a4ede6a-2f8b-4c6e-b52c-08ce3e3b5c4d" providerId="ADAL" clId="{11358A58-D2D3-4A4F-9A9B-A855C90F51F6}" dt="2021-09-01T06:14:33.109" v="582" actId="403"/>
        <pc:sldMkLst>
          <pc:docMk/>
          <pc:sldMk cId="1653551910" sldId="317"/>
        </pc:sldMkLst>
        <pc:spChg chg="mod">
          <ac:chgData name="365 Pro Plus" userId="8a4ede6a-2f8b-4c6e-b52c-08ce3e3b5c4d" providerId="ADAL" clId="{11358A58-D2D3-4A4F-9A9B-A855C90F51F6}" dt="2021-09-01T06:14:33.109" v="582" actId="403"/>
          <ac:spMkLst>
            <pc:docMk/>
            <pc:sldMk cId="1653551910" sldId="317"/>
            <ac:spMk id="3" creationId="{E003DF2A-06B6-4568-B0E0-D50CE6A2110A}"/>
          </ac:spMkLst>
        </pc:spChg>
      </pc:sldChg>
      <pc:sldChg chg="addSp modSp add del mod">
        <pc:chgData name="365 Pro Plus" userId="8a4ede6a-2f8b-4c6e-b52c-08ce3e3b5c4d" providerId="ADAL" clId="{11358A58-D2D3-4A4F-9A9B-A855C90F51F6}" dt="2021-09-01T05:57:17.535" v="291" actId="47"/>
        <pc:sldMkLst>
          <pc:docMk/>
          <pc:sldMk cId="3697564862" sldId="318"/>
        </pc:sldMkLst>
        <pc:spChg chg="mod">
          <ac:chgData name="365 Pro Plus" userId="8a4ede6a-2f8b-4c6e-b52c-08ce3e3b5c4d" providerId="ADAL" clId="{11358A58-D2D3-4A4F-9A9B-A855C90F51F6}" dt="2021-09-01T05:54:25.920" v="286" actId="5793"/>
          <ac:spMkLst>
            <pc:docMk/>
            <pc:sldMk cId="3697564862" sldId="318"/>
            <ac:spMk id="3" creationId="{94890011-C770-4FB2-AA6A-4ED03F2CEF14}"/>
          </ac:spMkLst>
        </pc:spChg>
        <pc:spChg chg="add">
          <ac:chgData name="365 Pro Plus" userId="8a4ede6a-2f8b-4c6e-b52c-08ce3e3b5c4d" providerId="ADAL" clId="{11358A58-D2D3-4A4F-9A9B-A855C90F51F6}" dt="2021-09-01T05:54:31.730" v="287"/>
          <ac:spMkLst>
            <pc:docMk/>
            <pc:sldMk cId="3697564862" sldId="318"/>
            <ac:spMk id="4" creationId="{A9F1583E-C8C1-4727-88FA-8CA65A33EB18}"/>
          </ac:spMkLst>
        </pc:spChg>
        <pc:graphicFrameChg chg="add mod">
          <ac:chgData name="365 Pro Plus" userId="8a4ede6a-2f8b-4c6e-b52c-08ce3e3b5c4d" providerId="ADAL" clId="{11358A58-D2D3-4A4F-9A9B-A855C90F51F6}" dt="2021-09-01T05:54:39.242" v="289" actId="1076"/>
          <ac:graphicFrameMkLst>
            <pc:docMk/>
            <pc:sldMk cId="3697564862" sldId="318"/>
            <ac:graphicFrameMk id="5" creationId="{FB66B28F-3720-4696-B643-8A613337DF43}"/>
          </ac:graphicFrameMkLst>
        </pc:graphicFrameChg>
      </pc:sldChg>
      <pc:sldChg chg="del">
        <pc:chgData name="365 Pro Plus" userId="8a4ede6a-2f8b-4c6e-b52c-08ce3e3b5c4d" providerId="ADAL" clId="{11358A58-D2D3-4A4F-9A9B-A855C90F51F6}" dt="2021-09-01T05:25:07.103" v="18" actId="47"/>
        <pc:sldMkLst>
          <pc:docMk/>
          <pc:sldMk cId="2710071382" sldId="347"/>
        </pc:sldMkLst>
      </pc:sldChg>
      <pc:sldChg chg="del">
        <pc:chgData name="365 Pro Plus" userId="8a4ede6a-2f8b-4c6e-b52c-08ce3e3b5c4d" providerId="ADAL" clId="{11358A58-D2D3-4A4F-9A9B-A855C90F51F6}" dt="2021-09-01T05:25:07.103" v="18" actId="47"/>
        <pc:sldMkLst>
          <pc:docMk/>
          <pc:sldMk cId="2977256447" sldId="349"/>
        </pc:sldMkLst>
      </pc:sldChg>
      <pc:sldChg chg="del">
        <pc:chgData name="365 Pro Plus" userId="8a4ede6a-2f8b-4c6e-b52c-08ce3e3b5c4d" providerId="ADAL" clId="{11358A58-D2D3-4A4F-9A9B-A855C90F51F6}" dt="2021-09-01T05:25:07.103" v="18" actId="47"/>
        <pc:sldMkLst>
          <pc:docMk/>
          <pc:sldMk cId="1453782456" sldId="353"/>
        </pc:sldMkLst>
      </pc:sldChg>
      <pc:sldChg chg="del">
        <pc:chgData name="365 Pro Plus" userId="8a4ede6a-2f8b-4c6e-b52c-08ce3e3b5c4d" providerId="ADAL" clId="{11358A58-D2D3-4A4F-9A9B-A855C90F51F6}" dt="2021-09-01T05:25:07.103" v="18" actId="47"/>
        <pc:sldMkLst>
          <pc:docMk/>
          <pc:sldMk cId="1049082250" sldId="354"/>
        </pc:sldMkLst>
      </pc:sldChg>
      <pc:sldChg chg="del">
        <pc:chgData name="365 Pro Plus" userId="8a4ede6a-2f8b-4c6e-b52c-08ce3e3b5c4d" providerId="ADAL" clId="{11358A58-D2D3-4A4F-9A9B-A855C90F51F6}" dt="2021-09-01T05:25:07.103" v="18" actId="47"/>
        <pc:sldMkLst>
          <pc:docMk/>
          <pc:sldMk cId="730239851" sldId="355"/>
        </pc:sldMkLst>
      </pc:sldChg>
      <pc:sldChg chg="del">
        <pc:chgData name="365 Pro Plus" userId="8a4ede6a-2f8b-4c6e-b52c-08ce3e3b5c4d" providerId="ADAL" clId="{11358A58-D2D3-4A4F-9A9B-A855C90F51F6}" dt="2021-09-01T05:25:07.103" v="18" actId="47"/>
        <pc:sldMkLst>
          <pc:docMk/>
          <pc:sldMk cId="1233649614" sldId="356"/>
        </pc:sldMkLst>
      </pc:sldChg>
      <pc:sldChg chg="del">
        <pc:chgData name="365 Pro Plus" userId="8a4ede6a-2f8b-4c6e-b52c-08ce3e3b5c4d" providerId="ADAL" clId="{11358A58-D2D3-4A4F-9A9B-A855C90F51F6}" dt="2021-09-01T05:25:07.103" v="18" actId="47"/>
        <pc:sldMkLst>
          <pc:docMk/>
          <pc:sldMk cId="4064009573" sldId="357"/>
        </pc:sldMkLst>
      </pc:sldChg>
      <pc:sldChg chg="del">
        <pc:chgData name="365 Pro Plus" userId="8a4ede6a-2f8b-4c6e-b52c-08ce3e3b5c4d" providerId="ADAL" clId="{11358A58-D2D3-4A4F-9A9B-A855C90F51F6}" dt="2021-09-01T05:25:07.103" v="18" actId="47"/>
        <pc:sldMkLst>
          <pc:docMk/>
          <pc:sldMk cId="3502129480" sldId="358"/>
        </pc:sldMkLst>
      </pc:sldChg>
      <pc:sldChg chg="del">
        <pc:chgData name="365 Pro Plus" userId="8a4ede6a-2f8b-4c6e-b52c-08ce3e3b5c4d" providerId="ADAL" clId="{11358A58-D2D3-4A4F-9A9B-A855C90F51F6}" dt="2021-09-01T05:25:07.103" v="18" actId="47"/>
        <pc:sldMkLst>
          <pc:docMk/>
          <pc:sldMk cId="214165969" sldId="359"/>
        </pc:sldMkLst>
      </pc:sldChg>
      <pc:sldChg chg="del">
        <pc:chgData name="365 Pro Plus" userId="8a4ede6a-2f8b-4c6e-b52c-08ce3e3b5c4d" providerId="ADAL" clId="{11358A58-D2D3-4A4F-9A9B-A855C90F51F6}" dt="2021-09-01T05:25:07.103" v="18" actId="47"/>
        <pc:sldMkLst>
          <pc:docMk/>
          <pc:sldMk cId="683689106" sldId="360"/>
        </pc:sldMkLst>
      </pc:sldChg>
      <pc:sldChg chg="del">
        <pc:chgData name="365 Pro Plus" userId="8a4ede6a-2f8b-4c6e-b52c-08ce3e3b5c4d" providerId="ADAL" clId="{11358A58-D2D3-4A4F-9A9B-A855C90F51F6}" dt="2021-09-01T05:25:07.103" v="18" actId="47"/>
        <pc:sldMkLst>
          <pc:docMk/>
          <pc:sldMk cId="210611700" sldId="361"/>
        </pc:sldMkLst>
      </pc:sldChg>
      <pc:sldChg chg="del">
        <pc:chgData name="365 Pro Plus" userId="8a4ede6a-2f8b-4c6e-b52c-08ce3e3b5c4d" providerId="ADAL" clId="{11358A58-D2D3-4A4F-9A9B-A855C90F51F6}" dt="2021-09-01T05:25:07.103" v="18" actId="47"/>
        <pc:sldMkLst>
          <pc:docMk/>
          <pc:sldMk cId="3760441534" sldId="362"/>
        </pc:sldMkLst>
      </pc:sldChg>
    </pc:docChg>
  </pc:docChgLst>
  <pc:docChgLst>
    <pc:chgData name="365 Pro Plus" userId="8a4ede6a-2f8b-4c6e-b52c-08ce3e3b5c4d" providerId="ADAL" clId="{E91601CC-018A-44E3-BE1A-FBDC3149E008}"/>
    <pc:docChg chg="undo redo custSel addSld delSld modSld sldOrd">
      <pc:chgData name="365 Pro Plus" userId="8a4ede6a-2f8b-4c6e-b52c-08ce3e3b5c4d" providerId="ADAL" clId="{E91601CC-018A-44E3-BE1A-FBDC3149E008}" dt="2021-09-01T05:18:01.721" v="2100" actId="47"/>
      <pc:docMkLst>
        <pc:docMk/>
      </pc:docMkLst>
      <pc:sldChg chg="modSp mod">
        <pc:chgData name="365 Pro Plus" userId="8a4ede6a-2f8b-4c6e-b52c-08ce3e3b5c4d" providerId="ADAL" clId="{E91601CC-018A-44E3-BE1A-FBDC3149E008}" dt="2021-09-01T05:17:52.829" v="2098"/>
        <pc:sldMkLst>
          <pc:docMk/>
          <pc:sldMk cId="0" sldId="256"/>
        </pc:sldMkLst>
        <pc:spChg chg="mod">
          <ac:chgData name="365 Pro Plus" userId="8a4ede6a-2f8b-4c6e-b52c-08ce3e3b5c4d" providerId="ADAL" clId="{E91601CC-018A-44E3-BE1A-FBDC3149E008}" dt="2021-08-31T17:26:18.118" v="268" actId="2711"/>
          <ac:spMkLst>
            <pc:docMk/>
            <pc:sldMk cId="0" sldId="256"/>
            <ac:spMk id="2" creationId="{D60CB2C1-C816-4518-B132-46753F9C01AC}"/>
          </ac:spMkLst>
        </pc:spChg>
        <pc:spChg chg="mod">
          <ac:chgData name="365 Pro Plus" userId="8a4ede6a-2f8b-4c6e-b52c-08ce3e3b5c4d" providerId="ADAL" clId="{E91601CC-018A-44E3-BE1A-FBDC3149E008}" dt="2021-09-01T05:17:52.829" v="2098"/>
          <ac:spMkLst>
            <pc:docMk/>
            <pc:sldMk cId="0" sldId="256"/>
            <ac:spMk id="54" creationId="{00000000-0000-0000-0000-000000000000}"/>
          </ac:spMkLst>
        </pc:spChg>
      </pc:sldChg>
      <pc:sldChg chg="modSp add del mod">
        <pc:chgData name="365 Pro Plus" userId="8a4ede6a-2f8b-4c6e-b52c-08ce3e3b5c4d" providerId="ADAL" clId="{E91601CC-018A-44E3-BE1A-FBDC3149E008}" dt="2021-08-31T17:26:30.863" v="270" actId="2711"/>
        <pc:sldMkLst>
          <pc:docMk/>
          <pc:sldMk cId="3294539158" sldId="257"/>
        </pc:sldMkLst>
        <pc:spChg chg="mod">
          <ac:chgData name="365 Pro Plus" userId="8a4ede6a-2f8b-4c6e-b52c-08ce3e3b5c4d" providerId="ADAL" clId="{E91601CC-018A-44E3-BE1A-FBDC3149E008}" dt="2021-08-31T17:26:30.863" v="270" actId="2711"/>
          <ac:spMkLst>
            <pc:docMk/>
            <pc:sldMk cId="3294539158" sldId="257"/>
            <ac:spMk id="2" creationId="{6DEE02A0-71D4-44CB-95CD-C4004727DA08}"/>
          </ac:spMkLst>
        </pc:spChg>
        <pc:spChg chg="mod">
          <ac:chgData name="365 Pro Plus" userId="8a4ede6a-2f8b-4c6e-b52c-08ce3e3b5c4d" providerId="ADAL" clId="{E91601CC-018A-44E3-BE1A-FBDC3149E008}" dt="2021-08-31T17:26:30.863" v="270" actId="2711"/>
          <ac:spMkLst>
            <pc:docMk/>
            <pc:sldMk cId="3294539158" sldId="257"/>
            <ac:spMk id="3" creationId="{53428026-1A2C-477E-B416-C86ED237F512}"/>
          </ac:spMkLst>
        </pc:spChg>
      </pc:sldChg>
      <pc:sldChg chg="modSp add del mod">
        <pc:chgData name="365 Pro Plus" userId="8a4ede6a-2f8b-4c6e-b52c-08ce3e3b5c4d" providerId="ADAL" clId="{E91601CC-018A-44E3-BE1A-FBDC3149E008}" dt="2021-09-01T05:17:44.021" v="2097" actId="47"/>
        <pc:sldMkLst>
          <pc:docMk/>
          <pc:sldMk cId="4169195282" sldId="258"/>
        </pc:sldMkLst>
        <pc:spChg chg="mod">
          <ac:chgData name="365 Pro Plus" userId="8a4ede6a-2f8b-4c6e-b52c-08ce3e3b5c4d" providerId="ADAL" clId="{E91601CC-018A-44E3-BE1A-FBDC3149E008}" dt="2021-08-31T17:24:00.948" v="251" actId="2711"/>
          <ac:spMkLst>
            <pc:docMk/>
            <pc:sldMk cId="4169195282" sldId="258"/>
            <ac:spMk id="2" creationId="{00000000-0000-0000-0000-000000000000}"/>
          </ac:spMkLst>
        </pc:spChg>
        <pc:spChg chg="mod">
          <ac:chgData name="365 Pro Plus" userId="8a4ede6a-2f8b-4c6e-b52c-08ce3e3b5c4d" providerId="ADAL" clId="{E91601CC-018A-44E3-BE1A-FBDC3149E008}" dt="2021-08-31T17:24:00.948" v="251" actId="2711"/>
          <ac:spMkLst>
            <pc:docMk/>
            <pc:sldMk cId="4169195282" sldId="258"/>
            <ac:spMk id="4" creationId="{00000000-0000-0000-0000-000000000000}"/>
          </ac:spMkLst>
        </pc:spChg>
        <pc:spChg chg="mod">
          <ac:chgData name="365 Pro Plus" userId="8a4ede6a-2f8b-4c6e-b52c-08ce3e3b5c4d" providerId="ADAL" clId="{E91601CC-018A-44E3-BE1A-FBDC3149E008}" dt="2021-08-31T17:24:00.948" v="251" actId="2711"/>
          <ac:spMkLst>
            <pc:docMk/>
            <pc:sldMk cId="4169195282" sldId="258"/>
            <ac:spMk id="6" creationId="{00000000-0000-0000-0000-000000000000}"/>
          </ac:spMkLst>
        </pc:spChg>
        <pc:spChg chg="mod">
          <ac:chgData name="365 Pro Plus" userId="8a4ede6a-2f8b-4c6e-b52c-08ce3e3b5c4d" providerId="ADAL" clId="{E91601CC-018A-44E3-BE1A-FBDC3149E008}" dt="2021-08-31T17:24:00.948" v="251" actId="2711"/>
          <ac:spMkLst>
            <pc:docMk/>
            <pc:sldMk cId="4169195282" sldId="258"/>
            <ac:spMk id="14" creationId="{00000000-0000-0000-0000-000000000000}"/>
          </ac:spMkLst>
        </pc:spChg>
        <pc:spChg chg="mod">
          <ac:chgData name="365 Pro Plus" userId="8a4ede6a-2f8b-4c6e-b52c-08ce3e3b5c4d" providerId="ADAL" clId="{E91601CC-018A-44E3-BE1A-FBDC3149E008}" dt="2021-08-31T17:24:00.948" v="251" actId="2711"/>
          <ac:spMkLst>
            <pc:docMk/>
            <pc:sldMk cId="4169195282" sldId="258"/>
            <ac:spMk id="15" creationId="{00000000-0000-0000-0000-000000000000}"/>
          </ac:spMkLst>
        </pc:spChg>
        <pc:spChg chg="mod">
          <ac:chgData name="365 Pro Plus" userId="8a4ede6a-2f8b-4c6e-b52c-08ce3e3b5c4d" providerId="ADAL" clId="{E91601CC-018A-44E3-BE1A-FBDC3149E008}" dt="2021-08-31T17:24:00.948" v="251" actId="2711"/>
          <ac:spMkLst>
            <pc:docMk/>
            <pc:sldMk cId="4169195282" sldId="258"/>
            <ac:spMk id="16"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2769269185" sldId="259"/>
        </pc:sldMkLst>
        <pc:spChg chg="mod">
          <ac:chgData name="365 Pro Plus" userId="8a4ede6a-2f8b-4c6e-b52c-08ce3e3b5c4d" providerId="ADAL" clId="{E91601CC-018A-44E3-BE1A-FBDC3149E008}" dt="2021-08-31T17:24:12.715" v="253" actId="2711"/>
          <ac:spMkLst>
            <pc:docMk/>
            <pc:sldMk cId="2769269185" sldId="259"/>
            <ac:spMk id="3" creationId="{00000000-0000-0000-0000-000000000000}"/>
          </ac:spMkLst>
        </pc:spChg>
        <pc:spChg chg="mod">
          <ac:chgData name="365 Pro Plus" userId="8a4ede6a-2f8b-4c6e-b52c-08ce3e3b5c4d" providerId="ADAL" clId="{E91601CC-018A-44E3-BE1A-FBDC3149E008}" dt="2021-08-31T17:24:12.715" v="253" actId="2711"/>
          <ac:spMkLst>
            <pc:docMk/>
            <pc:sldMk cId="2769269185" sldId="259"/>
            <ac:spMk id="4" creationId="{00000000-0000-0000-0000-000000000000}"/>
          </ac:spMkLst>
        </pc:spChg>
        <pc:spChg chg="mod">
          <ac:chgData name="365 Pro Plus" userId="8a4ede6a-2f8b-4c6e-b52c-08ce3e3b5c4d" providerId="ADAL" clId="{E91601CC-018A-44E3-BE1A-FBDC3149E008}" dt="2021-08-31T17:24:12.715" v="253" actId="2711"/>
          <ac:spMkLst>
            <pc:docMk/>
            <pc:sldMk cId="2769269185" sldId="259"/>
            <ac:spMk id="8" creationId="{00000000-0000-0000-0000-000000000000}"/>
          </ac:spMkLst>
        </pc:spChg>
        <pc:spChg chg="mod">
          <ac:chgData name="365 Pro Plus" userId="8a4ede6a-2f8b-4c6e-b52c-08ce3e3b5c4d" providerId="ADAL" clId="{E91601CC-018A-44E3-BE1A-FBDC3149E008}" dt="2021-08-31T17:24:12.715" v="253" actId="2711"/>
          <ac:spMkLst>
            <pc:docMk/>
            <pc:sldMk cId="2769269185" sldId="259"/>
            <ac:spMk id="26" creationId="{00000000-0000-0000-0000-000000000000}"/>
          </ac:spMkLst>
        </pc:spChg>
        <pc:spChg chg="mod">
          <ac:chgData name="365 Pro Plus" userId="8a4ede6a-2f8b-4c6e-b52c-08ce3e3b5c4d" providerId="ADAL" clId="{E91601CC-018A-44E3-BE1A-FBDC3149E008}" dt="2021-08-31T17:24:12.715" v="253" actId="2711"/>
          <ac:spMkLst>
            <pc:docMk/>
            <pc:sldMk cId="2769269185" sldId="259"/>
            <ac:spMk id="30"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3456375325" sldId="260"/>
        </pc:sldMkLst>
        <pc:spChg chg="mod">
          <ac:chgData name="365 Pro Plus" userId="8a4ede6a-2f8b-4c6e-b52c-08ce3e3b5c4d" providerId="ADAL" clId="{E91601CC-018A-44E3-BE1A-FBDC3149E008}" dt="2021-08-31T17:24:17.389" v="254" actId="2711"/>
          <ac:spMkLst>
            <pc:docMk/>
            <pc:sldMk cId="3456375325" sldId="260"/>
            <ac:spMk id="7"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9"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12"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13"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24"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28"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36" creationId="{00000000-0000-0000-0000-000000000000}"/>
          </ac:spMkLst>
        </pc:spChg>
        <pc:spChg chg="mod">
          <ac:chgData name="365 Pro Plus" userId="8a4ede6a-2f8b-4c6e-b52c-08ce3e3b5c4d" providerId="ADAL" clId="{E91601CC-018A-44E3-BE1A-FBDC3149E008}" dt="2021-08-31T17:24:17.389" v="254" actId="2711"/>
          <ac:spMkLst>
            <pc:docMk/>
            <pc:sldMk cId="3456375325" sldId="260"/>
            <ac:spMk id="37"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3957028024" sldId="261"/>
        </pc:sldMkLst>
        <pc:spChg chg="mod">
          <ac:chgData name="365 Pro Plus" userId="8a4ede6a-2f8b-4c6e-b52c-08ce3e3b5c4d" providerId="ADAL" clId="{E91601CC-018A-44E3-BE1A-FBDC3149E008}" dt="2021-08-31T17:24:30.064" v="256" actId="2711"/>
          <ac:spMkLst>
            <pc:docMk/>
            <pc:sldMk cId="3957028024" sldId="261"/>
            <ac:spMk id="11"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12"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13"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14"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17"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27" creationId="{00000000-0000-0000-0000-000000000000}"/>
          </ac:spMkLst>
        </pc:spChg>
        <pc:spChg chg="mod">
          <ac:chgData name="365 Pro Plus" userId="8a4ede6a-2f8b-4c6e-b52c-08ce3e3b5c4d" providerId="ADAL" clId="{E91601CC-018A-44E3-BE1A-FBDC3149E008}" dt="2021-08-31T17:24:30.064" v="256" actId="2711"/>
          <ac:spMkLst>
            <pc:docMk/>
            <pc:sldMk cId="3957028024" sldId="261"/>
            <ac:spMk id="36" creationId="{00000000-0000-0000-0000-000000000000}"/>
          </ac:spMkLst>
        </pc:spChg>
      </pc:sldChg>
      <pc:sldChg chg="add del">
        <pc:chgData name="365 Pro Plus" userId="8a4ede6a-2f8b-4c6e-b52c-08ce3e3b5c4d" providerId="ADAL" clId="{E91601CC-018A-44E3-BE1A-FBDC3149E008}" dt="2021-09-01T04:25:15.902" v="827" actId="47"/>
        <pc:sldMkLst>
          <pc:docMk/>
          <pc:sldMk cId="1576580136" sldId="262"/>
        </pc:sldMkLst>
      </pc:sldChg>
      <pc:sldChg chg="add del">
        <pc:chgData name="365 Pro Plus" userId="8a4ede6a-2f8b-4c6e-b52c-08ce3e3b5c4d" providerId="ADAL" clId="{E91601CC-018A-44E3-BE1A-FBDC3149E008}" dt="2021-09-01T04:25:15.902" v="827" actId="47"/>
        <pc:sldMkLst>
          <pc:docMk/>
          <pc:sldMk cId="777582941" sldId="263"/>
        </pc:sldMkLst>
      </pc:sldChg>
      <pc:sldChg chg="add del">
        <pc:chgData name="365 Pro Plus" userId="8a4ede6a-2f8b-4c6e-b52c-08ce3e3b5c4d" providerId="ADAL" clId="{E91601CC-018A-44E3-BE1A-FBDC3149E008}" dt="2021-09-01T04:25:15.902" v="827" actId="47"/>
        <pc:sldMkLst>
          <pc:docMk/>
          <pc:sldMk cId="3237433985" sldId="264"/>
        </pc:sldMkLst>
      </pc:sldChg>
      <pc:sldChg chg="add del">
        <pc:chgData name="365 Pro Plus" userId="8a4ede6a-2f8b-4c6e-b52c-08ce3e3b5c4d" providerId="ADAL" clId="{E91601CC-018A-44E3-BE1A-FBDC3149E008}" dt="2021-09-01T05:17:44.021" v="2097" actId="47"/>
        <pc:sldMkLst>
          <pc:docMk/>
          <pc:sldMk cId="871019596" sldId="266"/>
        </pc:sldMkLst>
      </pc:sldChg>
      <pc:sldChg chg="modSp add del mod">
        <pc:chgData name="365 Pro Plus" userId="8a4ede6a-2f8b-4c6e-b52c-08ce3e3b5c4d" providerId="ADAL" clId="{E91601CC-018A-44E3-BE1A-FBDC3149E008}" dt="2021-09-01T05:17:44.021" v="2097" actId="47"/>
        <pc:sldMkLst>
          <pc:docMk/>
          <pc:sldMk cId="1358416921" sldId="267"/>
        </pc:sldMkLst>
        <pc:spChg chg="mod">
          <ac:chgData name="365 Pro Plus" userId="8a4ede6a-2f8b-4c6e-b52c-08ce3e3b5c4d" providerId="ADAL" clId="{E91601CC-018A-44E3-BE1A-FBDC3149E008}" dt="2021-08-31T17:25:40.698" v="261" actId="2711"/>
          <ac:spMkLst>
            <pc:docMk/>
            <pc:sldMk cId="1358416921" sldId="267"/>
            <ac:spMk id="2"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4"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11"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12"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13"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14"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17"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27" creationId="{00000000-0000-0000-0000-000000000000}"/>
          </ac:spMkLst>
        </pc:spChg>
        <pc:spChg chg="mod">
          <ac:chgData name="365 Pro Plus" userId="8a4ede6a-2f8b-4c6e-b52c-08ce3e3b5c4d" providerId="ADAL" clId="{E91601CC-018A-44E3-BE1A-FBDC3149E008}" dt="2021-08-31T17:25:40.698" v="261" actId="2711"/>
          <ac:spMkLst>
            <pc:docMk/>
            <pc:sldMk cId="1358416921" sldId="267"/>
            <ac:spMk id="36"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3013068742" sldId="268"/>
        </pc:sldMkLst>
        <pc:spChg chg="mod">
          <ac:chgData name="365 Pro Plus" userId="8a4ede6a-2f8b-4c6e-b52c-08ce3e3b5c4d" providerId="ADAL" clId="{E91601CC-018A-44E3-BE1A-FBDC3149E008}" dt="2021-08-31T17:25:35.274" v="260" actId="2711"/>
          <ac:spMkLst>
            <pc:docMk/>
            <pc:sldMk cId="3013068742" sldId="268"/>
            <ac:spMk id="4"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11"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12"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13"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14"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17"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27" creationId="{00000000-0000-0000-0000-000000000000}"/>
          </ac:spMkLst>
        </pc:spChg>
        <pc:spChg chg="mod">
          <ac:chgData name="365 Pro Plus" userId="8a4ede6a-2f8b-4c6e-b52c-08ce3e3b5c4d" providerId="ADAL" clId="{E91601CC-018A-44E3-BE1A-FBDC3149E008}" dt="2021-08-31T17:25:35.274" v="260" actId="2711"/>
          <ac:spMkLst>
            <pc:docMk/>
            <pc:sldMk cId="3013068742" sldId="268"/>
            <ac:spMk id="36"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1731272018" sldId="269"/>
        </pc:sldMkLst>
        <pc:spChg chg="mod">
          <ac:chgData name="365 Pro Plus" userId="8a4ede6a-2f8b-4c6e-b52c-08ce3e3b5c4d" providerId="ADAL" clId="{E91601CC-018A-44E3-BE1A-FBDC3149E008}" dt="2021-08-31T17:24:34.853" v="257" actId="2711"/>
          <ac:spMkLst>
            <pc:docMk/>
            <pc:sldMk cId="1731272018" sldId="269"/>
            <ac:spMk id="4"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11"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12"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13"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14"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17"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27" creationId="{00000000-0000-0000-0000-000000000000}"/>
          </ac:spMkLst>
        </pc:spChg>
        <pc:spChg chg="mod">
          <ac:chgData name="365 Pro Plus" userId="8a4ede6a-2f8b-4c6e-b52c-08ce3e3b5c4d" providerId="ADAL" clId="{E91601CC-018A-44E3-BE1A-FBDC3149E008}" dt="2021-08-31T17:24:34.853" v="257" actId="2711"/>
          <ac:spMkLst>
            <pc:docMk/>
            <pc:sldMk cId="1731272018" sldId="269"/>
            <ac:spMk id="36"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1404443124" sldId="270"/>
        </pc:sldMkLst>
        <pc:spChg chg="mod">
          <ac:chgData name="365 Pro Plus" userId="8a4ede6a-2f8b-4c6e-b52c-08ce3e3b5c4d" providerId="ADAL" clId="{E91601CC-018A-44E3-BE1A-FBDC3149E008}" dt="2021-08-31T17:25:25.173" v="259" actId="2711"/>
          <ac:spMkLst>
            <pc:docMk/>
            <pc:sldMk cId="1404443124" sldId="270"/>
            <ac:spMk id="4"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11"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12"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13"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14"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17"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27" creationId="{00000000-0000-0000-0000-000000000000}"/>
          </ac:spMkLst>
        </pc:spChg>
        <pc:spChg chg="mod">
          <ac:chgData name="365 Pro Plus" userId="8a4ede6a-2f8b-4c6e-b52c-08ce3e3b5c4d" providerId="ADAL" clId="{E91601CC-018A-44E3-BE1A-FBDC3149E008}" dt="2021-08-31T17:25:25.173" v="259" actId="2711"/>
          <ac:spMkLst>
            <pc:docMk/>
            <pc:sldMk cId="1404443124" sldId="270"/>
            <ac:spMk id="36"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1454581777" sldId="271"/>
        </pc:sldMkLst>
        <pc:spChg chg="mod">
          <ac:chgData name="365 Pro Plus" userId="8a4ede6a-2f8b-4c6e-b52c-08ce3e3b5c4d" providerId="ADAL" clId="{E91601CC-018A-44E3-BE1A-FBDC3149E008}" dt="2021-08-31T17:24:43.277" v="258" actId="2711"/>
          <ac:spMkLst>
            <pc:docMk/>
            <pc:sldMk cId="1454581777" sldId="271"/>
            <ac:spMk id="4"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11"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12"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13"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14"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17"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27" creationId="{00000000-0000-0000-0000-000000000000}"/>
          </ac:spMkLst>
        </pc:spChg>
        <pc:spChg chg="mod">
          <ac:chgData name="365 Pro Plus" userId="8a4ede6a-2f8b-4c6e-b52c-08ce3e3b5c4d" providerId="ADAL" clId="{E91601CC-018A-44E3-BE1A-FBDC3149E008}" dt="2021-08-31T17:24:43.277" v="258" actId="2711"/>
          <ac:spMkLst>
            <pc:docMk/>
            <pc:sldMk cId="1454581777" sldId="271"/>
            <ac:spMk id="36"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2561967974" sldId="272"/>
        </pc:sldMkLst>
        <pc:spChg chg="mod">
          <ac:chgData name="365 Pro Plus" userId="8a4ede6a-2f8b-4c6e-b52c-08ce3e3b5c4d" providerId="ADAL" clId="{E91601CC-018A-44E3-BE1A-FBDC3149E008}" dt="2021-08-31T17:25:49.250" v="264" actId="2711"/>
          <ac:spMkLst>
            <pc:docMk/>
            <pc:sldMk cId="2561967974" sldId="272"/>
            <ac:spMk id="4"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11"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12"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13"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14" creationId="{00000000-0000-0000-0000-000000000000}"/>
          </ac:spMkLst>
        </pc:spChg>
        <pc:spChg chg="mod">
          <ac:chgData name="365 Pro Plus" userId="8a4ede6a-2f8b-4c6e-b52c-08ce3e3b5c4d" providerId="ADAL" clId="{E91601CC-018A-44E3-BE1A-FBDC3149E008}" dt="2021-08-31T17:25:45.043" v="262" actId="2711"/>
          <ac:spMkLst>
            <pc:docMk/>
            <pc:sldMk cId="2561967974" sldId="272"/>
            <ac:spMk id="17"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27" creationId="{00000000-0000-0000-0000-000000000000}"/>
          </ac:spMkLst>
        </pc:spChg>
        <pc:spChg chg="mod">
          <ac:chgData name="365 Pro Plus" userId="8a4ede6a-2f8b-4c6e-b52c-08ce3e3b5c4d" providerId="ADAL" clId="{E91601CC-018A-44E3-BE1A-FBDC3149E008}" dt="2021-08-31T17:25:49.250" v="264" actId="2711"/>
          <ac:spMkLst>
            <pc:docMk/>
            <pc:sldMk cId="2561967974" sldId="272"/>
            <ac:spMk id="36"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2104356705" sldId="273"/>
        </pc:sldMkLst>
        <pc:spChg chg="mod">
          <ac:chgData name="365 Pro Plus" userId="8a4ede6a-2f8b-4c6e-b52c-08ce3e3b5c4d" providerId="ADAL" clId="{E91601CC-018A-44E3-BE1A-FBDC3149E008}" dt="2021-08-31T17:25:54.913" v="265" actId="2711"/>
          <ac:spMkLst>
            <pc:docMk/>
            <pc:sldMk cId="2104356705" sldId="273"/>
            <ac:spMk id="4"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11"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12"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13"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14"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17"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27" creationId="{00000000-0000-0000-0000-000000000000}"/>
          </ac:spMkLst>
        </pc:spChg>
        <pc:spChg chg="mod">
          <ac:chgData name="365 Pro Plus" userId="8a4ede6a-2f8b-4c6e-b52c-08ce3e3b5c4d" providerId="ADAL" clId="{E91601CC-018A-44E3-BE1A-FBDC3149E008}" dt="2021-08-31T17:25:54.913" v="265" actId="2711"/>
          <ac:spMkLst>
            <pc:docMk/>
            <pc:sldMk cId="2104356705" sldId="273"/>
            <ac:spMk id="36"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1701403282" sldId="274"/>
        </pc:sldMkLst>
        <pc:spChg chg="mod">
          <ac:chgData name="365 Pro Plus" userId="8a4ede6a-2f8b-4c6e-b52c-08ce3e3b5c4d" providerId="ADAL" clId="{E91601CC-018A-44E3-BE1A-FBDC3149E008}" dt="2021-08-31T17:28:42.014" v="297" actId="2711"/>
          <ac:spMkLst>
            <pc:docMk/>
            <pc:sldMk cId="1701403282" sldId="274"/>
            <ac:spMk id="2" creationId="{CD3A3E3D-5378-462F-89B7-2B229552AF52}"/>
          </ac:spMkLst>
        </pc:spChg>
        <pc:spChg chg="mod">
          <ac:chgData name="365 Pro Plus" userId="8a4ede6a-2f8b-4c6e-b52c-08ce3e3b5c4d" providerId="ADAL" clId="{E91601CC-018A-44E3-BE1A-FBDC3149E008}" dt="2021-08-31T17:28:55.641" v="299" actId="27636"/>
          <ac:spMkLst>
            <pc:docMk/>
            <pc:sldMk cId="1701403282" sldId="274"/>
            <ac:spMk id="3" creationId="{AC470F58-CDE0-4747-A6D1-6FF5A9B5E7E6}"/>
          </ac:spMkLst>
        </pc:spChg>
      </pc:sldChg>
      <pc:sldChg chg="modSp add del mod">
        <pc:chgData name="365 Pro Plus" userId="8a4ede6a-2f8b-4c6e-b52c-08ce3e3b5c4d" providerId="ADAL" clId="{E91601CC-018A-44E3-BE1A-FBDC3149E008}" dt="2021-09-01T05:17:44.021" v="2097" actId="47"/>
        <pc:sldMkLst>
          <pc:docMk/>
          <pc:sldMk cId="1795752564" sldId="275"/>
        </pc:sldMkLst>
        <pc:spChg chg="mod">
          <ac:chgData name="365 Pro Plus" userId="8a4ede6a-2f8b-4c6e-b52c-08ce3e3b5c4d" providerId="ADAL" clId="{E91601CC-018A-44E3-BE1A-FBDC3149E008}" dt="2021-08-31T17:29:03.413" v="300" actId="2711"/>
          <ac:spMkLst>
            <pc:docMk/>
            <pc:sldMk cId="1795752564" sldId="275"/>
            <ac:spMk id="2" creationId="{6B27CF70-42EB-4016-A16A-1A8B6F80DC98}"/>
          </ac:spMkLst>
        </pc:spChg>
        <pc:spChg chg="mod">
          <ac:chgData name="365 Pro Plus" userId="8a4ede6a-2f8b-4c6e-b52c-08ce3e3b5c4d" providerId="ADAL" clId="{E91601CC-018A-44E3-BE1A-FBDC3149E008}" dt="2021-08-31T17:29:03.413" v="300" actId="2711"/>
          <ac:spMkLst>
            <pc:docMk/>
            <pc:sldMk cId="1795752564" sldId="275"/>
            <ac:spMk id="8" creationId="{7163A934-DE17-4782-A359-46E2679F186C}"/>
          </ac:spMkLst>
        </pc:spChg>
        <pc:spChg chg="mod">
          <ac:chgData name="365 Pro Plus" userId="8a4ede6a-2f8b-4c6e-b52c-08ce3e3b5c4d" providerId="ADAL" clId="{E91601CC-018A-44E3-BE1A-FBDC3149E008}" dt="2021-08-31T17:29:03.413" v="300" actId="2711"/>
          <ac:spMkLst>
            <pc:docMk/>
            <pc:sldMk cId="1795752564" sldId="275"/>
            <ac:spMk id="10" creationId="{F0349E97-B2B2-4C54-A5A7-F9DB1F176870}"/>
          </ac:spMkLst>
        </pc:spChg>
      </pc:sldChg>
      <pc:sldChg chg="modSp add del mod">
        <pc:chgData name="365 Pro Plus" userId="8a4ede6a-2f8b-4c6e-b52c-08ce3e3b5c4d" providerId="ADAL" clId="{E91601CC-018A-44E3-BE1A-FBDC3149E008}" dt="2021-09-01T05:17:44.021" v="2097" actId="47"/>
        <pc:sldMkLst>
          <pc:docMk/>
          <pc:sldMk cId="407018920" sldId="276"/>
        </pc:sldMkLst>
        <pc:spChg chg="mod">
          <ac:chgData name="365 Pro Plus" userId="8a4ede6a-2f8b-4c6e-b52c-08ce3e3b5c4d" providerId="ADAL" clId="{E91601CC-018A-44E3-BE1A-FBDC3149E008}" dt="2021-08-31T17:29:08.770" v="301" actId="2711"/>
          <ac:spMkLst>
            <pc:docMk/>
            <pc:sldMk cId="407018920" sldId="276"/>
            <ac:spMk id="2" creationId="{8E480484-4D1F-4753-BBAE-168AC1F154BE}"/>
          </ac:spMkLst>
        </pc:spChg>
        <pc:spChg chg="mod">
          <ac:chgData name="365 Pro Plus" userId="8a4ede6a-2f8b-4c6e-b52c-08ce3e3b5c4d" providerId="ADAL" clId="{E91601CC-018A-44E3-BE1A-FBDC3149E008}" dt="2021-08-31T17:29:08.770" v="301" actId="2711"/>
          <ac:spMkLst>
            <pc:docMk/>
            <pc:sldMk cId="407018920" sldId="276"/>
            <ac:spMk id="3" creationId="{A6DAA176-9D99-407D-A630-923FDF976A14}"/>
          </ac:spMkLst>
        </pc:spChg>
      </pc:sldChg>
      <pc:sldChg chg="modSp add del mod">
        <pc:chgData name="365 Pro Plus" userId="8a4ede6a-2f8b-4c6e-b52c-08ce3e3b5c4d" providerId="ADAL" clId="{E91601CC-018A-44E3-BE1A-FBDC3149E008}" dt="2021-09-01T05:17:44.021" v="2097" actId="47"/>
        <pc:sldMkLst>
          <pc:docMk/>
          <pc:sldMk cId="2941627359" sldId="277"/>
        </pc:sldMkLst>
        <pc:spChg chg="mod">
          <ac:chgData name="365 Pro Plus" userId="8a4ede6a-2f8b-4c6e-b52c-08ce3e3b5c4d" providerId="ADAL" clId="{E91601CC-018A-44E3-BE1A-FBDC3149E008}" dt="2021-08-31T17:29:13.382" v="302" actId="2711"/>
          <ac:spMkLst>
            <pc:docMk/>
            <pc:sldMk cId="2941627359" sldId="277"/>
            <ac:spMk id="2" creationId="{115B641C-249C-4155-9194-D1B37F0FA5DF}"/>
          </ac:spMkLst>
        </pc:spChg>
        <pc:spChg chg="mod">
          <ac:chgData name="365 Pro Plus" userId="8a4ede6a-2f8b-4c6e-b52c-08ce3e3b5c4d" providerId="ADAL" clId="{E91601CC-018A-44E3-BE1A-FBDC3149E008}" dt="2021-08-31T17:29:13.382" v="302" actId="2711"/>
          <ac:spMkLst>
            <pc:docMk/>
            <pc:sldMk cId="2941627359" sldId="277"/>
            <ac:spMk id="3" creationId="{CF9417FA-CABA-4C7D-8B9A-B625C383909A}"/>
          </ac:spMkLst>
        </pc:spChg>
      </pc:sldChg>
      <pc:sldChg chg="modSp add del mod">
        <pc:chgData name="365 Pro Plus" userId="8a4ede6a-2f8b-4c6e-b52c-08ce3e3b5c4d" providerId="ADAL" clId="{E91601CC-018A-44E3-BE1A-FBDC3149E008}" dt="2021-09-01T05:17:44.021" v="2097" actId="47"/>
        <pc:sldMkLst>
          <pc:docMk/>
          <pc:sldMk cId="970356636" sldId="278"/>
        </pc:sldMkLst>
        <pc:spChg chg="mod">
          <ac:chgData name="365 Pro Plus" userId="8a4ede6a-2f8b-4c6e-b52c-08ce3e3b5c4d" providerId="ADAL" clId="{E91601CC-018A-44E3-BE1A-FBDC3149E008}" dt="2021-08-31T17:26:00.353" v="266" actId="2711"/>
          <ac:spMkLst>
            <pc:docMk/>
            <pc:sldMk cId="970356636" sldId="278"/>
            <ac:spMk id="3" creationId="{AD3383D2-94B8-47FD-940F-FA3E73ED90B9}"/>
          </ac:spMkLst>
        </pc:spChg>
        <pc:spChg chg="mod">
          <ac:chgData name="365 Pro Plus" userId="8a4ede6a-2f8b-4c6e-b52c-08ce3e3b5c4d" providerId="ADAL" clId="{E91601CC-018A-44E3-BE1A-FBDC3149E008}" dt="2021-08-31T17:26:00.353" v="266" actId="2711"/>
          <ac:spMkLst>
            <pc:docMk/>
            <pc:sldMk cId="970356636" sldId="278"/>
            <ac:spMk id="8" creationId="{C3602F66-6F52-4D66-9DFE-BFAEE4C4F7F8}"/>
          </ac:spMkLst>
        </pc:spChg>
      </pc:sldChg>
      <pc:sldChg chg="modSp add del mod">
        <pc:chgData name="365 Pro Plus" userId="8a4ede6a-2f8b-4c6e-b52c-08ce3e3b5c4d" providerId="ADAL" clId="{E91601CC-018A-44E3-BE1A-FBDC3149E008}" dt="2021-09-01T05:17:44.021" v="2097" actId="47"/>
        <pc:sldMkLst>
          <pc:docMk/>
          <pc:sldMk cId="3904511225" sldId="279"/>
        </pc:sldMkLst>
        <pc:spChg chg="mod">
          <ac:chgData name="365 Pro Plus" userId="8a4ede6a-2f8b-4c6e-b52c-08ce3e3b5c4d" providerId="ADAL" clId="{E91601CC-018A-44E3-BE1A-FBDC3149E008}" dt="2021-08-31T17:29:24.280" v="304" actId="2711"/>
          <ac:spMkLst>
            <pc:docMk/>
            <pc:sldMk cId="3904511225" sldId="279"/>
            <ac:spMk id="2" creationId="{91F8A584-2E61-4AF3-A31B-7E806C1D2578}"/>
          </ac:spMkLst>
        </pc:spChg>
        <pc:spChg chg="mod">
          <ac:chgData name="365 Pro Plus" userId="8a4ede6a-2f8b-4c6e-b52c-08ce3e3b5c4d" providerId="ADAL" clId="{E91601CC-018A-44E3-BE1A-FBDC3149E008}" dt="2021-08-31T17:29:24.280" v="304" actId="2711"/>
          <ac:spMkLst>
            <pc:docMk/>
            <pc:sldMk cId="3904511225" sldId="279"/>
            <ac:spMk id="3" creationId="{7AF93E42-6D03-4E7B-A403-A7E40165B548}"/>
          </ac:spMkLst>
        </pc:spChg>
      </pc:sldChg>
      <pc:sldChg chg="modSp add del">
        <pc:chgData name="365 Pro Plus" userId="8a4ede6a-2f8b-4c6e-b52c-08ce3e3b5c4d" providerId="ADAL" clId="{E91601CC-018A-44E3-BE1A-FBDC3149E008}" dt="2021-09-01T05:17:44.021" v="2097" actId="47"/>
        <pc:sldMkLst>
          <pc:docMk/>
          <pc:sldMk cId="4193668274" sldId="280"/>
        </pc:sldMkLst>
        <pc:spChg chg="mod">
          <ac:chgData name="365 Pro Plus" userId="8a4ede6a-2f8b-4c6e-b52c-08ce3e3b5c4d" providerId="ADAL" clId="{E91601CC-018A-44E3-BE1A-FBDC3149E008}" dt="2021-08-31T17:29:28.533" v="305" actId="2711"/>
          <ac:spMkLst>
            <pc:docMk/>
            <pc:sldMk cId="4193668274" sldId="280"/>
            <ac:spMk id="2" creationId="{2A3DE461-F486-405C-91C8-72CA1E5E3AEF}"/>
          </ac:spMkLst>
        </pc:spChg>
        <pc:spChg chg="mod">
          <ac:chgData name="365 Pro Plus" userId="8a4ede6a-2f8b-4c6e-b52c-08ce3e3b5c4d" providerId="ADAL" clId="{E91601CC-018A-44E3-BE1A-FBDC3149E008}" dt="2021-08-31T17:29:28.533" v="305" actId="2711"/>
          <ac:spMkLst>
            <pc:docMk/>
            <pc:sldMk cId="4193668274" sldId="280"/>
            <ac:spMk id="3" creationId="{06785C22-76A4-4E32-8675-9A3B0B9BBC59}"/>
          </ac:spMkLst>
        </pc:spChg>
        <pc:graphicFrameChg chg="mod">
          <ac:chgData name="365 Pro Plus" userId="8a4ede6a-2f8b-4c6e-b52c-08ce3e3b5c4d" providerId="ADAL" clId="{E91601CC-018A-44E3-BE1A-FBDC3149E008}" dt="2021-08-31T17:29:28.533" v="305" actId="2711"/>
          <ac:graphicFrameMkLst>
            <pc:docMk/>
            <pc:sldMk cId="4193668274" sldId="280"/>
            <ac:graphicFrameMk id="4" creationId="{54140802-6895-49EB-BEC9-035703975D71}"/>
          </ac:graphicFrameMkLst>
        </pc:graphicFrameChg>
      </pc:sldChg>
      <pc:sldChg chg="modSp add del mod">
        <pc:chgData name="365 Pro Plus" userId="8a4ede6a-2f8b-4c6e-b52c-08ce3e3b5c4d" providerId="ADAL" clId="{E91601CC-018A-44E3-BE1A-FBDC3149E008}" dt="2021-09-01T05:17:44.021" v="2097" actId="47"/>
        <pc:sldMkLst>
          <pc:docMk/>
          <pc:sldMk cId="3481521114" sldId="281"/>
        </pc:sldMkLst>
        <pc:spChg chg="mod">
          <ac:chgData name="365 Pro Plus" userId="8a4ede6a-2f8b-4c6e-b52c-08ce3e3b5c4d" providerId="ADAL" clId="{E91601CC-018A-44E3-BE1A-FBDC3149E008}" dt="2021-08-31T17:29:36.150" v="306" actId="2711"/>
          <ac:spMkLst>
            <pc:docMk/>
            <pc:sldMk cId="3481521114" sldId="281"/>
            <ac:spMk id="2" creationId="{3DCD147D-B2F3-4D01-B1DC-7BFBDD2F840E}"/>
          </ac:spMkLst>
        </pc:spChg>
        <pc:spChg chg="mod">
          <ac:chgData name="365 Pro Plus" userId="8a4ede6a-2f8b-4c6e-b52c-08ce3e3b5c4d" providerId="ADAL" clId="{E91601CC-018A-44E3-BE1A-FBDC3149E008}" dt="2021-08-31T17:29:36.150" v="306" actId="2711"/>
          <ac:spMkLst>
            <pc:docMk/>
            <pc:sldMk cId="3481521114" sldId="281"/>
            <ac:spMk id="6" creationId="{BCDCF2AB-51FF-41BB-9B7D-19366A42618A}"/>
          </ac:spMkLst>
        </pc:spChg>
      </pc:sldChg>
      <pc:sldChg chg="add del">
        <pc:chgData name="365 Pro Plus" userId="8a4ede6a-2f8b-4c6e-b52c-08ce3e3b5c4d" providerId="ADAL" clId="{E91601CC-018A-44E3-BE1A-FBDC3149E008}" dt="2021-08-31T17:26:51.686" v="273" actId="47"/>
        <pc:sldMkLst>
          <pc:docMk/>
          <pc:sldMk cId="2039835307" sldId="282"/>
        </pc:sldMkLst>
      </pc:sldChg>
      <pc:sldChg chg="modSp add del mod">
        <pc:chgData name="365 Pro Plus" userId="8a4ede6a-2f8b-4c6e-b52c-08ce3e3b5c4d" providerId="ADAL" clId="{E91601CC-018A-44E3-BE1A-FBDC3149E008}" dt="2021-09-01T05:17:44.021" v="2097" actId="47"/>
        <pc:sldMkLst>
          <pc:docMk/>
          <pc:sldMk cId="4015538597" sldId="283"/>
        </pc:sldMkLst>
        <pc:spChg chg="mod">
          <ac:chgData name="365 Pro Plus" userId="8a4ede6a-2f8b-4c6e-b52c-08ce3e3b5c4d" providerId="ADAL" clId="{E91601CC-018A-44E3-BE1A-FBDC3149E008}" dt="2021-08-31T17:29:40.245" v="307" actId="2711"/>
          <ac:spMkLst>
            <pc:docMk/>
            <pc:sldMk cId="4015538597" sldId="283"/>
            <ac:spMk id="2" creationId="{37A31189-F821-4ACD-ADE9-216679B22670}"/>
          </ac:spMkLst>
        </pc:spChg>
        <pc:spChg chg="mod">
          <ac:chgData name="365 Pro Plus" userId="8a4ede6a-2f8b-4c6e-b52c-08ce3e3b5c4d" providerId="ADAL" clId="{E91601CC-018A-44E3-BE1A-FBDC3149E008}" dt="2021-08-31T17:29:40.245" v="307" actId="2711"/>
          <ac:spMkLst>
            <pc:docMk/>
            <pc:sldMk cId="4015538597" sldId="283"/>
            <ac:spMk id="3" creationId="{B73C9A32-194B-42DE-9046-F96DD1518ED4}"/>
          </ac:spMkLst>
        </pc:spChg>
      </pc:sldChg>
      <pc:sldChg chg="modSp add del">
        <pc:chgData name="365 Pro Plus" userId="8a4ede6a-2f8b-4c6e-b52c-08ce3e3b5c4d" providerId="ADAL" clId="{E91601CC-018A-44E3-BE1A-FBDC3149E008}" dt="2021-09-01T05:17:44.021" v="2097" actId="47"/>
        <pc:sldMkLst>
          <pc:docMk/>
          <pc:sldMk cId="1871806249" sldId="284"/>
        </pc:sldMkLst>
        <pc:spChg chg="mod">
          <ac:chgData name="365 Pro Plus" userId="8a4ede6a-2f8b-4c6e-b52c-08ce3e3b5c4d" providerId="ADAL" clId="{E91601CC-018A-44E3-BE1A-FBDC3149E008}" dt="2021-08-31T17:29:45.643" v="308" actId="2711"/>
          <ac:spMkLst>
            <pc:docMk/>
            <pc:sldMk cId="1871806249" sldId="284"/>
            <ac:spMk id="2" creationId="{A1DCE553-5C01-4977-A968-7496D9A4FA26}"/>
          </ac:spMkLst>
        </pc:spChg>
        <pc:spChg chg="mod">
          <ac:chgData name="365 Pro Plus" userId="8a4ede6a-2f8b-4c6e-b52c-08ce3e3b5c4d" providerId="ADAL" clId="{E91601CC-018A-44E3-BE1A-FBDC3149E008}" dt="2021-08-31T17:29:45.643" v="308" actId="2711"/>
          <ac:spMkLst>
            <pc:docMk/>
            <pc:sldMk cId="1871806249" sldId="284"/>
            <ac:spMk id="3" creationId="{56D8238E-5273-4627-9A3C-5B56FA658CEB}"/>
          </ac:spMkLst>
        </pc:spChg>
      </pc:sldChg>
      <pc:sldChg chg="modSp add del">
        <pc:chgData name="365 Pro Plus" userId="8a4ede6a-2f8b-4c6e-b52c-08ce3e3b5c4d" providerId="ADAL" clId="{E91601CC-018A-44E3-BE1A-FBDC3149E008}" dt="2021-09-01T05:17:44.021" v="2097" actId="47"/>
        <pc:sldMkLst>
          <pc:docMk/>
          <pc:sldMk cId="2202836846" sldId="285"/>
        </pc:sldMkLst>
        <pc:spChg chg="mod">
          <ac:chgData name="365 Pro Plus" userId="8a4ede6a-2f8b-4c6e-b52c-08ce3e3b5c4d" providerId="ADAL" clId="{E91601CC-018A-44E3-BE1A-FBDC3149E008}" dt="2021-08-31T17:29:55.505" v="309" actId="2711"/>
          <ac:spMkLst>
            <pc:docMk/>
            <pc:sldMk cId="2202836846" sldId="285"/>
            <ac:spMk id="2" creationId="{5FF5D69C-9B67-4C3A-9A6E-382880DA62E5}"/>
          </ac:spMkLst>
        </pc:spChg>
        <pc:spChg chg="mod">
          <ac:chgData name="365 Pro Plus" userId="8a4ede6a-2f8b-4c6e-b52c-08ce3e3b5c4d" providerId="ADAL" clId="{E91601CC-018A-44E3-BE1A-FBDC3149E008}" dt="2021-08-31T17:29:55.505" v="309" actId="2711"/>
          <ac:spMkLst>
            <pc:docMk/>
            <pc:sldMk cId="2202836846" sldId="285"/>
            <ac:spMk id="3" creationId="{D81922B9-C74D-48D0-AF65-36B316817CEF}"/>
          </ac:spMkLst>
        </pc:spChg>
      </pc:sldChg>
      <pc:sldChg chg="modSp add del">
        <pc:chgData name="365 Pro Plus" userId="8a4ede6a-2f8b-4c6e-b52c-08ce3e3b5c4d" providerId="ADAL" clId="{E91601CC-018A-44E3-BE1A-FBDC3149E008}" dt="2021-09-01T05:17:44.021" v="2097" actId="47"/>
        <pc:sldMkLst>
          <pc:docMk/>
          <pc:sldMk cId="2967215309" sldId="286"/>
        </pc:sldMkLst>
        <pc:spChg chg="mod">
          <ac:chgData name="365 Pro Plus" userId="8a4ede6a-2f8b-4c6e-b52c-08ce3e3b5c4d" providerId="ADAL" clId="{E91601CC-018A-44E3-BE1A-FBDC3149E008}" dt="2021-08-31T17:30:03.046" v="310" actId="2711"/>
          <ac:spMkLst>
            <pc:docMk/>
            <pc:sldMk cId="2967215309" sldId="286"/>
            <ac:spMk id="2" creationId="{B976B043-01FC-47F9-BB0D-E44AA89BF144}"/>
          </ac:spMkLst>
        </pc:spChg>
        <pc:spChg chg="mod">
          <ac:chgData name="365 Pro Plus" userId="8a4ede6a-2f8b-4c6e-b52c-08ce3e3b5c4d" providerId="ADAL" clId="{E91601CC-018A-44E3-BE1A-FBDC3149E008}" dt="2021-08-31T17:30:03.046" v="310" actId="2711"/>
          <ac:spMkLst>
            <pc:docMk/>
            <pc:sldMk cId="2967215309" sldId="286"/>
            <ac:spMk id="3" creationId="{FE1A17F4-627D-4768-A9CE-62B9871D4B9B}"/>
          </ac:spMkLst>
        </pc:spChg>
      </pc:sldChg>
      <pc:sldChg chg="modSp add del">
        <pc:chgData name="365 Pro Plus" userId="8a4ede6a-2f8b-4c6e-b52c-08ce3e3b5c4d" providerId="ADAL" clId="{E91601CC-018A-44E3-BE1A-FBDC3149E008}" dt="2021-09-01T05:17:44.021" v="2097" actId="47"/>
        <pc:sldMkLst>
          <pc:docMk/>
          <pc:sldMk cId="1776089260" sldId="287"/>
        </pc:sldMkLst>
        <pc:spChg chg="mod">
          <ac:chgData name="365 Pro Plus" userId="8a4ede6a-2f8b-4c6e-b52c-08ce3e3b5c4d" providerId="ADAL" clId="{E91601CC-018A-44E3-BE1A-FBDC3149E008}" dt="2021-08-31T17:30:11.488" v="311" actId="2711"/>
          <ac:spMkLst>
            <pc:docMk/>
            <pc:sldMk cId="1776089260" sldId="287"/>
            <ac:spMk id="2" creationId="{781C2CA8-AD90-42CA-BFF9-528380D3D20F}"/>
          </ac:spMkLst>
        </pc:spChg>
        <pc:spChg chg="mod">
          <ac:chgData name="365 Pro Plus" userId="8a4ede6a-2f8b-4c6e-b52c-08ce3e3b5c4d" providerId="ADAL" clId="{E91601CC-018A-44E3-BE1A-FBDC3149E008}" dt="2021-08-31T17:30:11.488" v="311" actId="2711"/>
          <ac:spMkLst>
            <pc:docMk/>
            <pc:sldMk cId="1776089260" sldId="287"/>
            <ac:spMk id="3" creationId="{741619CF-851A-4A15-AAE4-B22157594EDB}"/>
          </ac:spMkLst>
        </pc:spChg>
      </pc:sldChg>
      <pc:sldChg chg="modSp add del">
        <pc:chgData name="365 Pro Plus" userId="8a4ede6a-2f8b-4c6e-b52c-08ce3e3b5c4d" providerId="ADAL" clId="{E91601CC-018A-44E3-BE1A-FBDC3149E008}" dt="2021-09-01T05:17:44.021" v="2097" actId="47"/>
        <pc:sldMkLst>
          <pc:docMk/>
          <pc:sldMk cId="3099680900" sldId="288"/>
        </pc:sldMkLst>
        <pc:spChg chg="mod">
          <ac:chgData name="365 Pro Plus" userId="8a4ede6a-2f8b-4c6e-b52c-08ce3e3b5c4d" providerId="ADAL" clId="{E91601CC-018A-44E3-BE1A-FBDC3149E008}" dt="2021-08-31T17:30:17.191" v="312" actId="2711"/>
          <ac:spMkLst>
            <pc:docMk/>
            <pc:sldMk cId="3099680900" sldId="288"/>
            <ac:spMk id="2" creationId="{6C489A27-5C87-45A0-BC7F-7BFEF93F4302}"/>
          </ac:spMkLst>
        </pc:spChg>
        <pc:spChg chg="mod">
          <ac:chgData name="365 Pro Plus" userId="8a4ede6a-2f8b-4c6e-b52c-08ce3e3b5c4d" providerId="ADAL" clId="{E91601CC-018A-44E3-BE1A-FBDC3149E008}" dt="2021-08-31T17:30:17.191" v="312" actId="2711"/>
          <ac:spMkLst>
            <pc:docMk/>
            <pc:sldMk cId="3099680900" sldId="288"/>
            <ac:spMk id="3" creationId="{BCB6AB43-6194-4033-BE8C-B74C00415110}"/>
          </ac:spMkLst>
        </pc:spChg>
      </pc:sldChg>
      <pc:sldChg chg="modSp add del mod">
        <pc:chgData name="365 Pro Plus" userId="8a4ede6a-2f8b-4c6e-b52c-08ce3e3b5c4d" providerId="ADAL" clId="{E91601CC-018A-44E3-BE1A-FBDC3149E008}" dt="2021-09-01T05:17:44.021" v="2097" actId="47"/>
        <pc:sldMkLst>
          <pc:docMk/>
          <pc:sldMk cId="3055894960" sldId="289"/>
        </pc:sldMkLst>
        <pc:spChg chg="mod">
          <ac:chgData name="365 Pro Plus" userId="8a4ede6a-2f8b-4c6e-b52c-08ce3e3b5c4d" providerId="ADAL" clId="{E91601CC-018A-44E3-BE1A-FBDC3149E008}" dt="2021-08-31T17:30:27.221" v="313" actId="2711"/>
          <ac:spMkLst>
            <pc:docMk/>
            <pc:sldMk cId="3055894960" sldId="289"/>
            <ac:spMk id="2" creationId="{BCF543E2-8BC4-44AB-90C2-871F40D1F230}"/>
          </ac:spMkLst>
        </pc:spChg>
        <pc:spChg chg="mod">
          <ac:chgData name="365 Pro Plus" userId="8a4ede6a-2f8b-4c6e-b52c-08ce3e3b5c4d" providerId="ADAL" clId="{E91601CC-018A-44E3-BE1A-FBDC3149E008}" dt="2021-08-31T17:30:27.221" v="313" actId="2711"/>
          <ac:spMkLst>
            <pc:docMk/>
            <pc:sldMk cId="3055894960" sldId="289"/>
            <ac:spMk id="3" creationId="{EA62E90A-2679-48CA-A6F4-426FD44A088C}"/>
          </ac:spMkLst>
        </pc:spChg>
      </pc:sldChg>
      <pc:sldChg chg="add del">
        <pc:chgData name="365 Pro Plus" userId="8a4ede6a-2f8b-4c6e-b52c-08ce3e3b5c4d" providerId="ADAL" clId="{E91601CC-018A-44E3-BE1A-FBDC3149E008}" dt="2021-09-01T05:17:44.021" v="2097" actId="47"/>
        <pc:sldMkLst>
          <pc:docMk/>
          <pc:sldMk cId="4250542986" sldId="290"/>
        </pc:sldMkLst>
      </pc:sldChg>
      <pc:sldChg chg="modSp add del">
        <pc:chgData name="365 Pro Plus" userId="8a4ede6a-2f8b-4c6e-b52c-08ce3e3b5c4d" providerId="ADAL" clId="{E91601CC-018A-44E3-BE1A-FBDC3149E008}" dt="2021-09-01T05:17:44.021" v="2097" actId="47"/>
        <pc:sldMkLst>
          <pc:docMk/>
          <pc:sldMk cId="2314053031" sldId="291"/>
        </pc:sldMkLst>
        <pc:spChg chg="mod">
          <ac:chgData name="365 Pro Plus" userId="8a4ede6a-2f8b-4c6e-b52c-08ce3e3b5c4d" providerId="ADAL" clId="{E91601CC-018A-44E3-BE1A-FBDC3149E008}" dt="2021-08-31T17:30:36.464" v="314" actId="2711"/>
          <ac:spMkLst>
            <pc:docMk/>
            <pc:sldMk cId="2314053031" sldId="291"/>
            <ac:spMk id="2" creationId="{5C129610-05BA-4982-88ED-0F38F83ADD31}"/>
          </ac:spMkLst>
        </pc:spChg>
        <pc:spChg chg="mod">
          <ac:chgData name="365 Pro Plus" userId="8a4ede6a-2f8b-4c6e-b52c-08ce3e3b5c4d" providerId="ADAL" clId="{E91601CC-018A-44E3-BE1A-FBDC3149E008}" dt="2021-08-31T17:30:36.464" v="314" actId="2711"/>
          <ac:spMkLst>
            <pc:docMk/>
            <pc:sldMk cId="2314053031" sldId="291"/>
            <ac:spMk id="4" creationId="{BE5D694D-15B7-46D3-832F-9C438FAF73A1}"/>
          </ac:spMkLst>
        </pc:spChg>
        <pc:graphicFrameChg chg="mod">
          <ac:chgData name="365 Pro Plus" userId="8a4ede6a-2f8b-4c6e-b52c-08ce3e3b5c4d" providerId="ADAL" clId="{E91601CC-018A-44E3-BE1A-FBDC3149E008}" dt="2021-08-31T17:30:36.464" v="314" actId="2711"/>
          <ac:graphicFrameMkLst>
            <pc:docMk/>
            <pc:sldMk cId="2314053031" sldId="291"/>
            <ac:graphicFrameMk id="5" creationId="{AADCE867-A32C-4D3C-8005-5D62B709EEA4}"/>
          </ac:graphicFrameMkLst>
        </pc:graphicFrameChg>
      </pc:sldChg>
      <pc:sldChg chg="add del">
        <pc:chgData name="365 Pro Plus" userId="8a4ede6a-2f8b-4c6e-b52c-08ce3e3b5c4d" providerId="ADAL" clId="{E91601CC-018A-44E3-BE1A-FBDC3149E008}" dt="2021-09-01T05:17:44.021" v="2097" actId="47"/>
        <pc:sldMkLst>
          <pc:docMk/>
          <pc:sldMk cId="750792020" sldId="292"/>
        </pc:sldMkLst>
      </pc:sldChg>
      <pc:sldChg chg="modSp add del mod">
        <pc:chgData name="365 Pro Plus" userId="8a4ede6a-2f8b-4c6e-b52c-08ce3e3b5c4d" providerId="ADAL" clId="{E91601CC-018A-44E3-BE1A-FBDC3149E008}" dt="2021-09-01T05:17:44.021" v="2097" actId="47"/>
        <pc:sldMkLst>
          <pc:docMk/>
          <pc:sldMk cId="1542143666" sldId="293"/>
        </pc:sldMkLst>
        <pc:spChg chg="mod">
          <ac:chgData name="365 Pro Plus" userId="8a4ede6a-2f8b-4c6e-b52c-08ce3e3b5c4d" providerId="ADAL" clId="{E91601CC-018A-44E3-BE1A-FBDC3149E008}" dt="2021-08-31T17:30:55.299" v="317" actId="2711"/>
          <ac:spMkLst>
            <pc:docMk/>
            <pc:sldMk cId="1542143666" sldId="293"/>
            <ac:spMk id="2" creationId="{5FA7A257-A51C-4AF1-9CBD-5C033946D77B}"/>
          </ac:spMkLst>
        </pc:spChg>
        <pc:spChg chg="mod">
          <ac:chgData name="365 Pro Plus" userId="8a4ede6a-2f8b-4c6e-b52c-08ce3e3b5c4d" providerId="ADAL" clId="{E91601CC-018A-44E3-BE1A-FBDC3149E008}" dt="2021-08-31T17:30:55.299" v="317" actId="2711"/>
          <ac:spMkLst>
            <pc:docMk/>
            <pc:sldMk cId="1542143666" sldId="293"/>
            <ac:spMk id="3" creationId="{25FA53B1-485D-437E-A114-9D453B586366}"/>
          </ac:spMkLst>
        </pc:spChg>
      </pc:sldChg>
      <pc:sldChg chg="modSp add del">
        <pc:chgData name="365 Pro Plus" userId="8a4ede6a-2f8b-4c6e-b52c-08ce3e3b5c4d" providerId="ADAL" clId="{E91601CC-018A-44E3-BE1A-FBDC3149E008}" dt="2021-09-01T05:17:44.021" v="2097" actId="47"/>
        <pc:sldMkLst>
          <pc:docMk/>
          <pc:sldMk cId="4292955684" sldId="294"/>
        </pc:sldMkLst>
        <pc:spChg chg="mod">
          <ac:chgData name="365 Pro Plus" userId="8a4ede6a-2f8b-4c6e-b52c-08ce3e3b5c4d" providerId="ADAL" clId="{E91601CC-018A-44E3-BE1A-FBDC3149E008}" dt="2021-08-31T17:30:44.145" v="315" actId="2711"/>
          <ac:spMkLst>
            <pc:docMk/>
            <pc:sldMk cId="4292955684" sldId="294"/>
            <ac:spMk id="2" creationId="{5C129610-05BA-4982-88ED-0F38F83ADD31}"/>
          </ac:spMkLst>
        </pc:spChg>
        <pc:spChg chg="mod">
          <ac:chgData name="365 Pro Plus" userId="8a4ede6a-2f8b-4c6e-b52c-08ce3e3b5c4d" providerId="ADAL" clId="{E91601CC-018A-44E3-BE1A-FBDC3149E008}" dt="2021-08-31T17:30:44.145" v="315" actId="2711"/>
          <ac:spMkLst>
            <pc:docMk/>
            <pc:sldMk cId="4292955684" sldId="294"/>
            <ac:spMk id="3" creationId="{2308EDDF-F58A-4C3D-AB62-2A3FB7B4783D}"/>
          </ac:spMkLst>
        </pc:spChg>
        <pc:spChg chg="mod">
          <ac:chgData name="365 Pro Plus" userId="8a4ede6a-2f8b-4c6e-b52c-08ce3e3b5c4d" providerId="ADAL" clId="{E91601CC-018A-44E3-BE1A-FBDC3149E008}" dt="2021-08-31T17:30:44.145" v="315" actId="2711"/>
          <ac:spMkLst>
            <pc:docMk/>
            <pc:sldMk cId="4292955684" sldId="294"/>
            <ac:spMk id="4" creationId="{BE5D694D-15B7-46D3-832F-9C438FAF73A1}"/>
          </ac:spMkLst>
        </pc:spChg>
        <pc:graphicFrameChg chg="mod">
          <ac:chgData name="365 Pro Plus" userId="8a4ede6a-2f8b-4c6e-b52c-08ce3e3b5c4d" providerId="ADAL" clId="{E91601CC-018A-44E3-BE1A-FBDC3149E008}" dt="2021-08-31T17:30:44.145" v="315" actId="2711"/>
          <ac:graphicFrameMkLst>
            <pc:docMk/>
            <pc:sldMk cId="4292955684" sldId="294"/>
            <ac:graphicFrameMk id="6" creationId="{E43F6D3E-6CFF-4B70-B389-7D446E9E5D91}"/>
          </ac:graphicFrameMkLst>
        </pc:graphicFrameChg>
      </pc:sldChg>
      <pc:sldChg chg="add del">
        <pc:chgData name="365 Pro Plus" userId="8a4ede6a-2f8b-4c6e-b52c-08ce3e3b5c4d" providerId="ADAL" clId="{E91601CC-018A-44E3-BE1A-FBDC3149E008}" dt="2021-09-01T05:17:44.021" v="2097" actId="47"/>
        <pc:sldMkLst>
          <pc:docMk/>
          <pc:sldMk cId="1690844831" sldId="295"/>
        </pc:sldMkLst>
      </pc:sldChg>
      <pc:sldChg chg="modSp add del">
        <pc:chgData name="365 Pro Plus" userId="8a4ede6a-2f8b-4c6e-b52c-08ce3e3b5c4d" providerId="ADAL" clId="{E91601CC-018A-44E3-BE1A-FBDC3149E008}" dt="2021-09-01T05:17:44.021" v="2097" actId="47"/>
        <pc:sldMkLst>
          <pc:docMk/>
          <pc:sldMk cId="2229559587" sldId="296"/>
        </pc:sldMkLst>
        <pc:spChg chg="mod">
          <ac:chgData name="365 Pro Plus" userId="8a4ede6a-2f8b-4c6e-b52c-08ce3e3b5c4d" providerId="ADAL" clId="{E91601CC-018A-44E3-BE1A-FBDC3149E008}" dt="2021-08-31T17:30:51.331" v="316" actId="2711"/>
          <ac:spMkLst>
            <pc:docMk/>
            <pc:sldMk cId="2229559587" sldId="296"/>
            <ac:spMk id="2" creationId="{5C129610-05BA-4982-88ED-0F38F83ADD31}"/>
          </ac:spMkLst>
        </pc:spChg>
        <pc:spChg chg="mod">
          <ac:chgData name="365 Pro Plus" userId="8a4ede6a-2f8b-4c6e-b52c-08ce3e3b5c4d" providerId="ADAL" clId="{E91601CC-018A-44E3-BE1A-FBDC3149E008}" dt="2021-08-31T17:30:51.331" v="316" actId="2711"/>
          <ac:spMkLst>
            <pc:docMk/>
            <pc:sldMk cId="2229559587" sldId="296"/>
            <ac:spMk id="3" creationId="{2308EDDF-F58A-4C3D-AB62-2A3FB7B4783D}"/>
          </ac:spMkLst>
        </pc:spChg>
        <pc:spChg chg="mod">
          <ac:chgData name="365 Pro Plus" userId="8a4ede6a-2f8b-4c6e-b52c-08ce3e3b5c4d" providerId="ADAL" clId="{E91601CC-018A-44E3-BE1A-FBDC3149E008}" dt="2021-08-31T17:30:51.331" v="316" actId="2711"/>
          <ac:spMkLst>
            <pc:docMk/>
            <pc:sldMk cId="2229559587" sldId="296"/>
            <ac:spMk id="4" creationId="{BE5D694D-15B7-46D3-832F-9C438FAF73A1}"/>
          </ac:spMkLst>
        </pc:spChg>
        <pc:spChg chg="mod">
          <ac:chgData name="365 Pro Plus" userId="8a4ede6a-2f8b-4c6e-b52c-08ce3e3b5c4d" providerId="ADAL" clId="{E91601CC-018A-44E3-BE1A-FBDC3149E008}" dt="2021-08-31T17:30:51.331" v="316" actId="2711"/>
          <ac:spMkLst>
            <pc:docMk/>
            <pc:sldMk cId="2229559587" sldId="296"/>
            <ac:spMk id="5" creationId="{FD6CFED0-EA5E-4C66-BD3A-1E83F3DCAFAA}"/>
          </ac:spMkLst>
        </pc:spChg>
        <pc:graphicFrameChg chg="mod">
          <ac:chgData name="365 Pro Plus" userId="8a4ede6a-2f8b-4c6e-b52c-08ce3e3b5c4d" providerId="ADAL" clId="{E91601CC-018A-44E3-BE1A-FBDC3149E008}" dt="2021-08-31T17:30:51.331" v="316" actId="2711"/>
          <ac:graphicFrameMkLst>
            <pc:docMk/>
            <pc:sldMk cId="2229559587" sldId="296"/>
            <ac:graphicFrameMk id="7" creationId="{8044EF0C-9433-4B85-8250-37703B590A4B}"/>
          </ac:graphicFrameMkLst>
        </pc:graphicFrameChg>
      </pc:sldChg>
      <pc:sldChg chg="modSp add del mod">
        <pc:chgData name="365 Pro Plus" userId="8a4ede6a-2f8b-4c6e-b52c-08ce3e3b5c4d" providerId="ADAL" clId="{E91601CC-018A-44E3-BE1A-FBDC3149E008}" dt="2021-09-01T05:17:44.021" v="2097" actId="47"/>
        <pc:sldMkLst>
          <pc:docMk/>
          <pc:sldMk cId="1832151230" sldId="297"/>
        </pc:sldMkLst>
        <pc:spChg chg="mod">
          <ac:chgData name="365 Pro Plus" userId="8a4ede6a-2f8b-4c6e-b52c-08ce3e3b5c4d" providerId="ADAL" clId="{E91601CC-018A-44E3-BE1A-FBDC3149E008}" dt="2021-08-31T17:31:08.549" v="319" actId="2711"/>
          <ac:spMkLst>
            <pc:docMk/>
            <pc:sldMk cId="1832151230" sldId="297"/>
            <ac:spMk id="2" creationId="{E6A34E7C-9CA5-4998-A5D6-F8632FD0DAE3}"/>
          </ac:spMkLst>
        </pc:spChg>
        <pc:spChg chg="mod">
          <ac:chgData name="365 Pro Plus" userId="8a4ede6a-2f8b-4c6e-b52c-08ce3e3b5c4d" providerId="ADAL" clId="{E91601CC-018A-44E3-BE1A-FBDC3149E008}" dt="2021-08-31T17:31:12.659" v="321" actId="404"/>
          <ac:spMkLst>
            <pc:docMk/>
            <pc:sldMk cId="1832151230" sldId="297"/>
            <ac:spMk id="3" creationId="{590E97F3-865A-486A-9D0C-B15800A34954}"/>
          </ac:spMkLst>
        </pc:spChg>
      </pc:sldChg>
      <pc:sldChg chg="modSp add del mod">
        <pc:chgData name="365 Pro Plus" userId="8a4ede6a-2f8b-4c6e-b52c-08ce3e3b5c4d" providerId="ADAL" clId="{E91601CC-018A-44E3-BE1A-FBDC3149E008}" dt="2021-09-01T05:17:44.021" v="2097" actId="47"/>
        <pc:sldMkLst>
          <pc:docMk/>
          <pc:sldMk cId="2181423560" sldId="298"/>
        </pc:sldMkLst>
        <pc:spChg chg="mod">
          <ac:chgData name="365 Pro Plus" userId="8a4ede6a-2f8b-4c6e-b52c-08ce3e3b5c4d" providerId="ADAL" clId="{E91601CC-018A-44E3-BE1A-FBDC3149E008}" dt="2021-08-31T17:37:50.043" v="365"/>
          <ac:spMkLst>
            <pc:docMk/>
            <pc:sldMk cId="2181423560" sldId="298"/>
            <ac:spMk id="3" creationId="{803D6827-DBBC-4606-B74E-FEAB448E1470}"/>
          </ac:spMkLst>
        </pc:spChg>
      </pc:sldChg>
      <pc:sldChg chg="modSp add del mod">
        <pc:chgData name="365 Pro Plus" userId="8a4ede6a-2f8b-4c6e-b52c-08ce3e3b5c4d" providerId="ADAL" clId="{E91601CC-018A-44E3-BE1A-FBDC3149E008}" dt="2021-09-01T05:17:44.021" v="2097" actId="47"/>
        <pc:sldMkLst>
          <pc:docMk/>
          <pc:sldMk cId="1134168259" sldId="299"/>
        </pc:sldMkLst>
        <pc:spChg chg="mod">
          <ac:chgData name="365 Pro Plus" userId="8a4ede6a-2f8b-4c6e-b52c-08ce3e3b5c4d" providerId="ADAL" clId="{E91601CC-018A-44E3-BE1A-FBDC3149E008}" dt="2021-08-31T17:31:00.619" v="318" actId="2711"/>
          <ac:spMkLst>
            <pc:docMk/>
            <pc:sldMk cId="1134168259" sldId="299"/>
            <ac:spMk id="2" creationId="{0A98D763-1B09-4579-9FDE-876D5F6D6527}"/>
          </ac:spMkLst>
        </pc:spChg>
        <pc:spChg chg="mod">
          <ac:chgData name="365 Pro Plus" userId="8a4ede6a-2f8b-4c6e-b52c-08ce3e3b5c4d" providerId="ADAL" clId="{E91601CC-018A-44E3-BE1A-FBDC3149E008}" dt="2021-08-31T17:38:06.969" v="366"/>
          <ac:spMkLst>
            <pc:docMk/>
            <pc:sldMk cId="1134168259" sldId="299"/>
            <ac:spMk id="5" creationId="{C342BBAE-15F4-43C2-993C-1E92D26E8FFF}"/>
          </ac:spMkLst>
        </pc:spChg>
      </pc:sldChg>
      <pc:sldChg chg="modSp add del mod">
        <pc:chgData name="365 Pro Plus" userId="8a4ede6a-2f8b-4c6e-b52c-08ce3e3b5c4d" providerId="ADAL" clId="{E91601CC-018A-44E3-BE1A-FBDC3149E008}" dt="2021-09-01T05:17:44.021" v="2097" actId="47"/>
        <pc:sldMkLst>
          <pc:docMk/>
          <pc:sldMk cId="3963939464" sldId="301"/>
        </pc:sldMkLst>
        <pc:spChg chg="mod">
          <ac:chgData name="365 Pro Plus" userId="8a4ede6a-2f8b-4c6e-b52c-08ce3e3b5c4d" providerId="ADAL" clId="{E91601CC-018A-44E3-BE1A-FBDC3149E008}" dt="2021-08-31T17:31:19.363" v="322" actId="2711"/>
          <ac:spMkLst>
            <pc:docMk/>
            <pc:sldMk cId="3963939464" sldId="301"/>
            <ac:spMk id="2" creationId="{D3D10D5F-3F76-4640-86A3-AB331FA9C26E}"/>
          </ac:spMkLst>
        </pc:spChg>
        <pc:spChg chg="mod">
          <ac:chgData name="365 Pro Plus" userId="8a4ede6a-2f8b-4c6e-b52c-08ce3e3b5c4d" providerId="ADAL" clId="{E91601CC-018A-44E3-BE1A-FBDC3149E008}" dt="2021-08-31T17:31:21.874" v="324" actId="404"/>
          <ac:spMkLst>
            <pc:docMk/>
            <pc:sldMk cId="3963939464" sldId="301"/>
            <ac:spMk id="3" creationId="{AF8EB976-C1C6-40BC-9A6D-777BC9E787D5}"/>
          </ac:spMkLst>
        </pc:spChg>
      </pc:sldChg>
      <pc:sldChg chg="modSp add del mod">
        <pc:chgData name="365 Pro Plus" userId="8a4ede6a-2f8b-4c6e-b52c-08ce3e3b5c4d" providerId="ADAL" clId="{E91601CC-018A-44E3-BE1A-FBDC3149E008}" dt="2021-09-01T05:17:44.021" v="2097" actId="47"/>
        <pc:sldMkLst>
          <pc:docMk/>
          <pc:sldMk cId="472603471" sldId="302"/>
        </pc:sldMkLst>
        <pc:spChg chg="mod">
          <ac:chgData name="365 Pro Plus" userId="8a4ede6a-2f8b-4c6e-b52c-08ce3e3b5c4d" providerId="ADAL" clId="{E91601CC-018A-44E3-BE1A-FBDC3149E008}" dt="2021-08-31T17:31:30.097" v="325" actId="2711"/>
          <ac:spMkLst>
            <pc:docMk/>
            <pc:sldMk cId="472603471" sldId="302"/>
            <ac:spMk id="2" creationId="{2D77E775-4034-473E-9B90-C8A1FFD4E547}"/>
          </ac:spMkLst>
        </pc:spChg>
        <pc:spChg chg="mod">
          <ac:chgData name="365 Pro Plus" userId="8a4ede6a-2f8b-4c6e-b52c-08ce3e3b5c4d" providerId="ADAL" clId="{E91601CC-018A-44E3-BE1A-FBDC3149E008}" dt="2021-08-31T17:31:38.241" v="330" actId="27636"/>
          <ac:spMkLst>
            <pc:docMk/>
            <pc:sldMk cId="472603471" sldId="302"/>
            <ac:spMk id="3" creationId="{A8CE9E7D-519C-4B1F-A19E-DDAD687D603A}"/>
          </ac:spMkLst>
        </pc:spChg>
      </pc:sldChg>
      <pc:sldChg chg="modSp add del mod">
        <pc:chgData name="365 Pro Plus" userId="8a4ede6a-2f8b-4c6e-b52c-08ce3e3b5c4d" providerId="ADAL" clId="{E91601CC-018A-44E3-BE1A-FBDC3149E008}" dt="2021-09-01T05:17:44.021" v="2097" actId="47"/>
        <pc:sldMkLst>
          <pc:docMk/>
          <pc:sldMk cId="3085684910" sldId="304"/>
        </pc:sldMkLst>
        <pc:spChg chg="mod">
          <ac:chgData name="365 Pro Plus" userId="8a4ede6a-2f8b-4c6e-b52c-08ce3e3b5c4d" providerId="ADAL" clId="{E91601CC-018A-44E3-BE1A-FBDC3149E008}" dt="2021-08-31T17:31:45.709" v="331" actId="2711"/>
          <ac:spMkLst>
            <pc:docMk/>
            <pc:sldMk cId="3085684910" sldId="304"/>
            <ac:spMk id="2" creationId="{677FF1EE-D6BB-412D-9EAE-DF32C6E88448}"/>
          </ac:spMkLst>
        </pc:spChg>
        <pc:spChg chg="mod">
          <ac:chgData name="365 Pro Plus" userId="8a4ede6a-2f8b-4c6e-b52c-08ce3e3b5c4d" providerId="ADAL" clId="{E91601CC-018A-44E3-BE1A-FBDC3149E008}" dt="2021-08-31T17:31:56.376" v="335" actId="404"/>
          <ac:spMkLst>
            <pc:docMk/>
            <pc:sldMk cId="3085684910" sldId="304"/>
            <ac:spMk id="5" creationId="{F392192D-01DE-41CA-BF92-C4D581DAD57C}"/>
          </ac:spMkLst>
        </pc:spChg>
        <pc:picChg chg="mod">
          <ac:chgData name="365 Pro Plus" userId="8a4ede6a-2f8b-4c6e-b52c-08ce3e3b5c4d" providerId="ADAL" clId="{E91601CC-018A-44E3-BE1A-FBDC3149E008}" dt="2021-08-31T17:31:45.709" v="331" actId="2711"/>
          <ac:picMkLst>
            <pc:docMk/>
            <pc:sldMk cId="3085684910" sldId="304"/>
            <ac:picMk id="4" creationId="{9AE87FAD-1110-4B16-8232-7E5543AB2893}"/>
          </ac:picMkLst>
        </pc:picChg>
        <pc:picChg chg="mod">
          <ac:chgData name="365 Pro Plus" userId="8a4ede6a-2f8b-4c6e-b52c-08ce3e3b5c4d" providerId="ADAL" clId="{E91601CC-018A-44E3-BE1A-FBDC3149E008}" dt="2021-08-31T17:31:45.709" v="331" actId="2711"/>
          <ac:picMkLst>
            <pc:docMk/>
            <pc:sldMk cId="3085684910" sldId="304"/>
            <ac:picMk id="14338" creationId="{DC97F752-0921-46C5-9060-DECCB4636482}"/>
          </ac:picMkLst>
        </pc:picChg>
      </pc:sldChg>
      <pc:sldChg chg="modSp add del mod">
        <pc:chgData name="365 Pro Plus" userId="8a4ede6a-2f8b-4c6e-b52c-08ce3e3b5c4d" providerId="ADAL" clId="{E91601CC-018A-44E3-BE1A-FBDC3149E008}" dt="2021-09-01T05:17:44.021" v="2097" actId="47"/>
        <pc:sldMkLst>
          <pc:docMk/>
          <pc:sldMk cId="441715974" sldId="305"/>
        </pc:sldMkLst>
        <pc:spChg chg="mod">
          <ac:chgData name="365 Pro Plus" userId="8a4ede6a-2f8b-4c6e-b52c-08ce3e3b5c4d" providerId="ADAL" clId="{E91601CC-018A-44E3-BE1A-FBDC3149E008}" dt="2021-08-31T17:32:02.261" v="336" actId="2711"/>
          <ac:spMkLst>
            <pc:docMk/>
            <pc:sldMk cId="441715974" sldId="305"/>
            <ac:spMk id="2" creationId="{18FB7639-D810-4D4D-B015-77CD1367C36A}"/>
          </ac:spMkLst>
        </pc:spChg>
        <pc:spChg chg="mod">
          <ac:chgData name="365 Pro Plus" userId="8a4ede6a-2f8b-4c6e-b52c-08ce3e3b5c4d" providerId="ADAL" clId="{E91601CC-018A-44E3-BE1A-FBDC3149E008}" dt="2021-08-31T17:32:05.802" v="339" actId="404"/>
          <ac:spMkLst>
            <pc:docMk/>
            <pc:sldMk cId="441715974" sldId="305"/>
            <ac:spMk id="5" creationId="{DD60DE94-457F-435E-B170-98DCAE9F7139}"/>
          </ac:spMkLst>
        </pc:spChg>
        <pc:picChg chg="mod">
          <ac:chgData name="365 Pro Plus" userId="8a4ede6a-2f8b-4c6e-b52c-08ce3e3b5c4d" providerId="ADAL" clId="{E91601CC-018A-44E3-BE1A-FBDC3149E008}" dt="2021-08-31T17:32:11.498" v="340" actId="1076"/>
          <ac:picMkLst>
            <pc:docMk/>
            <pc:sldMk cId="441715974" sldId="305"/>
            <ac:picMk id="4" creationId="{E4349D41-C5C5-453D-9F62-DB741EB8753B}"/>
          </ac:picMkLst>
        </pc:picChg>
      </pc:sldChg>
      <pc:sldChg chg="modSp add del mod">
        <pc:chgData name="365 Pro Plus" userId="8a4ede6a-2f8b-4c6e-b52c-08ce3e3b5c4d" providerId="ADAL" clId="{E91601CC-018A-44E3-BE1A-FBDC3149E008}" dt="2021-09-01T05:17:44.021" v="2097" actId="47"/>
        <pc:sldMkLst>
          <pc:docMk/>
          <pc:sldMk cId="2276614174" sldId="306"/>
        </pc:sldMkLst>
        <pc:spChg chg="mod">
          <ac:chgData name="365 Pro Plus" userId="8a4ede6a-2f8b-4c6e-b52c-08ce3e3b5c4d" providerId="ADAL" clId="{E91601CC-018A-44E3-BE1A-FBDC3149E008}" dt="2021-08-31T17:32:18.852" v="341" actId="2711"/>
          <ac:spMkLst>
            <pc:docMk/>
            <pc:sldMk cId="2276614174" sldId="306"/>
            <ac:spMk id="2" creationId="{FB4858A9-0376-4AE8-AF23-38A4D8364A73}"/>
          </ac:spMkLst>
        </pc:spChg>
        <pc:spChg chg="mod">
          <ac:chgData name="365 Pro Plus" userId="8a4ede6a-2f8b-4c6e-b52c-08ce3e3b5c4d" providerId="ADAL" clId="{E91601CC-018A-44E3-BE1A-FBDC3149E008}" dt="2021-08-31T17:32:18.852" v="341" actId="2711"/>
          <ac:spMkLst>
            <pc:docMk/>
            <pc:sldMk cId="2276614174" sldId="306"/>
            <ac:spMk id="13" creationId="{9DA18503-DD77-4BC2-8410-0FE56043BBCA}"/>
          </ac:spMkLst>
        </pc:spChg>
      </pc:sldChg>
      <pc:sldChg chg="modSp add del mod">
        <pc:chgData name="365 Pro Plus" userId="8a4ede6a-2f8b-4c6e-b52c-08ce3e3b5c4d" providerId="ADAL" clId="{E91601CC-018A-44E3-BE1A-FBDC3149E008}" dt="2021-08-31T17:26:23.074" v="269" actId="2711"/>
        <pc:sldMkLst>
          <pc:docMk/>
          <pc:sldMk cId="1489046375" sldId="307"/>
        </pc:sldMkLst>
        <pc:spChg chg="mod">
          <ac:chgData name="365 Pro Plus" userId="8a4ede6a-2f8b-4c6e-b52c-08ce3e3b5c4d" providerId="ADAL" clId="{E91601CC-018A-44E3-BE1A-FBDC3149E008}" dt="2021-08-31T17:26:23.074" v="269" actId="2711"/>
          <ac:spMkLst>
            <pc:docMk/>
            <pc:sldMk cId="1489046375" sldId="307"/>
            <ac:spMk id="2" creationId="{D8220EB8-91B2-43B4-9D89-C156E604A1E3}"/>
          </ac:spMkLst>
        </pc:spChg>
        <pc:spChg chg="mod">
          <ac:chgData name="365 Pro Plus" userId="8a4ede6a-2f8b-4c6e-b52c-08ce3e3b5c4d" providerId="ADAL" clId="{E91601CC-018A-44E3-BE1A-FBDC3149E008}" dt="2021-08-31T17:26:23.074" v="269" actId="2711"/>
          <ac:spMkLst>
            <pc:docMk/>
            <pc:sldMk cId="1489046375" sldId="307"/>
            <ac:spMk id="3" creationId="{65B468A6-65AC-4458-9266-57D17ECE4944}"/>
          </ac:spMkLst>
        </pc:spChg>
      </pc:sldChg>
      <pc:sldChg chg="new del">
        <pc:chgData name="365 Pro Plus" userId="8a4ede6a-2f8b-4c6e-b52c-08ce3e3b5c4d" providerId="ADAL" clId="{E91601CC-018A-44E3-BE1A-FBDC3149E008}" dt="2021-08-31T17:06:21.989" v="65" actId="47"/>
        <pc:sldMkLst>
          <pc:docMk/>
          <pc:sldMk cId="671330378" sldId="308"/>
        </pc:sldMkLst>
      </pc:sldChg>
      <pc:sldChg chg="add del">
        <pc:chgData name="365 Pro Plus" userId="8a4ede6a-2f8b-4c6e-b52c-08ce3e3b5c4d" providerId="ADAL" clId="{E91601CC-018A-44E3-BE1A-FBDC3149E008}" dt="2021-08-31T17:02:46.409" v="2" actId="2696"/>
        <pc:sldMkLst>
          <pc:docMk/>
          <pc:sldMk cId="1398075553" sldId="308"/>
        </pc:sldMkLst>
      </pc:sldChg>
      <pc:sldChg chg="modSp add del mod">
        <pc:chgData name="365 Pro Plus" userId="8a4ede6a-2f8b-4c6e-b52c-08ce3e3b5c4d" providerId="ADAL" clId="{E91601CC-018A-44E3-BE1A-FBDC3149E008}" dt="2021-09-01T05:17:44.021" v="2097" actId="47"/>
        <pc:sldMkLst>
          <pc:docMk/>
          <pc:sldMk cId="3594816651" sldId="308"/>
        </pc:sldMkLst>
        <pc:spChg chg="mod">
          <ac:chgData name="365 Pro Plus" userId="8a4ede6a-2f8b-4c6e-b52c-08ce3e3b5c4d" providerId="ADAL" clId="{E91601CC-018A-44E3-BE1A-FBDC3149E008}" dt="2021-08-31T17:32:30.748" v="343" actId="2711"/>
          <ac:spMkLst>
            <pc:docMk/>
            <pc:sldMk cId="3594816651" sldId="308"/>
            <ac:spMk id="2" creationId="{698BE203-492D-4F3A-A39A-8EC72F40DD7F}"/>
          </ac:spMkLst>
        </pc:spChg>
        <pc:spChg chg="mod">
          <ac:chgData name="365 Pro Plus" userId="8a4ede6a-2f8b-4c6e-b52c-08ce3e3b5c4d" providerId="ADAL" clId="{E91601CC-018A-44E3-BE1A-FBDC3149E008}" dt="2021-08-31T17:32:30.748" v="343" actId="2711"/>
          <ac:spMkLst>
            <pc:docMk/>
            <pc:sldMk cId="3594816651" sldId="308"/>
            <ac:spMk id="3" creationId="{88A933E0-97CB-4155-A3DC-5FE557C95A00}"/>
          </ac:spMkLst>
        </pc:spChg>
      </pc:sldChg>
      <pc:sldChg chg="del">
        <pc:chgData name="365 Pro Plus" userId="8a4ede6a-2f8b-4c6e-b52c-08ce3e3b5c4d" providerId="ADAL" clId="{E91601CC-018A-44E3-BE1A-FBDC3149E008}" dt="2021-08-31T17:02:46.409" v="2" actId="2696"/>
        <pc:sldMkLst>
          <pc:docMk/>
          <pc:sldMk cId="2831475167" sldId="309"/>
        </pc:sldMkLst>
      </pc:sldChg>
      <pc:sldChg chg="modSp add del mod">
        <pc:chgData name="365 Pro Plus" userId="8a4ede6a-2f8b-4c6e-b52c-08ce3e3b5c4d" providerId="ADAL" clId="{E91601CC-018A-44E3-BE1A-FBDC3149E008}" dt="2021-09-01T05:17:44.021" v="2097" actId="47"/>
        <pc:sldMkLst>
          <pc:docMk/>
          <pc:sldMk cId="4218389818" sldId="309"/>
        </pc:sldMkLst>
        <pc:spChg chg="mod">
          <ac:chgData name="365 Pro Plus" userId="8a4ede6a-2f8b-4c6e-b52c-08ce3e3b5c4d" providerId="ADAL" clId="{E91601CC-018A-44E3-BE1A-FBDC3149E008}" dt="2021-08-31T17:24:07.173" v="252" actId="2711"/>
          <ac:spMkLst>
            <pc:docMk/>
            <pc:sldMk cId="4218389818" sldId="309"/>
            <ac:spMk id="20"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21"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22"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23"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29"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30"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32"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33"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37"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39" creationId="{00000000-0000-0000-0000-000000000000}"/>
          </ac:spMkLst>
        </pc:spChg>
        <pc:spChg chg="mod">
          <ac:chgData name="365 Pro Plus" userId="8a4ede6a-2f8b-4c6e-b52c-08ce3e3b5c4d" providerId="ADAL" clId="{E91601CC-018A-44E3-BE1A-FBDC3149E008}" dt="2021-08-31T17:24:07.173" v="252" actId="2711"/>
          <ac:spMkLst>
            <pc:docMk/>
            <pc:sldMk cId="4218389818" sldId="309"/>
            <ac:spMk id="42" creationId="{00000000-0000-0000-0000-000000000000}"/>
          </ac:spMkLst>
        </pc:spChg>
      </pc:sldChg>
      <pc:sldChg chg="modSp add del mod">
        <pc:chgData name="365 Pro Plus" userId="8a4ede6a-2f8b-4c6e-b52c-08ce3e3b5c4d" providerId="ADAL" clId="{E91601CC-018A-44E3-BE1A-FBDC3149E008}" dt="2021-09-01T05:17:44.021" v="2097" actId="47"/>
        <pc:sldMkLst>
          <pc:docMk/>
          <pc:sldMk cId="864875283" sldId="310"/>
        </pc:sldMkLst>
        <pc:spChg chg="mod">
          <ac:chgData name="365 Pro Plus" userId="8a4ede6a-2f8b-4c6e-b52c-08ce3e3b5c4d" providerId="ADAL" clId="{E91601CC-018A-44E3-BE1A-FBDC3149E008}" dt="2021-08-31T17:24:21.172" v="255" actId="2711"/>
          <ac:spMkLst>
            <pc:docMk/>
            <pc:sldMk cId="864875283" sldId="310"/>
            <ac:spMk id="2"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3"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7"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13"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15"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16"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17"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24"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28"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36" creationId="{00000000-0000-0000-0000-000000000000}"/>
          </ac:spMkLst>
        </pc:spChg>
        <pc:spChg chg="mod">
          <ac:chgData name="365 Pro Plus" userId="8a4ede6a-2f8b-4c6e-b52c-08ce3e3b5c4d" providerId="ADAL" clId="{E91601CC-018A-44E3-BE1A-FBDC3149E008}" dt="2021-08-31T17:24:21.172" v="255" actId="2711"/>
          <ac:spMkLst>
            <pc:docMk/>
            <pc:sldMk cId="864875283" sldId="310"/>
            <ac:spMk id="37" creationId="{00000000-0000-0000-0000-000000000000}"/>
          </ac:spMkLst>
        </pc:spChg>
      </pc:sldChg>
      <pc:sldChg chg="del">
        <pc:chgData name="365 Pro Plus" userId="8a4ede6a-2f8b-4c6e-b52c-08ce3e3b5c4d" providerId="ADAL" clId="{E91601CC-018A-44E3-BE1A-FBDC3149E008}" dt="2021-08-31T17:02:46.409" v="2" actId="2696"/>
        <pc:sldMkLst>
          <pc:docMk/>
          <pc:sldMk cId="1766615146" sldId="310"/>
        </pc:sldMkLst>
      </pc:sldChg>
      <pc:sldChg chg="new del">
        <pc:chgData name="365 Pro Plus" userId="8a4ede6a-2f8b-4c6e-b52c-08ce3e3b5c4d" providerId="ADAL" clId="{E91601CC-018A-44E3-BE1A-FBDC3149E008}" dt="2021-08-31T17:21:07.920" v="71" actId="47"/>
        <pc:sldMkLst>
          <pc:docMk/>
          <pc:sldMk cId="771217208" sldId="311"/>
        </pc:sldMkLst>
      </pc:sldChg>
      <pc:sldChg chg="del">
        <pc:chgData name="365 Pro Plus" userId="8a4ede6a-2f8b-4c6e-b52c-08ce3e3b5c4d" providerId="ADAL" clId="{E91601CC-018A-44E3-BE1A-FBDC3149E008}" dt="2021-08-31T17:02:46.409" v="2" actId="2696"/>
        <pc:sldMkLst>
          <pc:docMk/>
          <pc:sldMk cId="1238599840" sldId="311"/>
        </pc:sldMkLst>
      </pc:sldChg>
      <pc:sldChg chg="modSp add del mod">
        <pc:chgData name="365 Pro Plus" userId="8a4ede6a-2f8b-4c6e-b52c-08ce3e3b5c4d" providerId="ADAL" clId="{E91601CC-018A-44E3-BE1A-FBDC3149E008}" dt="2021-09-01T05:17:44.021" v="2097" actId="47"/>
        <pc:sldMkLst>
          <pc:docMk/>
          <pc:sldMk cId="98729556" sldId="312"/>
        </pc:sldMkLst>
        <pc:spChg chg="mod">
          <ac:chgData name="365 Pro Plus" userId="8a4ede6a-2f8b-4c6e-b52c-08ce3e3b5c4d" providerId="ADAL" clId="{E91601CC-018A-44E3-BE1A-FBDC3149E008}" dt="2021-08-31T17:26:07.850" v="267" actId="2711"/>
          <ac:spMkLst>
            <pc:docMk/>
            <pc:sldMk cId="98729556" sldId="312"/>
            <ac:spMk id="2" creationId="{0A98D763-1B09-4579-9FDE-876D5F6D6527}"/>
          </ac:spMkLst>
        </pc:spChg>
        <pc:spChg chg="mod">
          <ac:chgData name="365 Pro Plus" userId="8a4ede6a-2f8b-4c6e-b52c-08ce3e3b5c4d" providerId="ADAL" clId="{E91601CC-018A-44E3-BE1A-FBDC3149E008}" dt="2021-08-31T17:26:07.850" v="267" actId="2711"/>
          <ac:spMkLst>
            <pc:docMk/>
            <pc:sldMk cId="98729556" sldId="312"/>
            <ac:spMk id="3" creationId="{803D6827-DBBC-4606-B74E-FEAB448E1470}"/>
          </ac:spMkLst>
        </pc:spChg>
      </pc:sldChg>
      <pc:sldChg chg="del">
        <pc:chgData name="365 Pro Plus" userId="8a4ede6a-2f8b-4c6e-b52c-08ce3e3b5c4d" providerId="ADAL" clId="{E91601CC-018A-44E3-BE1A-FBDC3149E008}" dt="2021-08-31T17:02:46.409" v="2" actId="2696"/>
        <pc:sldMkLst>
          <pc:docMk/>
          <pc:sldMk cId="1450044693" sldId="312"/>
        </pc:sldMkLst>
      </pc:sldChg>
      <pc:sldChg chg="add del">
        <pc:chgData name="365 Pro Plus" userId="8a4ede6a-2f8b-4c6e-b52c-08ce3e3b5c4d" providerId="ADAL" clId="{E91601CC-018A-44E3-BE1A-FBDC3149E008}" dt="2021-08-31T17:26:48.322" v="272" actId="47"/>
        <pc:sldMkLst>
          <pc:docMk/>
          <pc:sldMk cId="135594703" sldId="313"/>
        </pc:sldMkLst>
      </pc:sldChg>
      <pc:sldChg chg="del">
        <pc:chgData name="365 Pro Plus" userId="8a4ede6a-2f8b-4c6e-b52c-08ce3e3b5c4d" providerId="ADAL" clId="{E91601CC-018A-44E3-BE1A-FBDC3149E008}" dt="2021-08-31T17:02:46.409" v="2" actId="2696"/>
        <pc:sldMkLst>
          <pc:docMk/>
          <pc:sldMk cId="2538836170" sldId="313"/>
        </pc:sldMkLst>
      </pc:sldChg>
      <pc:sldChg chg="del">
        <pc:chgData name="365 Pro Plus" userId="8a4ede6a-2f8b-4c6e-b52c-08ce3e3b5c4d" providerId="ADAL" clId="{E91601CC-018A-44E3-BE1A-FBDC3149E008}" dt="2021-08-31T17:02:46.409" v="2" actId="2696"/>
        <pc:sldMkLst>
          <pc:docMk/>
          <pc:sldMk cId="3010768399" sldId="314"/>
        </pc:sldMkLst>
      </pc:sldChg>
      <pc:sldChg chg="modSp add del">
        <pc:chgData name="365 Pro Plus" userId="8a4ede6a-2f8b-4c6e-b52c-08ce3e3b5c4d" providerId="ADAL" clId="{E91601CC-018A-44E3-BE1A-FBDC3149E008}" dt="2021-09-01T05:17:44.021" v="2097" actId="47"/>
        <pc:sldMkLst>
          <pc:docMk/>
          <pc:sldMk cId="3958868680" sldId="314"/>
        </pc:sldMkLst>
        <pc:spChg chg="mod">
          <ac:chgData name="365 Pro Plus" userId="8a4ede6a-2f8b-4c6e-b52c-08ce3e3b5c4d" providerId="ADAL" clId="{E91601CC-018A-44E3-BE1A-FBDC3149E008}" dt="2021-08-31T17:27:02.622" v="274" actId="2711"/>
          <ac:spMkLst>
            <pc:docMk/>
            <pc:sldMk cId="3958868680" sldId="314"/>
            <ac:spMk id="2" creationId="{0EFFE5BF-2C4B-4852-A464-8D737D2DFACD}"/>
          </ac:spMkLst>
        </pc:spChg>
        <pc:spChg chg="mod">
          <ac:chgData name="365 Pro Plus" userId="8a4ede6a-2f8b-4c6e-b52c-08ce3e3b5c4d" providerId="ADAL" clId="{E91601CC-018A-44E3-BE1A-FBDC3149E008}" dt="2021-08-31T17:27:02.622" v="274" actId="2711"/>
          <ac:spMkLst>
            <pc:docMk/>
            <pc:sldMk cId="3958868680" sldId="314"/>
            <ac:spMk id="3" creationId="{D5E0BC37-00BB-4414-B3CF-C6612711D46C}"/>
          </ac:spMkLst>
        </pc:spChg>
        <pc:spChg chg="mod">
          <ac:chgData name="365 Pro Plus" userId="8a4ede6a-2f8b-4c6e-b52c-08ce3e3b5c4d" providerId="ADAL" clId="{E91601CC-018A-44E3-BE1A-FBDC3149E008}" dt="2021-08-31T17:27:02.622" v="274" actId="2711"/>
          <ac:spMkLst>
            <pc:docMk/>
            <pc:sldMk cId="3958868680" sldId="314"/>
            <ac:spMk id="4" creationId="{73B6615E-3BF8-48AF-9D42-5449992D3A4B}"/>
          </ac:spMkLst>
        </pc:spChg>
        <pc:graphicFrameChg chg="mod">
          <ac:chgData name="365 Pro Plus" userId="8a4ede6a-2f8b-4c6e-b52c-08ce3e3b5c4d" providerId="ADAL" clId="{E91601CC-018A-44E3-BE1A-FBDC3149E008}" dt="2021-08-31T17:27:02.622" v="274" actId="2711"/>
          <ac:graphicFrameMkLst>
            <pc:docMk/>
            <pc:sldMk cId="3958868680" sldId="314"/>
            <ac:graphicFrameMk id="5" creationId="{78AC88EC-2233-408C-9494-987D80DC09B4}"/>
          </ac:graphicFrameMkLst>
        </pc:graphicFrameChg>
      </pc:sldChg>
      <pc:sldChg chg="modSp add del mod modNotesTx">
        <pc:chgData name="365 Pro Plus" userId="8a4ede6a-2f8b-4c6e-b52c-08ce3e3b5c4d" providerId="ADAL" clId="{E91601CC-018A-44E3-BE1A-FBDC3149E008}" dt="2021-09-01T05:17:44.021" v="2097" actId="47"/>
        <pc:sldMkLst>
          <pc:docMk/>
          <pc:sldMk cId="1098848756" sldId="315"/>
        </pc:sldMkLst>
        <pc:spChg chg="mod">
          <ac:chgData name="365 Pro Plus" userId="8a4ede6a-2f8b-4c6e-b52c-08ce3e3b5c4d" providerId="ADAL" clId="{E91601CC-018A-44E3-BE1A-FBDC3149E008}" dt="2021-08-31T17:27:07.309" v="275" actId="2711"/>
          <ac:spMkLst>
            <pc:docMk/>
            <pc:sldMk cId="1098848756" sldId="315"/>
            <ac:spMk id="2" creationId="{52D1D453-0E5C-4790-A274-6D6977647A21}"/>
          </ac:spMkLst>
        </pc:spChg>
        <pc:spChg chg="mod">
          <ac:chgData name="365 Pro Plus" userId="8a4ede6a-2f8b-4c6e-b52c-08ce3e3b5c4d" providerId="ADAL" clId="{E91601CC-018A-44E3-BE1A-FBDC3149E008}" dt="2021-08-31T17:27:13.042" v="279" actId="404"/>
          <ac:spMkLst>
            <pc:docMk/>
            <pc:sldMk cId="1098848756" sldId="315"/>
            <ac:spMk id="3" creationId="{1BB43090-EA3E-4D32-BC40-62765B410B9C}"/>
          </ac:spMkLst>
        </pc:spChg>
      </pc:sldChg>
      <pc:sldChg chg="del">
        <pc:chgData name="365 Pro Plus" userId="8a4ede6a-2f8b-4c6e-b52c-08ce3e3b5c4d" providerId="ADAL" clId="{E91601CC-018A-44E3-BE1A-FBDC3149E008}" dt="2021-08-31T17:02:46.409" v="2" actId="2696"/>
        <pc:sldMkLst>
          <pc:docMk/>
          <pc:sldMk cId="3253262058" sldId="315"/>
        </pc:sldMkLst>
      </pc:sldChg>
      <pc:sldChg chg="del">
        <pc:chgData name="365 Pro Plus" userId="8a4ede6a-2f8b-4c6e-b52c-08ce3e3b5c4d" providerId="ADAL" clId="{E91601CC-018A-44E3-BE1A-FBDC3149E008}" dt="2021-08-31T17:02:46.409" v="2" actId="2696"/>
        <pc:sldMkLst>
          <pc:docMk/>
          <pc:sldMk cId="685339852" sldId="316"/>
        </pc:sldMkLst>
      </pc:sldChg>
      <pc:sldChg chg="modSp add del mod">
        <pc:chgData name="365 Pro Plus" userId="8a4ede6a-2f8b-4c6e-b52c-08ce3e3b5c4d" providerId="ADAL" clId="{E91601CC-018A-44E3-BE1A-FBDC3149E008}" dt="2021-09-01T05:17:44.021" v="2097" actId="47"/>
        <pc:sldMkLst>
          <pc:docMk/>
          <pc:sldMk cId="2300188830" sldId="316"/>
        </pc:sldMkLst>
        <pc:spChg chg="mod">
          <ac:chgData name="365 Pro Plus" userId="8a4ede6a-2f8b-4c6e-b52c-08ce3e3b5c4d" providerId="ADAL" clId="{E91601CC-018A-44E3-BE1A-FBDC3149E008}" dt="2021-08-31T17:27:24.986" v="281" actId="2711"/>
          <ac:spMkLst>
            <pc:docMk/>
            <pc:sldMk cId="2300188830" sldId="316"/>
            <ac:spMk id="2" creationId="{32C80AFA-83F1-4DC8-A76B-C5C73F0B9130}"/>
          </ac:spMkLst>
        </pc:spChg>
        <pc:spChg chg="mod">
          <ac:chgData name="365 Pro Plus" userId="8a4ede6a-2f8b-4c6e-b52c-08ce3e3b5c4d" providerId="ADAL" clId="{E91601CC-018A-44E3-BE1A-FBDC3149E008}" dt="2021-08-31T17:27:24.986" v="281" actId="2711"/>
          <ac:spMkLst>
            <pc:docMk/>
            <pc:sldMk cId="2300188830" sldId="316"/>
            <ac:spMk id="3" creationId="{9D8788AA-26DD-48C9-A10C-E63AC2E3124D}"/>
          </ac:spMkLst>
        </pc:spChg>
        <pc:spChg chg="mod">
          <ac:chgData name="365 Pro Plus" userId="8a4ede6a-2f8b-4c6e-b52c-08ce3e3b5c4d" providerId="ADAL" clId="{E91601CC-018A-44E3-BE1A-FBDC3149E008}" dt="2021-08-31T17:27:24.986" v="281" actId="2711"/>
          <ac:spMkLst>
            <pc:docMk/>
            <pc:sldMk cId="2300188830" sldId="316"/>
            <ac:spMk id="8" creationId="{420CE6C4-81E5-4DCE-9DE2-FE07E07560E6}"/>
          </ac:spMkLst>
        </pc:spChg>
        <pc:graphicFrameChg chg="mod">
          <ac:chgData name="365 Pro Plus" userId="8a4ede6a-2f8b-4c6e-b52c-08ce3e3b5c4d" providerId="ADAL" clId="{E91601CC-018A-44E3-BE1A-FBDC3149E008}" dt="2021-08-31T17:27:24.986" v="281" actId="2711"/>
          <ac:graphicFrameMkLst>
            <pc:docMk/>
            <pc:sldMk cId="2300188830" sldId="316"/>
            <ac:graphicFrameMk id="9" creationId="{24F16F55-E42F-48BC-B848-9EEEF8517293}"/>
          </ac:graphicFrameMkLst>
        </pc:graphicFrameChg>
      </pc:sldChg>
      <pc:sldChg chg="del">
        <pc:chgData name="365 Pro Plus" userId="8a4ede6a-2f8b-4c6e-b52c-08ce3e3b5c4d" providerId="ADAL" clId="{E91601CC-018A-44E3-BE1A-FBDC3149E008}" dt="2021-08-31T17:02:46.409" v="2" actId="2696"/>
        <pc:sldMkLst>
          <pc:docMk/>
          <pc:sldMk cId="2352969552" sldId="317"/>
        </pc:sldMkLst>
      </pc:sldChg>
      <pc:sldChg chg="modSp add del mod">
        <pc:chgData name="365 Pro Plus" userId="8a4ede6a-2f8b-4c6e-b52c-08ce3e3b5c4d" providerId="ADAL" clId="{E91601CC-018A-44E3-BE1A-FBDC3149E008}" dt="2021-09-01T05:17:44.021" v="2097" actId="47"/>
        <pc:sldMkLst>
          <pc:docMk/>
          <pc:sldMk cId="2901811463" sldId="317"/>
        </pc:sldMkLst>
        <pc:spChg chg="mod">
          <ac:chgData name="365 Pro Plus" userId="8a4ede6a-2f8b-4c6e-b52c-08ce3e3b5c4d" providerId="ADAL" clId="{E91601CC-018A-44E3-BE1A-FBDC3149E008}" dt="2021-08-31T17:27:30.247" v="282" actId="2711"/>
          <ac:spMkLst>
            <pc:docMk/>
            <pc:sldMk cId="2901811463" sldId="317"/>
            <ac:spMk id="2" creationId="{29DC3055-E89A-459F-90EE-9E3BEAC944F1}"/>
          </ac:spMkLst>
        </pc:spChg>
        <pc:spChg chg="mod">
          <ac:chgData name="365 Pro Plus" userId="8a4ede6a-2f8b-4c6e-b52c-08ce3e3b5c4d" providerId="ADAL" clId="{E91601CC-018A-44E3-BE1A-FBDC3149E008}" dt="2021-08-31T17:27:33.693" v="285" actId="404"/>
          <ac:spMkLst>
            <pc:docMk/>
            <pc:sldMk cId="2901811463" sldId="317"/>
            <ac:spMk id="3" creationId="{41A02132-BE44-459F-90A5-9B7D549AEAE2}"/>
          </ac:spMkLst>
        </pc:spChg>
      </pc:sldChg>
      <pc:sldChg chg="modSp add del mod">
        <pc:chgData name="365 Pro Plus" userId="8a4ede6a-2f8b-4c6e-b52c-08ce3e3b5c4d" providerId="ADAL" clId="{E91601CC-018A-44E3-BE1A-FBDC3149E008}" dt="2021-09-01T05:17:44.021" v="2097" actId="47"/>
        <pc:sldMkLst>
          <pc:docMk/>
          <pc:sldMk cId="837492554" sldId="318"/>
        </pc:sldMkLst>
        <pc:spChg chg="mod">
          <ac:chgData name="365 Pro Plus" userId="8a4ede6a-2f8b-4c6e-b52c-08ce3e3b5c4d" providerId="ADAL" clId="{E91601CC-018A-44E3-BE1A-FBDC3149E008}" dt="2021-08-31T17:27:41.978" v="286" actId="2711"/>
          <ac:spMkLst>
            <pc:docMk/>
            <pc:sldMk cId="837492554" sldId="318"/>
            <ac:spMk id="2" creationId="{8D79FB83-4335-458B-B9E2-BCFE87100355}"/>
          </ac:spMkLst>
        </pc:spChg>
        <pc:spChg chg="mod">
          <ac:chgData name="365 Pro Plus" userId="8a4ede6a-2f8b-4c6e-b52c-08ce3e3b5c4d" providerId="ADAL" clId="{E91601CC-018A-44E3-BE1A-FBDC3149E008}" dt="2021-08-31T17:27:45.614" v="288" actId="404"/>
          <ac:spMkLst>
            <pc:docMk/>
            <pc:sldMk cId="837492554" sldId="318"/>
            <ac:spMk id="3" creationId="{A6F7C961-6826-4E80-9556-BC9E872DCECB}"/>
          </ac:spMkLst>
        </pc:spChg>
      </pc:sldChg>
      <pc:sldChg chg="del">
        <pc:chgData name="365 Pro Plus" userId="8a4ede6a-2f8b-4c6e-b52c-08ce3e3b5c4d" providerId="ADAL" clId="{E91601CC-018A-44E3-BE1A-FBDC3149E008}" dt="2021-08-31T17:02:46.409" v="2" actId="2696"/>
        <pc:sldMkLst>
          <pc:docMk/>
          <pc:sldMk cId="3347402643" sldId="318"/>
        </pc:sldMkLst>
      </pc:sldChg>
      <pc:sldChg chg="del">
        <pc:chgData name="365 Pro Plus" userId="8a4ede6a-2f8b-4c6e-b52c-08ce3e3b5c4d" providerId="ADAL" clId="{E91601CC-018A-44E3-BE1A-FBDC3149E008}" dt="2021-08-31T17:02:46.409" v="2" actId="2696"/>
        <pc:sldMkLst>
          <pc:docMk/>
          <pc:sldMk cId="957004168" sldId="319"/>
        </pc:sldMkLst>
      </pc:sldChg>
      <pc:sldChg chg="modSp add del mod">
        <pc:chgData name="365 Pro Plus" userId="8a4ede6a-2f8b-4c6e-b52c-08ce3e3b5c4d" providerId="ADAL" clId="{E91601CC-018A-44E3-BE1A-FBDC3149E008}" dt="2021-09-01T05:17:44.021" v="2097" actId="47"/>
        <pc:sldMkLst>
          <pc:docMk/>
          <pc:sldMk cId="2056109897" sldId="319"/>
        </pc:sldMkLst>
        <pc:spChg chg="mod">
          <ac:chgData name="365 Pro Plus" userId="8a4ede6a-2f8b-4c6e-b52c-08ce3e3b5c4d" providerId="ADAL" clId="{E91601CC-018A-44E3-BE1A-FBDC3149E008}" dt="2021-08-31T17:27:54.006" v="289" actId="2711"/>
          <ac:spMkLst>
            <pc:docMk/>
            <pc:sldMk cId="2056109897" sldId="319"/>
            <ac:spMk id="2" creationId="{0A4247D5-F35C-4906-BCCB-C93C4DEACF49}"/>
          </ac:spMkLst>
        </pc:spChg>
        <pc:spChg chg="mod">
          <ac:chgData name="365 Pro Plus" userId="8a4ede6a-2f8b-4c6e-b52c-08ce3e3b5c4d" providerId="ADAL" clId="{E91601CC-018A-44E3-BE1A-FBDC3149E008}" dt="2021-08-31T17:28:01.686" v="290" actId="255"/>
          <ac:spMkLst>
            <pc:docMk/>
            <pc:sldMk cId="2056109897" sldId="319"/>
            <ac:spMk id="3" creationId="{3038A399-13EF-4B09-B8B9-6572B4286CB6}"/>
          </ac:spMkLst>
        </pc:spChg>
      </pc:sldChg>
      <pc:sldChg chg="del">
        <pc:chgData name="365 Pro Plus" userId="8a4ede6a-2f8b-4c6e-b52c-08ce3e3b5c4d" providerId="ADAL" clId="{E91601CC-018A-44E3-BE1A-FBDC3149E008}" dt="2021-08-31T17:02:46.409" v="2" actId="2696"/>
        <pc:sldMkLst>
          <pc:docMk/>
          <pc:sldMk cId="1831459223" sldId="320"/>
        </pc:sldMkLst>
      </pc:sldChg>
      <pc:sldChg chg="modSp add del mod">
        <pc:chgData name="365 Pro Plus" userId="8a4ede6a-2f8b-4c6e-b52c-08ce3e3b5c4d" providerId="ADAL" clId="{E91601CC-018A-44E3-BE1A-FBDC3149E008}" dt="2021-09-01T05:17:44.021" v="2097" actId="47"/>
        <pc:sldMkLst>
          <pc:docMk/>
          <pc:sldMk cId="3311769473" sldId="320"/>
        </pc:sldMkLst>
        <pc:spChg chg="mod">
          <ac:chgData name="365 Pro Plus" userId="8a4ede6a-2f8b-4c6e-b52c-08ce3e3b5c4d" providerId="ADAL" clId="{E91601CC-018A-44E3-BE1A-FBDC3149E008}" dt="2021-08-31T17:28:10.334" v="291" actId="2711"/>
          <ac:spMkLst>
            <pc:docMk/>
            <pc:sldMk cId="3311769473" sldId="320"/>
            <ac:spMk id="2" creationId="{9CB48950-C316-4888-BE28-2161C35AB3E8}"/>
          </ac:spMkLst>
        </pc:spChg>
        <pc:spChg chg="mod">
          <ac:chgData name="365 Pro Plus" userId="8a4ede6a-2f8b-4c6e-b52c-08ce3e3b5c4d" providerId="ADAL" clId="{E91601CC-018A-44E3-BE1A-FBDC3149E008}" dt="2021-08-31T17:28:17.517" v="294" actId="27636"/>
          <ac:spMkLst>
            <pc:docMk/>
            <pc:sldMk cId="3311769473" sldId="320"/>
            <ac:spMk id="3" creationId="{C6D32A17-FD8C-498B-A883-51BDDB013A8B}"/>
          </ac:spMkLst>
        </pc:spChg>
      </pc:sldChg>
      <pc:sldChg chg="del">
        <pc:chgData name="365 Pro Plus" userId="8a4ede6a-2f8b-4c6e-b52c-08ce3e3b5c4d" providerId="ADAL" clId="{E91601CC-018A-44E3-BE1A-FBDC3149E008}" dt="2021-08-31T17:02:46.409" v="2" actId="2696"/>
        <pc:sldMkLst>
          <pc:docMk/>
          <pc:sldMk cId="1200906979" sldId="321"/>
        </pc:sldMkLst>
      </pc:sldChg>
      <pc:sldChg chg="modSp add del">
        <pc:chgData name="365 Pro Plus" userId="8a4ede6a-2f8b-4c6e-b52c-08ce3e3b5c4d" providerId="ADAL" clId="{E91601CC-018A-44E3-BE1A-FBDC3149E008}" dt="2021-09-01T05:17:44.021" v="2097" actId="47"/>
        <pc:sldMkLst>
          <pc:docMk/>
          <pc:sldMk cId="3345252283" sldId="321"/>
        </pc:sldMkLst>
        <pc:spChg chg="mod">
          <ac:chgData name="365 Pro Plus" userId="8a4ede6a-2f8b-4c6e-b52c-08ce3e3b5c4d" providerId="ADAL" clId="{E91601CC-018A-44E3-BE1A-FBDC3149E008}" dt="2021-08-31T17:28:24.106" v="295" actId="2711"/>
          <ac:spMkLst>
            <pc:docMk/>
            <pc:sldMk cId="3345252283" sldId="321"/>
            <ac:spMk id="2" creationId="{68FD52E1-57BC-4BB2-BEAC-D9B33F709838}"/>
          </ac:spMkLst>
        </pc:spChg>
        <pc:spChg chg="mod">
          <ac:chgData name="365 Pro Plus" userId="8a4ede6a-2f8b-4c6e-b52c-08ce3e3b5c4d" providerId="ADAL" clId="{E91601CC-018A-44E3-BE1A-FBDC3149E008}" dt="2021-08-31T17:28:24.106" v="295" actId="2711"/>
          <ac:spMkLst>
            <pc:docMk/>
            <pc:sldMk cId="3345252283" sldId="321"/>
            <ac:spMk id="3" creationId="{E8AC3820-58A0-4528-AD20-5C0DC454DE92}"/>
          </ac:spMkLst>
        </pc:spChg>
        <pc:spChg chg="mod">
          <ac:chgData name="365 Pro Plus" userId="8a4ede6a-2f8b-4c6e-b52c-08ce3e3b5c4d" providerId="ADAL" clId="{E91601CC-018A-44E3-BE1A-FBDC3149E008}" dt="2021-08-31T17:28:24.106" v="295" actId="2711"/>
          <ac:spMkLst>
            <pc:docMk/>
            <pc:sldMk cId="3345252283" sldId="321"/>
            <ac:spMk id="8" creationId="{53DFBE56-DE70-42D1-8B9A-30B486084C5C}"/>
          </ac:spMkLst>
        </pc:spChg>
        <pc:picChg chg="mod">
          <ac:chgData name="365 Pro Plus" userId="8a4ede6a-2f8b-4c6e-b52c-08ce3e3b5c4d" providerId="ADAL" clId="{E91601CC-018A-44E3-BE1A-FBDC3149E008}" dt="2021-08-31T17:28:24.106" v="295" actId="2711"/>
          <ac:picMkLst>
            <pc:docMk/>
            <pc:sldMk cId="3345252283" sldId="321"/>
            <ac:picMk id="5" creationId="{01E3408F-132B-4ED7-9749-FFA9A0F49DC9}"/>
          </ac:picMkLst>
        </pc:picChg>
      </pc:sldChg>
      <pc:sldChg chg="del">
        <pc:chgData name="365 Pro Plus" userId="8a4ede6a-2f8b-4c6e-b52c-08ce3e3b5c4d" providerId="ADAL" clId="{E91601CC-018A-44E3-BE1A-FBDC3149E008}" dt="2021-08-31T17:02:46.409" v="2" actId="2696"/>
        <pc:sldMkLst>
          <pc:docMk/>
          <pc:sldMk cId="1182326432" sldId="322"/>
        </pc:sldMkLst>
      </pc:sldChg>
      <pc:sldChg chg="modSp add del mod">
        <pc:chgData name="365 Pro Plus" userId="8a4ede6a-2f8b-4c6e-b52c-08ce3e3b5c4d" providerId="ADAL" clId="{E91601CC-018A-44E3-BE1A-FBDC3149E008}" dt="2021-09-01T05:17:44.021" v="2097" actId="47"/>
        <pc:sldMkLst>
          <pc:docMk/>
          <pc:sldMk cId="2657142167" sldId="322"/>
        </pc:sldMkLst>
        <pc:spChg chg="mod">
          <ac:chgData name="365 Pro Plus" userId="8a4ede6a-2f8b-4c6e-b52c-08ce3e3b5c4d" providerId="ADAL" clId="{E91601CC-018A-44E3-BE1A-FBDC3149E008}" dt="2021-08-31T17:28:35.620" v="296" actId="2711"/>
          <ac:spMkLst>
            <pc:docMk/>
            <pc:sldMk cId="2657142167" sldId="322"/>
            <ac:spMk id="2" creationId="{8FF8F853-C7E6-4203-8C44-5EA0A6419D59}"/>
          </ac:spMkLst>
        </pc:spChg>
        <pc:spChg chg="mod">
          <ac:chgData name="365 Pro Plus" userId="8a4ede6a-2f8b-4c6e-b52c-08ce3e3b5c4d" providerId="ADAL" clId="{E91601CC-018A-44E3-BE1A-FBDC3149E008}" dt="2021-08-31T17:28:35.620" v="296" actId="2711"/>
          <ac:spMkLst>
            <pc:docMk/>
            <pc:sldMk cId="2657142167" sldId="322"/>
            <ac:spMk id="3" creationId="{7C09FB8B-7211-49A9-927D-09816F06CABB}"/>
          </ac:spMkLst>
        </pc:spChg>
      </pc:sldChg>
      <pc:sldChg chg="modSp add del mod">
        <pc:chgData name="365 Pro Plus" userId="8a4ede6a-2f8b-4c6e-b52c-08ce3e3b5c4d" providerId="ADAL" clId="{E91601CC-018A-44E3-BE1A-FBDC3149E008}" dt="2021-09-01T05:17:44.021" v="2097" actId="47"/>
        <pc:sldMkLst>
          <pc:docMk/>
          <pc:sldMk cId="314932738" sldId="323"/>
        </pc:sldMkLst>
        <pc:spChg chg="mod">
          <ac:chgData name="365 Pro Plus" userId="8a4ede6a-2f8b-4c6e-b52c-08ce3e3b5c4d" providerId="ADAL" clId="{E91601CC-018A-44E3-BE1A-FBDC3149E008}" dt="2021-08-31T17:29:19.350" v="303" actId="2711"/>
          <ac:spMkLst>
            <pc:docMk/>
            <pc:sldMk cId="314932738" sldId="323"/>
            <ac:spMk id="2" creationId="{FB20B117-6B1C-4134-B633-9E35D3A72F07}"/>
          </ac:spMkLst>
        </pc:spChg>
        <pc:spChg chg="mod">
          <ac:chgData name="365 Pro Plus" userId="8a4ede6a-2f8b-4c6e-b52c-08ce3e3b5c4d" providerId="ADAL" clId="{E91601CC-018A-44E3-BE1A-FBDC3149E008}" dt="2021-08-31T17:29:19.350" v="303" actId="2711"/>
          <ac:spMkLst>
            <pc:docMk/>
            <pc:sldMk cId="314932738" sldId="323"/>
            <ac:spMk id="3" creationId="{E04B00F5-A3E6-4D03-A4BD-9214AEE56EE3}"/>
          </ac:spMkLst>
        </pc:spChg>
      </pc:sldChg>
      <pc:sldChg chg="del">
        <pc:chgData name="365 Pro Plus" userId="8a4ede6a-2f8b-4c6e-b52c-08ce3e3b5c4d" providerId="ADAL" clId="{E91601CC-018A-44E3-BE1A-FBDC3149E008}" dt="2021-08-31T17:02:46.409" v="2" actId="2696"/>
        <pc:sldMkLst>
          <pc:docMk/>
          <pc:sldMk cId="3722823132" sldId="323"/>
        </pc:sldMkLst>
      </pc:sldChg>
      <pc:sldChg chg="del">
        <pc:chgData name="365 Pro Plus" userId="8a4ede6a-2f8b-4c6e-b52c-08ce3e3b5c4d" providerId="ADAL" clId="{E91601CC-018A-44E3-BE1A-FBDC3149E008}" dt="2021-08-31T17:02:46.409" v="2" actId="2696"/>
        <pc:sldMkLst>
          <pc:docMk/>
          <pc:sldMk cId="454923318" sldId="324"/>
        </pc:sldMkLst>
      </pc:sldChg>
      <pc:sldChg chg="modSp add del">
        <pc:chgData name="365 Pro Plus" userId="8a4ede6a-2f8b-4c6e-b52c-08ce3e3b5c4d" providerId="ADAL" clId="{E91601CC-018A-44E3-BE1A-FBDC3149E008}" dt="2021-09-01T05:17:44.021" v="2097" actId="47"/>
        <pc:sldMkLst>
          <pc:docMk/>
          <pc:sldMk cId="4114123374" sldId="324"/>
        </pc:sldMkLst>
        <pc:spChg chg="mod">
          <ac:chgData name="365 Pro Plus" userId="8a4ede6a-2f8b-4c6e-b52c-08ce3e3b5c4d" providerId="ADAL" clId="{E91601CC-018A-44E3-BE1A-FBDC3149E008}" dt="2021-08-31T17:32:25.573" v="342" actId="2711"/>
          <ac:spMkLst>
            <pc:docMk/>
            <pc:sldMk cId="4114123374" sldId="324"/>
            <ac:spMk id="2" creationId="{F12F28A9-7FD5-4E68-8FBE-8604A3613731}"/>
          </ac:spMkLst>
        </pc:spChg>
        <pc:spChg chg="mod">
          <ac:chgData name="365 Pro Plus" userId="8a4ede6a-2f8b-4c6e-b52c-08ce3e3b5c4d" providerId="ADAL" clId="{E91601CC-018A-44E3-BE1A-FBDC3149E008}" dt="2021-08-31T17:32:25.573" v="342" actId="2711"/>
          <ac:spMkLst>
            <pc:docMk/>
            <pc:sldMk cId="4114123374" sldId="324"/>
            <ac:spMk id="3" creationId="{F9A57C58-DA04-45D9-B369-C85BD06CA459}"/>
          </ac:spMkLst>
        </pc:spChg>
        <pc:picChg chg="mod">
          <ac:chgData name="365 Pro Plus" userId="8a4ede6a-2f8b-4c6e-b52c-08ce3e3b5c4d" providerId="ADAL" clId="{E91601CC-018A-44E3-BE1A-FBDC3149E008}" dt="2021-08-31T17:32:25.573" v="342" actId="2711"/>
          <ac:picMkLst>
            <pc:docMk/>
            <pc:sldMk cId="4114123374" sldId="324"/>
            <ac:picMk id="15362" creationId="{9D57D72D-F070-4D35-BF95-BC964705C5C8}"/>
          </ac:picMkLst>
        </pc:picChg>
      </pc:sldChg>
      <pc:sldChg chg="del">
        <pc:chgData name="365 Pro Plus" userId="8a4ede6a-2f8b-4c6e-b52c-08ce3e3b5c4d" providerId="ADAL" clId="{E91601CC-018A-44E3-BE1A-FBDC3149E008}" dt="2021-08-31T17:02:46.409" v="2" actId="2696"/>
        <pc:sldMkLst>
          <pc:docMk/>
          <pc:sldMk cId="422901895" sldId="325"/>
        </pc:sldMkLst>
      </pc:sldChg>
      <pc:sldChg chg="add del">
        <pc:chgData name="365 Pro Plus" userId="8a4ede6a-2f8b-4c6e-b52c-08ce3e3b5c4d" providerId="ADAL" clId="{E91601CC-018A-44E3-BE1A-FBDC3149E008}" dt="2021-09-01T05:17:44.021" v="2097" actId="47"/>
        <pc:sldMkLst>
          <pc:docMk/>
          <pc:sldMk cId="964030280" sldId="325"/>
        </pc:sldMkLst>
      </pc:sldChg>
      <pc:sldChg chg="modSp add del mod">
        <pc:chgData name="365 Pro Plus" userId="8a4ede6a-2f8b-4c6e-b52c-08ce3e3b5c4d" providerId="ADAL" clId="{E91601CC-018A-44E3-BE1A-FBDC3149E008}" dt="2021-09-01T05:17:44.021" v="2097" actId="47"/>
        <pc:sldMkLst>
          <pc:docMk/>
          <pc:sldMk cId="713216595" sldId="326"/>
        </pc:sldMkLst>
        <pc:spChg chg="mod">
          <ac:chgData name="365 Pro Plus" userId="8a4ede6a-2f8b-4c6e-b52c-08ce3e3b5c4d" providerId="ADAL" clId="{E91601CC-018A-44E3-BE1A-FBDC3149E008}" dt="2021-08-31T17:32:39.383" v="344" actId="2711"/>
          <ac:spMkLst>
            <pc:docMk/>
            <pc:sldMk cId="713216595" sldId="326"/>
            <ac:spMk id="2" creationId="{D84345EE-32D5-4CD3-872B-C4DF936D1647}"/>
          </ac:spMkLst>
        </pc:spChg>
        <pc:spChg chg="mod">
          <ac:chgData name="365 Pro Plus" userId="8a4ede6a-2f8b-4c6e-b52c-08ce3e3b5c4d" providerId="ADAL" clId="{E91601CC-018A-44E3-BE1A-FBDC3149E008}" dt="2021-08-31T17:32:39.383" v="344" actId="2711"/>
          <ac:spMkLst>
            <pc:docMk/>
            <pc:sldMk cId="713216595" sldId="326"/>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1714048452" sldId="326"/>
        </pc:sldMkLst>
      </pc:sldChg>
      <pc:sldChg chg="modSp add del mod">
        <pc:chgData name="365 Pro Plus" userId="8a4ede6a-2f8b-4c6e-b52c-08ce3e3b5c4d" providerId="ADAL" clId="{E91601CC-018A-44E3-BE1A-FBDC3149E008}" dt="2021-09-01T05:17:44.021" v="2097" actId="47"/>
        <pc:sldMkLst>
          <pc:docMk/>
          <pc:sldMk cId="1948324833" sldId="327"/>
        </pc:sldMkLst>
        <pc:spChg chg="mod">
          <ac:chgData name="365 Pro Plus" userId="8a4ede6a-2f8b-4c6e-b52c-08ce3e3b5c4d" providerId="ADAL" clId="{E91601CC-018A-44E3-BE1A-FBDC3149E008}" dt="2021-08-31T17:32:47.899" v="345" actId="2711"/>
          <ac:spMkLst>
            <pc:docMk/>
            <pc:sldMk cId="1948324833" sldId="327"/>
            <ac:spMk id="2" creationId="{D84345EE-32D5-4CD3-872B-C4DF936D1647}"/>
          </ac:spMkLst>
        </pc:spChg>
        <pc:spChg chg="mod">
          <ac:chgData name="365 Pro Plus" userId="8a4ede6a-2f8b-4c6e-b52c-08ce3e3b5c4d" providerId="ADAL" clId="{E91601CC-018A-44E3-BE1A-FBDC3149E008}" dt="2021-08-31T17:33:11.180" v="350" actId="12"/>
          <ac:spMkLst>
            <pc:docMk/>
            <pc:sldMk cId="1948324833" sldId="327"/>
            <ac:spMk id="3" creationId="{962DA0E4-B095-42D0-BEF8-B7BDD510EFCA}"/>
          </ac:spMkLst>
        </pc:spChg>
        <pc:spChg chg="mod">
          <ac:chgData name="365 Pro Plus" userId="8a4ede6a-2f8b-4c6e-b52c-08ce3e3b5c4d" providerId="ADAL" clId="{E91601CC-018A-44E3-BE1A-FBDC3149E008}" dt="2021-08-31T17:32:51.618" v="346" actId="20577"/>
          <ac:spMkLst>
            <pc:docMk/>
            <pc:sldMk cId="1948324833" sldId="327"/>
            <ac:spMk id="7" creationId="{B8A008A0-EFDD-4ECB-9F28-70B49F7146D3}"/>
          </ac:spMkLst>
        </pc:spChg>
      </pc:sldChg>
      <pc:sldChg chg="modSp add del mod">
        <pc:chgData name="365 Pro Plus" userId="8a4ede6a-2f8b-4c6e-b52c-08ce3e3b5c4d" providerId="ADAL" clId="{E91601CC-018A-44E3-BE1A-FBDC3149E008}" dt="2021-09-01T05:17:44.021" v="2097" actId="47"/>
        <pc:sldMkLst>
          <pc:docMk/>
          <pc:sldMk cId="3496469748" sldId="328"/>
        </pc:sldMkLst>
        <pc:spChg chg="mod">
          <ac:chgData name="365 Pro Plus" userId="8a4ede6a-2f8b-4c6e-b52c-08ce3e3b5c4d" providerId="ADAL" clId="{E91601CC-018A-44E3-BE1A-FBDC3149E008}" dt="2021-08-31T17:33:17.078" v="351" actId="2711"/>
          <ac:spMkLst>
            <pc:docMk/>
            <pc:sldMk cId="3496469748" sldId="328"/>
            <ac:spMk id="2" creationId="{D84345EE-32D5-4CD3-872B-C4DF936D1647}"/>
          </ac:spMkLst>
        </pc:spChg>
        <pc:spChg chg="mod">
          <ac:chgData name="365 Pro Plus" userId="8a4ede6a-2f8b-4c6e-b52c-08ce3e3b5c4d" providerId="ADAL" clId="{E91601CC-018A-44E3-BE1A-FBDC3149E008}" dt="2021-08-31T17:33:17.078" v="351" actId="2711"/>
          <ac:spMkLst>
            <pc:docMk/>
            <pc:sldMk cId="3496469748" sldId="328"/>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3696247069" sldId="328"/>
        </pc:sldMkLst>
      </pc:sldChg>
      <pc:sldChg chg="del">
        <pc:chgData name="365 Pro Plus" userId="8a4ede6a-2f8b-4c6e-b52c-08ce3e3b5c4d" providerId="ADAL" clId="{E91601CC-018A-44E3-BE1A-FBDC3149E008}" dt="2021-08-31T17:02:46.409" v="2" actId="2696"/>
        <pc:sldMkLst>
          <pc:docMk/>
          <pc:sldMk cId="463703727" sldId="329"/>
        </pc:sldMkLst>
      </pc:sldChg>
      <pc:sldChg chg="modSp add del mod">
        <pc:chgData name="365 Pro Plus" userId="8a4ede6a-2f8b-4c6e-b52c-08ce3e3b5c4d" providerId="ADAL" clId="{E91601CC-018A-44E3-BE1A-FBDC3149E008}" dt="2021-09-01T05:17:44.021" v="2097" actId="47"/>
        <pc:sldMkLst>
          <pc:docMk/>
          <pc:sldMk cId="903168156" sldId="329"/>
        </pc:sldMkLst>
        <pc:spChg chg="mod">
          <ac:chgData name="365 Pro Plus" userId="8a4ede6a-2f8b-4c6e-b52c-08ce3e3b5c4d" providerId="ADAL" clId="{E91601CC-018A-44E3-BE1A-FBDC3149E008}" dt="2021-08-31T17:33:23.938" v="352" actId="2711"/>
          <ac:spMkLst>
            <pc:docMk/>
            <pc:sldMk cId="903168156" sldId="329"/>
            <ac:spMk id="2" creationId="{D84345EE-32D5-4CD3-872B-C4DF936D1647}"/>
          </ac:spMkLst>
        </pc:spChg>
        <pc:spChg chg="mod">
          <ac:chgData name="365 Pro Plus" userId="8a4ede6a-2f8b-4c6e-b52c-08ce3e3b5c4d" providerId="ADAL" clId="{E91601CC-018A-44E3-BE1A-FBDC3149E008}" dt="2021-08-31T17:33:23.938" v="352" actId="2711"/>
          <ac:spMkLst>
            <pc:docMk/>
            <pc:sldMk cId="903168156" sldId="329"/>
            <ac:spMk id="3" creationId="{962DA0E4-B095-42D0-BEF8-B7BDD510EFCA}"/>
          </ac:spMkLst>
        </pc:spChg>
      </pc:sldChg>
      <pc:sldChg chg="modSp add del mod">
        <pc:chgData name="365 Pro Plus" userId="8a4ede6a-2f8b-4c6e-b52c-08ce3e3b5c4d" providerId="ADAL" clId="{E91601CC-018A-44E3-BE1A-FBDC3149E008}" dt="2021-09-01T05:17:44.021" v="2097" actId="47"/>
        <pc:sldMkLst>
          <pc:docMk/>
          <pc:sldMk cId="2350735292" sldId="330"/>
        </pc:sldMkLst>
        <pc:spChg chg="mod">
          <ac:chgData name="365 Pro Plus" userId="8a4ede6a-2f8b-4c6e-b52c-08ce3e3b5c4d" providerId="ADAL" clId="{E91601CC-018A-44E3-BE1A-FBDC3149E008}" dt="2021-08-31T17:33:28.102" v="353" actId="2711"/>
          <ac:spMkLst>
            <pc:docMk/>
            <pc:sldMk cId="2350735292" sldId="330"/>
            <ac:spMk id="2" creationId="{D84345EE-32D5-4CD3-872B-C4DF936D1647}"/>
          </ac:spMkLst>
        </pc:spChg>
        <pc:spChg chg="mod">
          <ac:chgData name="365 Pro Plus" userId="8a4ede6a-2f8b-4c6e-b52c-08ce3e3b5c4d" providerId="ADAL" clId="{E91601CC-018A-44E3-BE1A-FBDC3149E008}" dt="2021-08-31T17:33:28.102" v="353" actId="2711"/>
          <ac:spMkLst>
            <pc:docMk/>
            <pc:sldMk cId="2350735292" sldId="330"/>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4025669108" sldId="330"/>
        </pc:sldMkLst>
      </pc:sldChg>
      <pc:sldChg chg="modSp add del mod">
        <pc:chgData name="365 Pro Plus" userId="8a4ede6a-2f8b-4c6e-b52c-08ce3e3b5c4d" providerId="ADAL" clId="{E91601CC-018A-44E3-BE1A-FBDC3149E008}" dt="2021-09-01T05:17:44.021" v="2097" actId="47"/>
        <pc:sldMkLst>
          <pc:docMk/>
          <pc:sldMk cId="1347311354" sldId="331"/>
        </pc:sldMkLst>
        <pc:spChg chg="mod">
          <ac:chgData name="365 Pro Plus" userId="8a4ede6a-2f8b-4c6e-b52c-08ce3e3b5c4d" providerId="ADAL" clId="{E91601CC-018A-44E3-BE1A-FBDC3149E008}" dt="2021-08-31T17:33:52.467" v="356" actId="2711"/>
          <ac:spMkLst>
            <pc:docMk/>
            <pc:sldMk cId="1347311354" sldId="331"/>
            <ac:spMk id="2" creationId="{D84345EE-32D5-4CD3-872B-C4DF936D1647}"/>
          </ac:spMkLst>
        </pc:spChg>
        <pc:spChg chg="mod">
          <ac:chgData name="365 Pro Plus" userId="8a4ede6a-2f8b-4c6e-b52c-08ce3e3b5c4d" providerId="ADAL" clId="{E91601CC-018A-44E3-BE1A-FBDC3149E008}" dt="2021-08-31T17:33:52.467" v="356" actId="2711"/>
          <ac:spMkLst>
            <pc:docMk/>
            <pc:sldMk cId="1347311354" sldId="331"/>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3260537341" sldId="331"/>
        </pc:sldMkLst>
      </pc:sldChg>
      <pc:sldChg chg="del">
        <pc:chgData name="365 Pro Plus" userId="8a4ede6a-2f8b-4c6e-b52c-08ce3e3b5c4d" providerId="ADAL" clId="{E91601CC-018A-44E3-BE1A-FBDC3149E008}" dt="2021-08-31T17:02:46.409" v="2" actId="2696"/>
        <pc:sldMkLst>
          <pc:docMk/>
          <pc:sldMk cId="325071462" sldId="332"/>
        </pc:sldMkLst>
      </pc:sldChg>
      <pc:sldChg chg="modSp add del mod">
        <pc:chgData name="365 Pro Plus" userId="8a4ede6a-2f8b-4c6e-b52c-08ce3e3b5c4d" providerId="ADAL" clId="{E91601CC-018A-44E3-BE1A-FBDC3149E008}" dt="2021-09-01T05:17:44.021" v="2097" actId="47"/>
        <pc:sldMkLst>
          <pc:docMk/>
          <pc:sldMk cId="3344912347" sldId="332"/>
        </pc:sldMkLst>
        <pc:spChg chg="mod">
          <ac:chgData name="365 Pro Plus" userId="8a4ede6a-2f8b-4c6e-b52c-08ce3e3b5c4d" providerId="ADAL" clId="{E91601CC-018A-44E3-BE1A-FBDC3149E008}" dt="2021-08-31T17:33:57.838" v="357" actId="2711"/>
          <ac:spMkLst>
            <pc:docMk/>
            <pc:sldMk cId="3344912347" sldId="332"/>
            <ac:spMk id="2" creationId="{D84345EE-32D5-4CD3-872B-C4DF936D1647}"/>
          </ac:spMkLst>
        </pc:spChg>
        <pc:spChg chg="mod">
          <ac:chgData name="365 Pro Plus" userId="8a4ede6a-2f8b-4c6e-b52c-08ce3e3b5c4d" providerId="ADAL" clId="{E91601CC-018A-44E3-BE1A-FBDC3149E008}" dt="2021-08-31T17:33:57.838" v="357" actId="2711"/>
          <ac:spMkLst>
            <pc:docMk/>
            <pc:sldMk cId="3344912347" sldId="332"/>
            <ac:spMk id="3" creationId="{962DA0E4-B095-42D0-BEF8-B7BDD510EFCA}"/>
          </ac:spMkLst>
        </pc:spChg>
        <pc:graphicFrameChg chg="modGraphic">
          <ac:chgData name="365 Pro Plus" userId="8a4ede6a-2f8b-4c6e-b52c-08ce3e3b5c4d" providerId="ADAL" clId="{E91601CC-018A-44E3-BE1A-FBDC3149E008}" dt="2021-08-31T17:34:04.374" v="358" actId="14734"/>
          <ac:graphicFrameMkLst>
            <pc:docMk/>
            <pc:sldMk cId="3344912347" sldId="332"/>
            <ac:graphicFrameMk id="5" creationId="{3A105F97-F328-4996-BA52-8350CE986805}"/>
          </ac:graphicFrameMkLst>
        </pc:graphicFrameChg>
      </pc:sldChg>
      <pc:sldChg chg="modSp add del mod">
        <pc:chgData name="365 Pro Plus" userId="8a4ede6a-2f8b-4c6e-b52c-08ce3e3b5c4d" providerId="ADAL" clId="{E91601CC-018A-44E3-BE1A-FBDC3149E008}" dt="2021-09-01T05:17:44.021" v="2097" actId="47"/>
        <pc:sldMkLst>
          <pc:docMk/>
          <pc:sldMk cId="3675571930" sldId="333"/>
        </pc:sldMkLst>
        <pc:spChg chg="mod">
          <ac:chgData name="365 Pro Plus" userId="8a4ede6a-2f8b-4c6e-b52c-08ce3e3b5c4d" providerId="ADAL" clId="{E91601CC-018A-44E3-BE1A-FBDC3149E008}" dt="2021-08-31T17:34:12.056" v="359" actId="2711"/>
          <ac:spMkLst>
            <pc:docMk/>
            <pc:sldMk cId="3675571930" sldId="333"/>
            <ac:spMk id="2" creationId="{D84345EE-32D5-4CD3-872B-C4DF936D1647}"/>
          </ac:spMkLst>
        </pc:spChg>
        <pc:spChg chg="mod">
          <ac:chgData name="365 Pro Plus" userId="8a4ede6a-2f8b-4c6e-b52c-08ce3e3b5c4d" providerId="ADAL" clId="{E91601CC-018A-44E3-BE1A-FBDC3149E008}" dt="2021-08-31T17:34:12.056" v="359" actId="2711"/>
          <ac:spMkLst>
            <pc:docMk/>
            <pc:sldMk cId="3675571930" sldId="333"/>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3684606904" sldId="333"/>
        </pc:sldMkLst>
      </pc:sldChg>
      <pc:sldChg chg="modSp add del mod">
        <pc:chgData name="365 Pro Plus" userId="8a4ede6a-2f8b-4c6e-b52c-08ce3e3b5c4d" providerId="ADAL" clId="{E91601CC-018A-44E3-BE1A-FBDC3149E008}" dt="2021-09-01T05:17:44.021" v="2097" actId="47"/>
        <pc:sldMkLst>
          <pc:docMk/>
          <pc:sldMk cId="1769680411" sldId="334"/>
        </pc:sldMkLst>
        <pc:spChg chg="mod">
          <ac:chgData name="365 Pro Plus" userId="8a4ede6a-2f8b-4c6e-b52c-08ce3e3b5c4d" providerId="ADAL" clId="{E91601CC-018A-44E3-BE1A-FBDC3149E008}" dt="2021-08-31T17:34:17.864" v="360" actId="2711"/>
          <ac:spMkLst>
            <pc:docMk/>
            <pc:sldMk cId="1769680411" sldId="334"/>
            <ac:spMk id="2" creationId="{D84345EE-32D5-4CD3-872B-C4DF936D1647}"/>
          </ac:spMkLst>
        </pc:spChg>
        <pc:spChg chg="mod">
          <ac:chgData name="365 Pro Plus" userId="8a4ede6a-2f8b-4c6e-b52c-08ce3e3b5c4d" providerId="ADAL" clId="{E91601CC-018A-44E3-BE1A-FBDC3149E008}" dt="2021-08-31T17:34:17.864" v="360" actId="2711"/>
          <ac:spMkLst>
            <pc:docMk/>
            <pc:sldMk cId="1769680411" sldId="334"/>
            <ac:spMk id="3" creationId="{962DA0E4-B095-42D0-BEF8-B7BDD510EFCA}"/>
          </ac:spMkLst>
        </pc:spChg>
      </pc:sldChg>
      <pc:sldChg chg="del">
        <pc:chgData name="365 Pro Plus" userId="8a4ede6a-2f8b-4c6e-b52c-08ce3e3b5c4d" providerId="ADAL" clId="{E91601CC-018A-44E3-BE1A-FBDC3149E008}" dt="2021-08-31T17:02:46.409" v="2" actId="2696"/>
        <pc:sldMkLst>
          <pc:docMk/>
          <pc:sldMk cId="2827444748" sldId="334"/>
        </pc:sldMkLst>
      </pc:sldChg>
      <pc:sldChg chg="modSp add del mod">
        <pc:chgData name="365 Pro Plus" userId="8a4ede6a-2f8b-4c6e-b52c-08ce3e3b5c4d" providerId="ADAL" clId="{E91601CC-018A-44E3-BE1A-FBDC3149E008}" dt="2021-09-01T05:17:44.021" v="2097" actId="47"/>
        <pc:sldMkLst>
          <pc:docMk/>
          <pc:sldMk cId="796439548" sldId="335"/>
        </pc:sldMkLst>
        <pc:spChg chg="mod">
          <ac:chgData name="365 Pro Plus" userId="8a4ede6a-2f8b-4c6e-b52c-08ce3e3b5c4d" providerId="ADAL" clId="{E91601CC-018A-44E3-BE1A-FBDC3149E008}" dt="2021-08-31T17:34:23.696" v="361" actId="2711"/>
          <ac:spMkLst>
            <pc:docMk/>
            <pc:sldMk cId="796439548" sldId="335"/>
            <ac:spMk id="2" creationId="{53DB3B9E-0946-4C05-B8FD-53181A308FB1}"/>
          </ac:spMkLst>
        </pc:spChg>
        <pc:spChg chg="mod">
          <ac:chgData name="365 Pro Plus" userId="8a4ede6a-2f8b-4c6e-b52c-08ce3e3b5c4d" providerId="ADAL" clId="{E91601CC-018A-44E3-BE1A-FBDC3149E008}" dt="2021-08-31T17:34:27.528" v="363" actId="404"/>
          <ac:spMkLst>
            <pc:docMk/>
            <pc:sldMk cId="796439548" sldId="335"/>
            <ac:spMk id="3" creationId="{DDECD5AE-A79F-41A9-8EE2-614DA44944CE}"/>
          </ac:spMkLst>
        </pc:spChg>
      </pc:sldChg>
      <pc:sldChg chg="del">
        <pc:chgData name="365 Pro Plus" userId="8a4ede6a-2f8b-4c6e-b52c-08ce3e3b5c4d" providerId="ADAL" clId="{E91601CC-018A-44E3-BE1A-FBDC3149E008}" dt="2021-08-31T17:02:46.409" v="2" actId="2696"/>
        <pc:sldMkLst>
          <pc:docMk/>
          <pc:sldMk cId="3369864220" sldId="335"/>
        </pc:sldMkLst>
      </pc:sldChg>
      <pc:sldChg chg="del">
        <pc:chgData name="365 Pro Plus" userId="8a4ede6a-2f8b-4c6e-b52c-08ce3e3b5c4d" providerId="ADAL" clId="{E91601CC-018A-44E3-BE1A-FBDC3149E008}" dt="2021-08-31T17:02:46.409" v="2" actId="2696"/>
        <pc:sldMkLst>
          <pc:docMk/>
          <pc:sldMk cId="834716238" sldId="336"/>
        </pc:sldMkLst>
      </pc:sldChg>
      <pc:sldChg chg="modSp add del mod">
        <pc:chgData name="365 Pro Plus" userId="8a4ede6a-2f8b-4c6e-b52c-08ce3e3b5c4d" providerId="ADAL" clId="{E91601CC-018A-44E3-BE1A-FBDC3149E008}" dt="2021-09-01T05:17:44.021" v="2097" actId="47"/>
        <pc:sldMkLst>
          <pc:docMk/>
          <pc:sldMk cId="2551707790" sldId="336"/>
        </pc:sldMkLst>
        <pc:spChg chg="mod">
          <ac:chgData name="365 Pro Plus" userId="8a4ede6a-2f8b-4c6e-b52c-08ce3e3b5c4d" providerId="ADAL" clId="{E91601CC-018A-44E3-BE1A-FBDC3149E008}" dt="2021-08-31T17:26:36.047" v="271" actId="2711"/>
          <ac:spMkLst>
            <pc:docMk/>
            <pc:sldMk cId="2551707790" sldId="336"/>
            <ac:spMk id="2" creationId="{0A98D763-1B09-4579-9FDE-876D5F6D6527}"/>
          </ac:spMkLst>
        </pc:spChg>
        <pc:spChg chg="mod">
          <ac:chgData name="365 Pro Plus" userId="8a4ede6a-2f8b-4c6e-b52c-08ce3e3b5c4d" providerId="ADAL" clId="{E91601CC-018A-44E3-BE1A-FBDC3149E008}" dt="2021-08-31T17:26:36.047" v="271" actId="2711"/>
          <ac:spMkLst>
            <pc:docMk/>
            <pc:sldMk cId="2551707790" sldId="336"/>
            <ac:spMk id="3" creationId="{803D6827-DBBC-4606-B74E-FEAB448E1470}"/>
          </ac:spMkLst>
        </pc:spChg>
      </pc:sldChg>
      <pc:sldChg chg="modSp add del mod ord">
        <pc:chgData name="365 Pro Plus" userId="8a4ede6a-2f8b-4c6e-b52c-08ce3e3b5c4d" providerId="ADAL" clId="{E91601CC-018A-44E3-BE1A-FBDC3149E008}" dt="2021-09-01T05:18:01.721" v="2100" actId="47"/>
        <pc:sldMkLst>
          <pc:docMk/>
          <pc:sldMk cId="344769977" sldId="337"/>
        </pc:sldMkLst>
        <pc:spChg chg="mod">
          <ac:chgData name="365 Pro Plus" userId="8a4ede6a-2f8b-4c6e-b52c-08ce3e3b5c4d" providerId="ADAL" clId="{E91601CC-018A-44E3-BE1A-FBDC3149E008}" dt="2021-08-31T17:38:33.896" v="390" actId="20577"/>
          <ac:spMkLst>
            <pc:docMk/>
            <pc:sldMk cId="344769977" sldId="337"/>
            <ac:spMk id="2" creationId="{0A98D763-1B09-4579-9FDE-876D5F6D6527}"/>
          </ac:spMkLst>
        </pc:spChg>
      </pc:sldChg>
      <pc:sldChg chg="del">
        <pc:chgData name="365 Pro Plus" userId="8a4ede6a-2f8b-4c6e-b52c-08ce3e3b5c4d" providerId="ADAL" clId="{E91601CC-018A-44E3-BE1A-FBDC3149E008}" dt="2021-08-31T17:02:46.409" v="2" actId="2696"/>
        <pc:sldMkLst>
          <pc:docMk/>
          <pc:sldMk cId="2653425568" sldId="337"/>
        </pc:sldMkLst>
      </pc:sldChg>
      <pc:sldChg chg="add del">
        <pc:chgData name="365 Pro Plus" userId="8a4ede6a-2f8b-4c6e-b52c-08ce3e3b5c4d" providerId="ADAL" clId="{E91601CC-018A-44E3-BE1A-FBDC3149E008}" dt="2021-08-31T17:38:22.024" v="367" actId="47"/>
        <pc:sldMkLst>
          <pc:docMk/>
          <pc:sldMk cId="3734244866" sldId="337"/>
        </pc:sldMkLst>
      </pc:sldChg>
      <pc:sldChg chg="del">
        <pc:chgData name="365 Pro Plus" userId="8a4ede6a-2f8b-4c6e-b52c-08ce3e3b5c4d" providerId="ADAL" clId="{E91601CC-018A-44E3-BE1A-FBDC3149E008}" dt="2021-08-31T17:02:46.409" v="2" actId="2696"/>
        <pc:sldMkLst>
          <pc:docMk/>
          <pc:sldMk cId="1178326652" sldId="338"/>
        </pc:sldMkLst>
      </pc:sldChg>
      <pc:sldChg chg="modSp add del mod">
        <pc:chgData name="365 Pro Plus" userId="8a4ede6a-2f8b-4c6e-b52c-08ce3e3b5c4d" providerId="ADAL" clId="{E91601CC-018A-44E3-BE1A-FBDC3149E008}" dt="2021-09-01T05:18:01.721" v="2100" actId="47"/>
        <pc:sldMkLst>
          <pc:docMk/>
          <pc:sldMk cId="4024728980" sldId="338"/>
        </pc:sldMkLst>
        <pc:spChg chg="mod">
          <ac:chgData name="365 Pro Plus" userId="8a4ede6a-2f8b-4c6e-b52c-08ce3e3b5c4d" providerId="ADAL" clId="{E91601CC-018A-44E3-BE1A-FBDC3149E008}" dt="2021-08-31T17:39:47.481" v="396"/>
          <ac:spMkLst>
            <pc:docMk/>
            <pc:sldMk cId="4024728980" sldId="338"/>
            <ac:spMk id="2" creationId="{53DB3B9E-0946-4C05-B8FD-53181A308FB1}"/>
          </ac:spMkLst>
        </pc:spChg>
        <pc:spChg chg="mod">
          <ac:chgData name="365 Pro Plus" userId="8a4ede6a-2f8b-4c6e-b52c-08ce3e3b5c4d" providerId="ADAL" clId="{E91601CC-018A-44E3-BE1A-FBDC3149E008}" dt="2021-08-31T17:40:37.396" v="408" actId="20577"/>
          <ac:spMkLst>
            <pc:docMk/>
            <pc:sldMk cId="4024728980" sldId="338"/>
            <ac:spMk id="3" creationId="{DDECD5AE-A79F-41A9-8EE2-614DA44944CE}"/>
          </ac:spMkLst>
        </pc:spChg>
      </pc:sldChg>
      <pc:sldChg chg="del">
        <pc:chgData name="365 Pro Plus" userId="8a4ede6a-2f8b-4c6e-b52c-08ce3e3b5c4d" providerId="ADAL" clId="{E91601CC-018A-44E3-BE1A-FBDC3149E008}" dt="2021-08-31T17:02:46.409" v="2" actId="2696"/>
        <pc:sldMkLst>
          <pc:docMk/>
          <pc:sldMk cId="1962620423" sldId="339"/>
        </pc:sldMkLst>
      </pc:sldChg>
      <pc:sldChg chg="add del">
        <pc:chgData name="365 Pro Plus" userId="8a4ede6a-2f8b-4c6e-b52c-08ce3e3b5c4d" providerId="ADAL" clId="{E91601CC-018A-44E3-BE1A-FBDC3149E008}" dt="2021-08-31T18:07:30.673" v="428" actId="47"/>
        <pc:sldMkLst>
          <pc:docMk/>
          <pc:sldMk cId="3809331048" sldId="339"/>
        </pc:sldMkLst>
      </pc:sldChg>
      <pc:sldChg chg="add del">
        <pc:chgData name="365 Pro Plus" userId="8a4ede6a-2f8b-4c6e-b52c-08ce3e3b5c4d" providerId="ADAL" clId="{E91601CC-018A-44E3-BE1A-FBDC3149E008}" dt="2021-08-31T18:07:32.905" v="429" actId="47"/>
        <pc:sldMkLst>
          <pc:docMk/>
          <pc:sldMk cId="2587764346" sldId="340"/>
        </pc:sldMkLst>
      </pc:sldChg>
      <pc:sldChg chg="del">
        <pc:chgData name="365 Pro Plus" userId="8a4ede6a-2f8b-4c6e-b52c-08ce3e3b5c4d" providerId="ADAL" clId="{E91601CC-018A-44E3-BE1A-FBDC3149E008}" dt="2021-08-31T17:02:46.409" v="2" actId="2696"/>
        <pc:sldMkLst>
          <pc:docMk/>
          <pc:sldMk cId="3044532072" sldId="340"/>
        </pc:sldMkLst>
      </pc:sldChg>
      <pc:sldChg chg="modSp add del mod">
        <pc:chgData name="365 Pro Plus" userId="8a4ede6a-2f8b-4c6e-b52c-08ce3e3b5c4d" providerId="ADAL" clId="{E91601CC-018A-44E3-BE1A-FBDC3149E008}" dt="2021-08-31T18:09:29.157" v="459" actId="47"/>
        <pc:sldMkLst>
          <pc:docMk/>
          <pc:sldMk cId="788987560" sldId="341"/>
        </pc:sldMkLst>
        <pc:spChg chg="mod">
          <ac:chgData name="365 Pro Plus" userId="8a4ede6a-2f8b-4c6e-b52c-08ce3e3b5c4d" providerId="ADAL" clId="{E91601CC-018A-44E3-BE1A-FBDC3149E008}" dt="2021-08-31T18:06:23.906" v="410" actId="27636"/>
          <ac:spMkLst>
            <pc:docMk/>
            <pc:sldMk cId="788987560" sldId="341"/>
            <ac:spMk id="4" creationId="{00000000-0000-0000-0000-000000000000}"/>
          </ac:spMkLst>
        </pc:spChg>
      </pc:sldChg>
      <pc:sldChg chg="del">
        <pc:chgData name="365 Pro Plus" userId="8a4ede6a-2f8b-4c6e-b52c-08ce3e3b5c4d" providerId="ADAL" clId="{E91601CC-018A-44E3-BE1A-FBDC3149E008}" dt="2021-08-31T17:02:46.409" v="2" actId="2696"/>
        <pc:sldMkLst>
          <pc:docMk/>
          <pc:sldMk cId="1610129623" sldId="341"/>
        </pc:sldMkLst>
      </pc:sldChg>
      <pc:sldChg chg="del">
        <pc:chgData name="365 Pro Plus" userId="8a4ede6a-2f8b-4c6e-b52c-08ce3e3b5c4d" providerId="ADAL" clId="{E91601CC-018A-44E3-BE1A-FBDC3149E008}" dt="2021-08-31T17:02:46.409" v="2" actId="2696"/>
        <pc:sldMkLst>
          <pc:docMk/>
          <pc:sldMk cId="922122116" sldId="342"/>
        </pc:sldMkLst>
      </pc:sldChg>
      <pc:sldChg chg="modSp add del mod">
        <pc:chgData name="365 Pro Plus" userId="8a4ede6a-2f8b-4c6e-b52c-08ce3e3b5c4d" providerId="ADAL" clId="{E91601CC-018A-44E3-BE1A-FBDC3149E008}" dt="2021-08-31T18:10:06.073" v="471" actId="47"/>
        <pc:sldMkLst>
          <pc:docMk/>
          <pc:sldMk cId="1946051753" sldId="342"/>
        </pc:sldMkLst>
        <pc:spChg chg="mod">
          <ac:chgData name="365 Pro Plus" userId="8a4ede6a-2f8b-4c6e-b52c-08ce3e3b5c4d" providerId="ADAL" clId="{E91601CC-018A-44E3-BE1A-FBDC3149E008}" dt="2021-08-31T18:09:36.208" v="460" actId="2711"/>
          <ac:spMkLst>
            <pc:docMk/>
            <pc:sldMk cId="1946051753" sldId="342"/>
            <ac:spMk id="6"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9"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10"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12"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13"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14" creationId="{00000000-0000-0000-0000-000000000000}"/>
          </ac:spMkLst>
        </pc:spChg>
        <pc:spChg chg="mod">
          <ac:chgData name="365 Pro Plus" userId="8a4ede6a-2f8b-4c6e-b52c-08ce3e3b5c4d" providerId="ADAL" clId="{E91601CC-018A-44E3-BE1A-FBDC3149E008}" dt="2021-08-31T18:09:36.208" v="460" actId="2711"/>
          <ac:spMkLst>
            <pc:docMk/>
            <pc:sldMk cId="1946051753" sldId="342"/>
            <ac:spMk id="15" creationId="{00000000-0000-0000-0000-000000000000}"/>
          </ac:spMkLst>
        </pc:spChg>
      </pc:sldChg>
      <pc:sldChg chg="del">
        <pc:chgData name="365 Pro Plus" userId="8a4ede6a-2f8b-4c6e-b52c-08ce3e3b5c4d" providerId="ADAL" clId="{E91601CC-018A-44E3-BE1A-FBDC3149E008}" dt="2021-08-31T17:02:46.409" v="2" actId="2696"/>
        <pc:sldMkLst>
          <pc:docMk/>
          <pc:sldMk cId="149053953" sldId="343"/>
        </pc:sldMkLst>
      </pc:sldChg>
      <pc:sldChg chg="add del">
        <pc:chgData name="365 Pro Plus" userId="8a4ede6a-2f8b-4c6e-b52c-08ce3e3b5c4d" providerId="ADAL" clId="{E91601CC-018A-44E3-BE1A-FBDC3149E008}" dt="2021-08-31T18:14:20.556" v="582" actId="47"/>
        <pc:sldMkLst>
          <pc:docMk/>
          <pc:sldMk cId="4009181730" sldId="343"/>
        </pc:sldMkLst>
      </pc:sldChg>
      <pc:sldChg chg="del">
        <pc:chgData name="365 Pro Plus" userId="8a4ede6a-2f8b-4c6e-b52c-08ce3e3b5c4d" providerId="ADAL" clId="{E91601CC-018A-44E3-BE1A-FBDC3149E008}" dt="2021-08-31T17:02:46.409" v="2" actId="2696"/>
        <pc:sldMkLst>
          <pc:docMk/>
          <pc:sldMk cId="1327533360" sldId="344"/>
        </pc:sldMkLst>
      </pc:sldChg>
      <pc:sldChg chg="modSp add del mod">
        <pc:chgData name="365 Pro Plus" userId="8a4ede6a-2f8b-4c6e-b52c-08ce3e3b5c4d" providerId="ADAL" clId="{E91601CC-018A-44E3-BE1A-FBDC3149E008}" dt="2021-08-31T18:17:16.087" v="726" actId="47"/>
        <pc:sldMkLst>
          <pc:docMk/>
          <pc:sldMk cId="4063451963" sldId="344"/>
        </pc:sldMkLst>
        <pc:spChg chg="mod">
          <ac:chgData name="365 Pro Plus" userId="8a4ede6a-2f8b-4c6e-b52c-08ce3e3b5c4d" providerId="ADAL" clId="{E91601CC-018A-44E3-BE1A-FBDC3149E008}" dt="2021-08-31T18:15:16.189" v="599" actId="14100"/>
          <ac:spMkLst>
            <pc:docMk/>
            <pc:sldMk cId="4063451963" sldId="344"/>
            <ac:spMk id="30" creationId="{00000000-0000-0000-0000-000000000000}"/>
          </ac:spMkLst>
        </pc:spChg>
      </pc:sldChg>
      <pc:sldChg chg="add del">
        <pc:chgData name="365 Pro Plus" userId="8a4ede6a-2f8b-4c6e-b52c-08ce3e3b5c4d" providerId="ADAL" clId="{E91601CC-018A-44E3-BE1A-FBDC3149E008}" dt="2021-09-01T04:25:15.902" v="827" actId="47"/>
        <pc:sldMkLst>
          <pc:docMk/>
          <pc:sldMk cId="1542886399" sldId="345"/>
        </pc:sldMkLst>
      </pc:sldChg>
      <pc:sldChg chg="del">
        <pc:chgData name="365 Pro Plus" userId="8a4ede6a-2f8b-4c6e-b52c-08ce3e3b5c4d" providerId="ADAL" clId="{E91601CC-018A-44E3-BE1A-FBDC3149E008}" dt="2021-08-31T17:02:46.409" v="2" actId="2696"/>
        <pc:sldMkLst>
          <pc:docMk/>
          <pc:sldMk cId="1704460915" sldId="345"/>
        </pc:sldMkLst>
      </pc:sldChg>
      <pc:sldChg chg="add del">
        <pc:chgData name="365 Pro Plus" userId="8a4ede6a-2f8b-4c6e-b52c-08ce3e3b5c4d" providerId="ADAL" clId="{E91601CC-018A-44E3-BE1A-FBDC3149E008}" dt="2021-09-01T04:53:08.656" v="1145" actId="47"/>
        <pc:sldMkLst>
          <pc:docMk/>
          <pc:sldMk cId="1814690336" sldId="346"/>
        </pc:sldMkLst>
      </pc:sldChg>
      <pc:sldChg chg="del">
        <pc:chgData name="365 Pro Plus" userId="8a4ede6a-2f8b-4c6e-b52c-08ce3e3b5c4d" providerId="ADAL" clId="{E91601CC-018A-44E3-BE1A-FBDC3149E008}" dt="2021-08-31T17:02:46.409" v="2" actId="2696"/>
        <pc:sldMkLst>
          <pc:docMk/>
          <pc:sldMk cId="2436447720" sldId="346"/>
        </pc:sldMkLst>
      </pc:sldChg>
      <pc:sldChg chg="del">
        <pc:chgData name="365 Pro Plus" userId="8a4ede6a-2f8b-4c6e-b52c-08ce3e3b5c4d" providerId="ADAL" clId="{E91601CC-018A-44E3-BE1A-FBDC3149E008}" dt="2021-08-31T17:02:46.409" v="2" actId="2696"/>
        <pc:sldMkLst>
          <pc:docMk/>
          <pc:sldMk cId="882256619" sldId="347"/>
        </pc:sldMkLst>
      </pc:sldChg>
      <pc:sldChg chg="modSp add mod">
        <pc:chgData name="365 Pro Plus" userId="8a4ede6a-2f8b-4c6e-b52c-08ce3e3b5c4d" providerId="ADAL" clId="{E91601CC-018A-44E3-BE1A-FBDC3149E008}" dt="2021-09-01T04:53:22.662" v="1149" actId="404"/>
        <pc:sldMkLst>
          <pc:docMk/>
          <pc:sldMk cId="2710071382" sldId="347"/>
        </pc:sldMkLst>
        <pc:spChg chg="mod">
          <ac:chgData name="365 Pro Plus" userId="8a4ede6a-2f8b-4c6e-b52c-08ce3e3b5c4d" providerId="ADAL" clId="{E91601CC-018A-44E3-BE1A-FBDC3149E008}" dt="2021-09-01T04:53:22.662" v="1149" actId="404"/>
          <ac:spMkLst>
            <pc:docMk/>
            <pc:sldMk cId="2710071382" sldId="347"/>
            <ac:spMk id="3" creationId="{00000000-0000-0000-0000-000000000000}"/>
          </ac:spMkLst>
        </pc:spChg>
      </pc:sldChg>
      <pc:sldChg chg="add del">
        <pc:chgData name="365 Pro Plus" userId="8a4ede6a-2f8b-4c6e-b52c-08ce3e3b5c4d" providerId="ADAL" clId="{E91601CC-018A-44E3-BE1A-FBDC3149E008}" dt="2021-09-01T04:53:32.653" v="1150" actId="47"/>
        <pc:sldMkLst>
          <pc:docMk/>
          <pc:sldMk cId="2438826598" sldId="348"/>
        </pc:sldMkLst>
      </pc:sldChg>
      <pc:sldChg chg="del">
        <pc:chgData name="365 Pro Plus" userId="8a4ede6a-2f8b-4c6e-b52c-08ce3e3b5c4d" providerId="ADAL" clId="{E91601CC-018A-44E3-BE1A-FBDC3149E008}" dt="2021-08-31T17:02:46.409" v="2" actId="2696"/>
        <pc:sldMkLst>
          <pc:docMk/>
          <pc:sldMk cId="3828618125" sldId="348"/>
        </pc:sldMkLst>
      </pc:sldChg>
      <pc:sldChg chg="add">
        <pc:chgData name="365 Pro Plus" userId="8a4ede6a-2f8b-4c6e-b52c-08ce3e3b5c4d" providerId="ADAL" clId="{E91601CC-018A-44E3-BE1A-FBDC3149E008}" dt="2021-09-01T05:01:20.458" v="1708"/>
        <pc:sldMkLst>
          <pc:docMk/>
          <pc:sldMk cId="2977256447" sldId="349"/>
        </pc:sldMkLst>
      </pc:sldChg>
      <pc:sldChg chg="addSp delSp modSp add del mod ord modClrScheme chgLayout">
        <pc:chgData name="365 Pro Plus" userId="8a4ede6a-2f8b-4c6e-b52c-08ce3e3b5c4d" providerId="ADAL" clId="{E91601CC-018A-44E3-BE1A-FBDC3149E008}" dt="2021-09-01T05:01:17.428" v="1707" actId="2696"/>
        <pc:sldMkLst>
          <pc:docMk/>
          <pc:sldMk cId="3207903663" sldId="349"/>
        </pc:sldMkLst>
        <pc:spChg chg="mod ord">
          <ac:chgData name="365 Pro Plus" userId="8a4ede6a-2f8b-4c6e-b52c-08ce3e3b5c4d" providerId="ADAL" clId="{E91601CC-018A-44E3-BE1A-FBDC3149E008}" dt="2021-09-01T04:57:18.842" v="1583" actId="700"/>
          <ac:spMkLst>
            <pc:docMk/>
            <pc:sldMk cId="3207903663" sldId="349"/>
            <ac:spMk id="2" creationId="{00000000-0000-0000-0000-000000000000}"/>
          </ac:spMkLst>
        </pc:spChg>
        <pc:spChg chg="del mod">
          <ac:chgData name="365 Pro Plus" userId="8a4ede6a-2f8b-4c6e-b52c-08ce3e3b5c4d" providerId="ADAL" clId="{E91601CC-018A-44E3-BE1A-FBDC3149E008}" dt="2021-09-01T04:57:13.038" v="1582" actId="478"/>
          <ac:spMkLst>
            <pc:docMk/>
            <pc:sldMk cId="3207903663" sldId="349"/>
            <ac:spMk id="3" creationId="{00000000-0000-0000-0000-000000000000}"/>
          </ac:spMkLst>
        </pc:spChg>
        <pc:spChg chg="del mod">
          <ac:chgData name="365 Pro Plus" userId="8a4ede6a-2f8b-4c6e-b52c-08ce3e3b5c4d" providerId="ADAL" clId="{E91601CC-018A-44E3-BE1A-FBDC3149E008}" dt="2021-09-01T04:57:40.208" v="1590" actId="478"/>
          <ac:spMkLst>
            <pc:docMk/>
            <pc:sldMk cId="3207903663" sldId="349"/>
            <ac:spMk id="4" creationId="{00000000-0000-0000-0000-000000000000}"/>
          </ac:spMkLst>
        </pc:spChg>
        <pc:spChg chg="add mod ord">
          <ac:chgData name="365 Pro Plus" userId="8a4ede6a-2f8b-4c6e-b52c-08ce3e3b5c4d" providerId="ADAL" clId="{E91601CC-018A-44E3-BE1A-FBDC3149E008}" dt="2021-09-01T05:01:09.951" v="1706" actId="404"/>
          <ac:spMkLst>
            <pc:docMk/>
            <pc:sldMk cId="3207903663" sldId="349"/>
            <ac:spMk id="5" creationId="{69ECB5C1-907C-43AA-88A5-C0CE52D5F8B7}"/>
          </ac:spMkLst>
        </pc:spChg>
      </pc:sldChg>
      <pc:sldChg chg="addSp delSp modSp add del mod modClrScheme chgLayout">
        <pc:chgData name="365 Pro Plus" userId="8a4ede6a-2f8b-4c6e-b52c-08ce3e3b5c4d" providerId="ADAL" clId="{E91601CC-018A-44E3-BE1A-FBDC3149E008}" dt="2021-09-01T05:08:18.971" v="1793" actId="47"/>
        <pc:sldMkLst>
          <pc:docMk/>
          <pc:sldMk cId="2405915088" sldId="350"/>
        </pc:sldMkLst>
        <pc:spChg chg="mod ord">
          <ac:chgData name="365 Pro Plus" userId="8a4ede6a-2f8b-4c6e-b52c-08ce3e3b5c4d" providerId="ADAL" clId="{E91601CC-018A-44E3-BE1A-FBDC3149E008}" dt="2021-09-01T05:01:50.378" v="1710" actId="700"/>
          <ac:spMkLst>
            <pc:docMk/>
            <pc:sldMk cId="2405915088" sldId="350"/>
            <ac:spMk id="2" creationId="{00000000-0000-0000-0000-000000000000}"/>
          </ac:spMkLst>
        </pc:spChg>
        <pc:spChg chg="add del mod ord">
          <ac:chgData name="365 Pro Plus" userId="8a4ede6a-2f8b-4c6e-b52c-08ce3e3b5c4d" providerId="ADAL" clId="{E91601CC-018A-44E3-BE1A-FBDC3149E008}" dt="2021-09-01T05:01:50.378" v="1710" actId="700"/>
          <ac:spMkLst>
            <pc:docMk/>
            <pc:sldMk cId="2405915088" sldId="350"/>
            <ac:spMk id="3" creationId="{B5EFFE22-557B-44D0-9EE8-AFC9C547042E}"/>
          </ac:spMkLst>
        </pc:spChg>
      </pc:sldChg>
      <pc:sldChg chg="del">
        <pc:chgData name="365 Pro Plus" userId="8a4ede6a-2f8b-4c6e-b52c-08ce3e3b5c4d" providerId="ADAL" clId="{E91601CC-018A-44E3-BE1A-FBDC3149E008}" dt="2021-08-31T17:02:46.409" v="2" actId="2696"/>
        <pc:sldMkLst>
          <pc:docMk/>
          <pc:sldMk cId="3489236980" sldId="350"/>
        </pc:sldMkLst>
      </pc:sldChg>
      <pc:sldChg chg="modSp add del mod">
        <pc:chgData name="365 Pro Plus" userId="8a4ede6a-2f8b-4c6e-b52c-08ce3e3b5c4d" providerId="ADAL" clId="{E91601CC-018A-44E3-BE1A-FBDC3149E008}" dt="2021-09-01T05:10:39.161" v="2096" actId="47"/>
        <pc:sldMkLst>
          <pc:docMk/>
          <pc:sldMk cId="402130817" sldId="351"/>
        </pc:sldMkLst>
        <pc:spChg chg="mod">
          <ac:chgData name="365 Pro Plus" userId="8a4ede6a-2f8b-4c6e-b52c-08ce3e3b5c4d" providerId="ADAL" clId="{E91601CC-018A-44E3-BE1A-FBDC3149E008}" dt="2021-08-31T18:06:23.922" v="411" actId="27636"/>
          <ac:spMkLst>
            <pc:docMk/>
            <pc:sldMk cId="402130817" sldId="351"/>
            <ac:spMk id="2" creationId="{00000000-0000-0000-0000-000000000000}"/>
          </ac:spMkLst>
        </pc:spChg>
      </pc:sldChg>
      <pc:sldChg chg="del">
        <pc:chgData name="365 Pro Plus" userId="8a4ede6a-2f8b-4c6e-b52c-08ce3e3b5c4d" providerId="ADAL" clId="{E91601CC-018A-44E3-BE1A-FBDC3149E008}" dt="2021-08-31T17:02:46.409" v="2" actId="2696"/>
        <pc:sldMkLst>
          <pc:docMk/>
          <pc:sldMk cId="1973790119" sldId="351"/>
        </pc:sldMkLst>
      </pc:sldChg>
      <pc:sldChg chg="del">
        <pc:chgData name="365 Pro Plus" userId="8a4ede6a-2f8b-4c6e-b52c-08ce3e3b5c4d" providerId="ADAL" clId="{E91601CC-018A-44E3-BE1A-FBDC3149E008}" dt="2021-08-31T17:02:46.409" v="2" actId="2696"/>
        <pc:sldMkLst>
          <pc:docMk/>
          <pc:sldMk cId="763107813" sldId="352"/>
        </pc:sldMkLst>
      </pc:sldChg>
      <pc:sldChg chg="modSp add del mod">
        <pc:chgData name="365 Pro Plus" userId="8a4ede6a-2f8b-4c6e-b52c-08ce3e3b5c4d" providerId="ADAL" clId="{E91601CC-018A-44E3-BE1A-FBDC3149E008}" dt="2021-09-01T05:17:56.975" v="2099" actId="47"/>
        <pc:sldMkLst>
          <pc:docMk/>
          <pc:sldMk cId="4289054184" sldId="352"/>
        </pc:sldMkLst>
        <pc:spChg chg="mod">
          <ac:chgData name="365 Pro Plus" userId="8a4ede6a-2f8b-4c6e-b52c-08ce3e3b5c4d" providerId="ADAL" clId="{E91601CC-018A-44E3-BE1A-FBDC3149E008}" dt="2021-08-31T18:07:18.527" v="427" actId="20577"/>
          <ac:spMkLst>
            <pc:docMk/>
            <pc:sldMk cId="4289054184" sldId="352"/>
            <ac:spMk id="2" creationId="{0A98D763-1B09-4579-9FDE-876D5F6D6527}"/>
          </ac:spMkLst>
        </pc:spChg>
      </pc:sldChg>
      <pc:sldChg chg="del">
        <pc:chgData name="365 Pro Plus" userId="8a4ede6a-2f8b-4c6e-b52c-08ce3e3b5c4d" providerId="ADAL" clId="{E91601CC-018A-44E3-BE1A-FBDC3149E008}" dt="2021-08-31T17:02:46.409" v="2" actId="2696"/>
        <pc:sldMkLst>
          <pc:docMk/>
          <pc:sldMk cId="1176475880" sldId="353"/>
        </pc:sldMkLst>
      </pc:sldChg>
      <pc:sldChg chg="addSp delSp modSp add del mod ord">
        <pc:chgData name="365 Pro Plus" userId="8a4ede6a-2f8b-4c6e-b52c-08ce3e3b5c4d" providerId="ADAL" clId="{E91601CC-018A-44E3-BE1A-FBDC3149E008}" dt="2021-09-01T04:23:49.397" v="826" actId="47"/>
        <pc:sldMkLst>
          <pc:docMk/>
          <pc:sldMk cId="1453782456" sldId="353"/>
        </pc:sldMkLst>
        <pc:spChg chg="mod">
          <ac:chgData name="365 Pro Plus" userId="8a4ede6a-2f8b-4c6e-b52c-08ce3e3b5c4d" providerId="ADAL" clId="{E91601CC-018A-44E3-BE1A-FBDC3149E008}" dt="2021-08-31T18:08:35.367" v="444" actId="2711"/>
          <ac:spMkLst>
            <pc:docMk/>
            <pc:sldMk cId="1453782456" sldId="353"/>
            <ac:spMk id="2" creationId="{53DB3B9E-0946-4C05-B8FD-53181A308FB1}"/>
          </ac:spMkLst>
        </pc:spChg>
        <pc:spChg chg="mod">
          <ac:chgData name="365 Pro Plus" userId="8a4ede6a-2f8b-4c6e-b52c-08ce3e3b5c4d" providerId="ADAL" clId="{E91601CC-018A-44E3-BE1A-FBDC3149E008}" dt="2021-08-31T18:09:15.461" v="456" actId="14100"/>
          <ac:spMkLst>
            <pc:docMk/>
            <pc:sldMk cId="1453782456" sldId="353"/>
            <ac:spMk id="3" creationId="{DDECD5AE-A79F-41A9-8EE2-614DA44944CE}"/>
          </ac:spMkLst>
        </pc:spChg>
        <pc:spChg chg="add del mod">
          <ac:chgData name="365 Pro Plus" userId="8a4ede6a-2f8b-4c6e-b52c-08ce3e3b5c4d" providerId="ADAL" clId="{E91601CC-018A-44E3-BE1A-FBDC3149E008}" dt="2021-08-31T18:08:46.017" v="448" actId="478"/>
          <ac:spMkLst>
            <pc:docMk/>
            <pc:sldMk cId="1453782456" sldId="353"/>
            <ac:spMk id="5" creationId="{BF656C3E-F83F-4D1C-8E0C-4844C80C9D1D}"/>
          </ac:spMkLst>
        </pc:spChg>
        <pc:spChg chg="add mod">
          <ac:chgData name="365 Pro Plus" userId="8a4ede6a-2f8b-4c6e-b52c-08ce3e3b5c4d" providerId="ADAL" clId="{E91601CC-018A-44E3-BE1A-FBDC3149E008}" dt="2021-08-31T18:09:24.785" v="457" actId="1076"/>
          <ac:spMkLst>
            <pc:docMk/>
            <pc:sldMk cId="1453782456" sldId="353"/>
            <ac:spMk id="6" creationId="{D50A19F5-95A3-4C94-971D-82A9E0DE2616}"/>
          </ac:spMkLst>
        </pc:spChg>
        <pc:spChg chg="add mod">
          <ac:chgData name="365 Pro Plus" userId="8a4ede6a-2f8b-4c6e-b52c-08ce3e3b5c4d" providerId="ADAL" clId="{E91601CC-018A-44E3-BE1A-FBDC3149E008}" dt="2021-08-31T18:09:24.785" v="457" actId="1076"/>
          <ac:spMkLst>
            <pc:docMk/>
            <pc:sldMk cId="1453782456" sldId="353"/>
            <ac:spMk id="7" creationId="{A40B256A-8681-44B5-8EE2-382D900761EE}"/>
          </ac:spMkLst>
        </pc:spChg>
        <pc:spChg chg="add mod">
          <ac:chgData name="365 Pro Plus" userId="8a4ede6a-2f8b-4c6e-b52c-08ce3e3b5c4d" providerId="ADAL" clId="{E91601CC-018A-44E3-BE1A-FBDC3149E008}" dt="2021-08-31T18:09:24.785" v="457" actId="1076"/>
          <ac:spMkLst>
            <pc:docMk/>
            <pc:sldMk cId="1453782456" sldId="353"/>
            <ac:spMk id="10" creationId="{87EADE22-6863-496D-A6EA-8633D0271B95}"/>
          </ac:spMkLst>
        </pc:spChg>
        <pc:picChg chg="add mod">
          <ac:chgData name="365 Pro Plus" userId="8a4ede6a-2f8b-4c6e-b52c-08ce3e3b5c4d" providerId="ADAL" clId="{E91601CC-018A-44E3-BE1A-FBDC3149E008}" dt="2021-08-31T18:09:25.939" v="458" actId="1076"/>
          <ac:picMkLst>
            <pc:docMk/>
            <pc:sldMk cId="1453782456" sldId="353"/>
            <ac:picMk id="4" creationId="{26AFD9CC-9E43-4DC5-83A0-E8DCBEF80EF8}"/>
          </ac:picMkLst>
        </pc:picChg>
        <pc:cxnChg chg="add mod">
          <ac:chgData name="365 Pro Plus" userId="8a4ede6a-2f8b-4c6e-b52c-08ce3e3b5c4d" providerId="ADAL" clId="{E91601CC-018A-44E3-BE1A-FBDC3149E008}" dt="2021-08-31T18:09:24.785" v="457" actId="1076"/>
          <ac:cxnSpMkLst>
            <pc:docMk/>
            <pc:sldMk cId="1453782456" sldId="353"/>
            <ac:cxnSpMk id="8" creationId="{AFC4EBE8-97F0-4C21-8F68-A6EC8662F666}"/>
          </ac:cxnSpMkLst>
        </pc:cxnChg>
        <pc:cxnChg chg="add mod">
          <ac:chgData name="365 Pro Plus" userId="8a4ede6a-2f8b-4c6e-b52c-08ce3e3b5c4d" providerId="ADAL" clId="{E91601CC-018A-44E3-BE1A-FBDC3149E008}" dt="2021-08-31T18:09:24.785" v="457" actId="1076"/>
          <ac:cxnSpMkLst>
            <pc:docMk/>
            <pc:sldMk cId="1453782456" sldId="353"/>
            <ac:cxnSpMk id="9" creationId="{BFD5AEFC-845E-45B0-8550-AFBC90E41578}"/>
          </ac:cxnSpMkLst>
        </pc:cxnChg>
      </pc:sldChg>
      <pc:sldChg chg="modSp add del mod ord">
        <pc:chgData name="365 Pro Plus" userId="8a4ede6a-2f8b-4c6e-b52c-08ce3e3b5c4d" providerId="ADAL" clId="{E91601CC-018A-44E3-BE1A-FBDC3149E008}" dt="2021-09-01T04:23:46.858" v="823" actId="2890"/>
        <pc:sldMkLst>
          <pc:docMk/>
          <pc:sldMk cId="1483881534" sldId="353"/>
        </pc:sldMkLst>
        <pc:spChg chg="mod">
          <ac:chgData name="365 Pro Plus" userId="8a4ede6a-2f8b-4c6e-b52c-08ce3e3b5c4d" providerId="ADAL" clId="{E91601CC-018A-44E3-BE1A-FBDC3149E008}" dt="2021-09-01T04:23:45.870" v="821" actId="20577"/>
          <ac:spMkLst>
            <pc:docMk/>
            <pc:sldMk cId="1483881534" sldId="353"/>
            <ac:spMk id="2" creationId="{0A98D763-1B09-4579-9FDE-876D5F6D6527}"/>
          </ac:spMkLst>
        </pc:spChg>
      </pc:sldChg>
      <pc:sldChg chg="addSp delSp modSp add mod ord">
        <pc:chgData name="365 Pro Plus" userId="8a4ede6a-2f8b-4c6e-b52c-08ce3e3b5c4d" providerId="ADAL" clId="{E91601CC-018A-44E3-BE1A-FBDC3149E008}" dt="2021-09-01T04:36:49.149" v="893"/>
        <pc:sldMkLst>
          <pc:docMk/>
          <pc:sldMk cId="1049082250" sldId="354"/>
        </pc:sldMkLst>
        <pc:spChg chg="mod">
          <ac:chgData name="365 Pro Plus" userId="8a4ede6a-2f8b-4c6e-b52c-08ce3e3b5c4d" providerId="ADAL" clId="{E91601CC-018A-44E3-BE1A-FBDC3149E008}" dt="2021-09-01T04:26:05.146" v="831"/>
          <ac:spMkLst>
            <pc:docMk/>
            <pc:sldMk cId="1049082250" sldId="354"/>
            <ac:spMk id="2" creationId="{53DB3B9E-0946-4C05-B8FD-53181A308FB1}"/>
          </ac:spMkLst>
        </pc:spChg>
        <pc:spChg chg="mod">
          <ac:chgData name="365 Pro Plus" userId="8a4ede6a-2f8b-4c6e-b52c-08ce3e3b5c4d" providerId="ADAL" clId="{E91601CC-018A-44E3-BE1A-FBDC3149E008}" dt="2021-09-01T04:36:42.426" v="891" actId="2711"/>
          <ac:spMkLst>
            <pc:docMk/>
            <pc:sldMk cId="1049082250" sldId="354"/>
            <ac:spMk id="3" creationId="{DDECD5AE-A79F-41A9-8EE2-614DA44944CE}"/>
          </ac:spMkLst>
        </pc:spChg>
        <pc:spChg chg="add del mod">
          <ac:chgData name="365 Pro Plus" userId="8a4ede6a-2f8b-4c6e-b52c-08ce3e3b5c4d" providerId="ADAL" clId="{E91601CC-018A-44E3-BE1A-FBDC3149E008}" dt="2021-09-01T04:36:49.149" v="893"/>
          <ac:spMkLst>
            <pc:docMk/>
            <pc:sldMk cId="1049082250" sldId="354"/>
            <ac:spMk id="4" creationId="{38225E85-DF12-4570-8547-ED6E404E0D48}"/>
          </ac:spMkLst>
        </pc:spChg>
      </pc:sldChg>
      <pc:sldChg chg="addSp delSp modSp add del mod">
        <pc:chgData name="365 Pro Plus" userId="8a4ede6a-2f8b-4c6e-b52c-08ce3e3b5c4d" providerId="ADAL" clId="{E91601CC-018A-44E3-BE1A-FBDC3149E008}" dt="2021-09-01T04:25:15.902" v="827" actId="47"/>
        <pc:sldMkLst>
          <pc:docMk/>
          <pc:sldMk cId="1566920297" sldId="354"/>
        </pc:sldMkLst>
        <pc:spChg chg="mod">
          <ac:chgData name="365 Pro Plus" userId="8a4ede6a-2f8b-4c6e-b52c-08ce3e3b5c4d" providerId="ADAL" clId="{E91601CC-018A-44E3-BE1A-FBDC3149E008}" dt="2021-08-31T18:10:29.685" v="519" actId="20577"/>
          <ac:spMkLst>
            <pc:docMk/>
            <pc:sldMk cId="1566920297" sldId="354"/>
            <ac:spMk id="2" creationId="{53DB3B9E-0946-4C05-B8FD-53181A308FB1}"/>
          </ac:spMkLst>
        </pc:spChg>
        <pc:spChg chg="del">
          <ac:chgData name="365 Pro Plus" userId="8a4ede6a-2f8b-4c6e-b52c-08ce3e3b5c4d" providerId="ADAL" clId="{E91601CC-018A-44E3-BE1A-FBDC3149E008}" dt="2021-08-31T18:09:43.909" v="462" actId="478"/>
          <ac:spMkLst>
            <pc:docMk/>
            <pc:sldMk cId="1566920297" sldId="354"/>
            <ac:spMk id="3" creationId="{DDECD5AE-A79F-41A9-8EE2-614DA44944CE}"/>
          </ac:spMkLst>
        </pc:spChg>
        <pc:spChg chg="del">
          <ac:chgData name="365 Pro Plus" userId="8a4ede6a-2f8b-4c6e-b52c-08ce3e3b5c4d" providerId="ADAL" clId="{E91601CC-018A-44E3-BE1A-FBDC3149E008}" dt="2021-08-31T18:09:43.909" v="462" actId="478"/>
          <ac:spMkLst>
            <pc:docMk/>
            <pc:sldMk cId="1566920297" sldId="354"/>
            <ac:spMk id="6" creationId="{D50A19F5-95A3-4C94-971D-82A9E0DE2616}"/>
          </ac:spMkLst>
        </pc:spChg>
        <pc:spChg chg="del">
          <ac:chgData name="365 Pro Plus" userId="8a4ede6a-2f8b-4c6e-b52c-08ce3e3b5c4d" providerId="ADAL" clId="{E91601CC-018A-44E3-BE1A-FBDC3149E008}" dt="2021-08-31T18:09:43.909" v="462" actId="478"/>
          <ac:spMkLst>
            <pc:docMk/>
            <pc:sldMk cId="1566920297" sldId="354"/>
            <ac:spMk id="7" creationId="{A40B256A-8681-44B5-8EE2-382D900761EE}"/>
          </ac:spMkLst>
        </pc:spChg>
        <pc:spChg chg="del">
          <ac:chgData name="365 Pro Plus" userId="8a4ede6a-2f8b-4c6e-b52c-08ce3e3b5c4d" providerId="ADAL" clId="{E91601CC-018A-44E3-BE1A-FBDC3149E008}" dt="2021-08-31T18:09:43.909" v="462" actId="478"/>
          <ac:spMkLst>
            <pc:docMk/>
            <pc:sldMk cId="1566920297" sldId="354"/>
            <ac:spMk id="10" creationId="{87EADE22-6863-496D-A6EA-8633D0271B95}"/>
          </ac:spMkLst>
        </pc:spChg>
        <pc:spChg chg="add del mod">
          <ac:chgData name="365 Pro Plus" userId="8a4ede6a-2f8b-4c6e-b52c-08ce3e3b5c4d" providerId="ADAL" clId="{E91601CC-018A-44E3-BE1A-FBDC3149E008}" dt="2021-08-31T18:09:53.259" v="467" actId="478"/>
          <ac:spMkLst>
            <pc:docMk/>
            <pc:sldMk cId="1566920297" sldId="354"/>
            <ac:spMk id="11" creationId="{733C2AD6-9824-45B3-8980-770640AA2C60}"/>
          </ac:spMkLst>
        </pc:spChg>
        <pc:spChg chg="add del mod">
          <ac:chgData name="365 Pro Plus" userId="8a4ede6a-2f8b-4c6e-b52c-08ce3e3b5c4d" providerId="ADAL" clId="{E91601CC-018A-44E3-BE1A-FBDC3149E008}" dt="2021-08-31T18:09:49.981" v="464"/>
          <ac:spMkLst>
            <pc:docMk/>
            <pc:sldMk cId="1566920297" sldId="354"/>
            <ac:spMk id="14" creationId="{7417BA3B-2005-4645-A1CC-A19E926CB58B}"/>
          </ac:spMkLst>
        </pc:spChg>
        <pc:spChg chg="add del mod">
          <ac:chgData name="365 Pro Plus" userId="8a4ede6a-2f8b-4c6e-b52c-08ce3e3b5c4d" providerId="ADAL" clId="{E91601CC-018A-44E3-BE1A-FBDC3149E008}" dt="2021-08-31T18:09:49.981" v="464"/>
          <ac:spMkLst>
            <pc:docMk/>
            <pc:sldMk cId="1566920297" sldId="354"/>
            <ac:spMk id="16" creationId="{2BD75949-2BAD-4DA1-8B3F-D121B90E6348}"/>
          </ac:spMkLst>
        </pc:spChg>
        <pc:spChg chg="add del mod">
          <ac:chgData name="365 Pro Plus" userId="8a4ede6a-2f8b-4c6e-b52c-08ce3e3b5c4d" providerId="ADAL" clId="{E91601CC-018A-44E3-BE1A-FBDC3149E008}" dt="2021-08-31T18:09:49.981" v="464"/>
          <ac:spMkLst>
            <pc:docMk/>
            <pc:sldMk cId="1566920297" sldId="354"/>
            <ac:spMk id="17" creationId="{88B5B050-91FE-4446-B986-6E56BE00FB88}"/>
          </ac:spMkLst>
        </pc:spChg>
        <pc:spChg chg="add del mod">
          <ac:chgData name="365 Pro Plus" userId="8a4ede6a-2f8b-4c6e-b52c-08ce3e3b5c4d" providerId="ADAL" clId="{E91601CC-018A-44E3-BE1A-FBDC3149E008}" dt="2021-08-31T18:09:49.981" v="464"/>
          <ac:spMkLst>
            <pc:docMk/>
            <pc:sldMk cId="1566920297" sldId="354"/>
            <ac:spMk id="18" creationId="{6869A5E0-1956-4AB9-890A-BC99964DE5EA}"/>
          </ac:spMkLst>
        </pc:spChg>
        <pc:spChg chg="add del mod">
          <ac:chgData name="365 Pro Plus" userId="8a4ede6a-2f8b-4c6e-b52c-08ce3e3b5c4d" providerId="ADAL" clId="{E91601CC-018A-44E3-BE1A-FBDC3149E008}" dt="2021-08-31T18:09:49.981" v="464"/>
          <ac:spMkLst>
            <pc:docMk/>
            <pc:sldMk cId="1566920297" sldId="354"/>
            <ac:spMk id="19" creationId="{715A3402-2CED-431F-934D-6BF6FB8F68D6}"/>
          </ac:spMkLst>
        </pc:spChg>
        <pc:spChg chg="add del mod">
          <ac:chgData name="365 Pro Plus" userId="8a4ede6a-2f8b-4c6e-b52c-08ce3e3b5c4d" providerId="ADAL" clId="{E91601CC-018A-44E3-BE1A-FBDC3149E008}" dt="2021-08-31T18:09:49.981" v="464"/>
          <ac:spMkLst>
            <pc:docMk/>
            <pc:sldMk cId="1566920297" sldId="354"/>
            <ac:spMk id="20" creationId="{CDD2B7E8-E986-49E9-9114-15F28B094FCC}"/>
          </ac:spMkLst>
        </pc:spChg>
        <pc:spChg chg="add del mod">
          <ac:chgData name="365 Pro Plus" userId="8a4ede6a-2f8b-4c6e-b52c-08ce3e3b5c4d" providerId="ADAL" clId="{E91601CC-018A-44E3-BE1A-FBDC3149E008}" dt="2021-08-31T18:09:49.981" v="464"/>
          <ac:spMkLst>
            <pc:docMk/>
            <pc:sldMk cId="1566920297" sldId="354"/>
            <ac:spMk id="21" creationId="{D1317655-18B1-4C07-8556-71D96A39256F}"/>
          </ac:spMkLst>
        </pc:spChg>
        <pc:spChg chg="add del mod">
          <ac:chgData name="365 Pro Plus" userId="8a4ede6a-2f8b-4c6e-b52c-08ce3e3b5c4d" providerId="ADAL" clId="{E91601CC-018A-44E3-BE1A-FBDC3149E008}" dt="2021-08-31T18:09:51.210" v="466"/>
          <ac:spMkLst>
            <pc:docMk/>
            <pc:sldMk cId="1566920297" sldId="354"/>
            <ac:spMk id="24" creationId="{45B1EC32-0C5B-44B5-86F7-B59FAE93A6C2}"/>
          </ac:spMkLst>
        </pc:spChg>
        <pc:spChg chg="add del mod">
          <ac:chgData name="365 Pro Plus" userId="8a4ede6a-2f8b-4c6e-b52c-08ce3e3b5c4d" providerId="ADAL" clId="{E91601CC-018A-44E3-BE1A-FBDC3149E008}" dt="2021-08-31T18:09:51.210" v="466"/>
          <ac:spMkLst>
            <pc:docMk/>
            <pc:sldMk cId="1566920297" sldId="354"/>
            <ac:spMk id="26" creationId="{DC3CA7BF-5742-4336-87F4-118B290AA49E}"/>
          </ac:spMkLst>
        </pc:spChg>
        <pc:spChg chg="add del mod">
          <ac:chgData name="365 Pro Plus" userId="8a4ede6a-2f8b-4c6e-b52c-08ce3e3b5c4d" providerId="ADAL" clId="{E91601CC-018A-44E3-BE1A-FBDC3149E008}" dt="2021-08-31T18:09:51.210" v="466"/>
          <ac:spMkLst>
            <pc:docMk/>
            <pc:sldMk cId="1566920297" sldId="354"/>
            <ac:spMk id="27" creationId="{C5263B91-7F37-4D1C-8CDA-4153427735B7}"/>
          </ac:spMkLst>
        </pc:spChg>
        <pc:spChg chg="add del mod">
          <ac:chgData name="365 Pro Plus" userId="8a4ede6a-2f8b-4c6e-b52c-08ce3e3b5c4d" providerId="ADAL" clId="{E91601CC-018A-44E3-BE1A-FBDC3149E008}" dt="2021-08-31T18:09:51.210" v="466"/>
          <ac:spMkLst>
            <pc:docMk/>
            <pc:sldMk cId="1566920297" sldId="354"/>
            <ac:spMk id="28" creationId="{0EE63DAE-5AA6-48CD-80DF-970D64BBF4C0}"/>
          </ac:spMkLst>
        </pc:spChg>
        <pc:spChg chg="add del mod">
          <ac:chgData name="365 Pro Plus" userId="8a4ede6a-2f8b-4c6e-b52c-08ce3e3b5c4d" providerId="ADAL" clId="{E91601CC-018A-44E3-BE1A-FBDC3149E008}" dt="2021-08-31T18:09:51.210" v="466"/>
          <ac:spMkLst>
            <pc:docMk/>
            <pc:sldMk cId="1566920297" sldId="354"/>
            <ac:spMk id="29" creationId="{1742BF05-249B-464B-8DF9-4FE334EC6E85}"/>
          </ac:spMkLst>
        </pc:spChg>
        <pc:spChg chg="add del mod">
          <ac:chgData name="365 Pro Plus" userId="8a4ede6a-2f8b-4c6e-b52c-08ce3e3b5c4d" providerId="ADAL" clId="{E91601CC-018A-44E3-BE1A-FBDC3149E008}" dt="2021-08-31T18:09:51.210" v="466"/>
          <ac:spMkLst>
            <pc:docMk/>
            <pc:sldMk cId="1566920297" sldId="354"/>
            <ac:spMk id="30" creationId="{AE5A2B56-40A5-4E18-A035-8CD594B3674D}"/>
          </ac:spMkLst>
        </pc:spChg>
        <pc:spChg chg="add del mod">
          <ac:chgData name="365 Pro Plus" userId="8a4ede6a-2f8b-4c6e-b52c-08ce3e3b5c4d" providerId="ADAL" clId="{E91601CC-018A-44E3-BE1A-FBDC3149E008}" dt="2021-08-31T18:09:51.210" v="466"/>
          <ac:spMkLst>
            <pc:docMk/>
            <pc:sldMk cId="1566920297" sldId="354"/>
            <ac:spMk id="31" creationId="{635BE7AC-696B-4B42-8624-7EB922815BD8}"/>
          </ac:spMkLst>
        </pc:spChg>
        <pc:spChg chg="add mod">
          <ac:chgData name="365 Pro Plus" userId="8a4ede6a-2f8b-4c6e-b52c-08ce3e3b5c4d" providerId="ADAL" clId="{E91601CC-018A-44E3-BE1A-FBDC3149E008}" dt="2021-08-31T18:09:59.464" v="470" actId="1076"/>
          <ac:spMkLst>
            <pc:docMk/>
            <pc:sldMk cId="1566920297" sldId="354"/>
            <ac:spMk id="34" creationId="{8C7681E6-4ABD-4949-B611-9773CF649447}"/>
          </ac:spMkLst>
        </pc:spChg>
        <pc:spChg chg="add mod">
          <ac:chgData name="365 Pro Plus" userId="8a4ede6a-2f8b-4c6e-b52c-08ce3e3b5c4d" providerId="ADAL" clId="{E91601CC-018A-44E3-BE1A-FBDC3149E008}" dt="2021-08-31T18:09:59.464" v="470" actId="1076"/>
          <ac:spMkLst>
            <pc:docMk/>
            <pc:sldMk cId="1566920297" sldId="354"/>
            <ac:spMk id="36" creationId="{AF1850C7-0844-4BAD-BDEC-4721A4CC69B4}"/>
          </ac:spMkLst>
        </pc:spChg>
        <pc:spChg chg="add mod">
          <ac:chgData name="365 Pro Plus" userId="8a4ede6a-2f8b-4c6e-b52c-08ce3e3b5c4d" providerId="ADAL" clId="{E91601CC-018A-44E3-BE1A-FBDC3149E008}" dt="2021-08-31T18:09:59.464" v="470" actId="1076"/>
          <ac:spMkLst>
            <pc:docMk/>
            <pc:sldMk cId="1566920297" sldId="354"/>
            <ac:spMk id="37" creationId="{74F91A31-5633-4E5A-A346-7E79D3E39065}"/>
          </ac:spMkLst>
        </pc:spChg>
        <pc:spChg chg="add mod">
          <ac:chgData name="365 Pro Plus" userId="8a4ede6a-2f8b-4c6e-b52c-08ce3e3b5c4d" providerId="ADAL" clId="{E91601CC-018A-44E3-BE1A-FBDC3149E008}" dt="2021-08-31T18:09:59.464" v="470" actId="1076"/>
          <ac:spMkLst>
            <pc:docMk/>
            <pc:sldMk cId="1566920297" sldId="354"/>
            <ac:spMk id="38" creationId="{10B1D088-2FEC-4BAA-924B-581EF55999CD}"/>
          </ac:spMkLst>
        </pc:spChg>
        <pc:spChg chg="add mod">
          <ac:chgData name="365 Pro Plus" userId="8a4ede6a-2f8b-4c6e-b52c-08ce3e3b5c4d" providerId="ADAL" clId="{E91601CC-018A-44E3-BE1A-FBDC3149E008}" dt="2021-08-31T18:09:59.464" v="470" actId="1076"/>
          <ac:spMkLst>
            <pc:docMk/>
            <pc:sldMk cId="1566920297" sldId="354"/>
            <ac:spMk id="39" creationId="{52B0053C-565A-4342-85D5-79229ED679D2}"/>
          </ac:spMkLst>
        </pc:spChg>
        <pc:spChg chg="add mod">
          <ac:chgData name="365 Pro Plus" userId="8a4ede6a-2f8b-4c6e-b52c-08ce3e3b5c4d" providerId="ADAL" clId="{E91601CC-018A-44E3-BE1A-FBDC3149E008}" dt="2021-08-31T18:09:59.464" v="470" actId="1076"/>
          <ac:spMkLst>
            <pc:docMk/>
            <pc:sldMk cId="1566920297" sldId="354"/>
            <ac:spMk id="40" creationId="{EAE2AA81-7A32-458E-A7A2-5FFB120741F6}"/>
          </ac:spMkLst>
        </pc:spChg>
        <pc:spChg chg="add mod">
          <ac:chgData name="365 Pro Plus" userId="8a4ede6a-2f8b-4c6e-b52c-08ce3e3b5c4d" providerId="ADAL" clId="{E91601CC-018A-44E3-BE1A-FBDC3149E008}" dt="2021-08-31T18:09:59.464" v="470" actId="1076"/>
          <ac:spMkLst>
            <pc:docMk/>
            <pc:sldMk cId="1566920297" sldId="354"/>
            <ac:spMk id="41" creationId="{8839D982-D725-4550-9B75-90A5F70BCE71}"/>
          </ac:spMkLst>
        </pc:spChg>
        <pc:picChg chg="del">
          <ac:chgData name="365 Pro Plus" userId="8a4ede6a-2f8b-4c6e-b52c-08ce3e3b5c4d" providerId="ADAL" clId="{E91601CC-018A-44E3-BE1A-FBDC3149E008}" dt="2021-08-31T18:09:43.909" v="462" actId="478"/>
          <ac:picMkLst>
            <pc:docMk/>
            <pc:sldMk cId="1566920297" sldId="354"/>
            <ac:picMk id="4" creationId="{26AFD9CC-9E43-4DC5-83A0-E8DCBEF80EF8}"/>
          </ac:picMkLst>
        </pc:picChg>
        <pc:picChg chg="add del mod">
          <ac:chgData name="365 Pro Plus" userId="8a4ede6a-2f8b-4c6e-b52c-08ce3e3b5c4d" providerId="ADAL" clId="{E91601CC-018A-44E3-BE1A-FBDC3149E008}" dt="2021-08-31T18:09:49.981" v="464"/>
          <ac:picMkLst>
            <pc:docMk/>
            <pc:sldMk cId="1566920297" sldId="354"/>
            <ac:picMk id="12" creationId="{36AEC0FB-37C6-48CD-9456-D9AF88CA2617}"/>
          </ac:picMkLst>
        </pc:picChg>
        <pc:picChg chg="add del mod">
          <ac:chgData name="365 Pro Plus" userId="8a4ede6a-2f8b-4c6e-b52c-08ce3e3b5c4d" providerId="ADAL" clId="{E91601CC-018A-44E3-BE1A-FBDC3149E008}" dt="2021-08-31T18:09:49.981" v="464"/>
          <ac:picMkLst>
            <pc:docMk/>
            <pc:sldMk cId="1566920297" sldId="354"/>
            <ac:picMk id="13" creationId="{A13B6399-AC69-4672-B8BB-6DC6B18530DC}"/>
          </ac:picMkLst>
        </pc:picChg>
        <pc:picChg chg="add del mod">
          <ac:chgData name="365 Pro Plus" userId="8a4ede6a-2f8b-4c6e-b52c-08ce3e3b5c4d" providerId="ADAL" clId="{E91601CC-018A-44E3-BE1A-FBDC3149E008}" dt="2021-08-31T18:09:51.210" v="466"/>
          <ac:picMkLst>
            <pc:docMk/>
            <pc:sldMk cId="1566920297" sldId="354"/>
            <ac:picMk id="22" creationId="{CCA71D5E-09BE-4859-B081-C4014AFE0C9A}"/>
          </ac:picMkLst>
        </pc:picChg>
        <pc:picChg chg="add del mod">
          <ac:chgData name="365 Pro Plus" userId="8a4ede6a-2f8b-4c6e-b52c-08ce3e3b5c4d" providerId="ADAL" clId="{E91601CC-018A-44E3-BE1A-FBDC3149E008}" dt="2021-08-31T18:09:51.210" v="466"/>
          <ac:picMkLst>
            <pc:docMk/>
            <pc:sldMk cId="1566920297" sldId="354"/>
            <ac:picMk id="23" creationId="{888517E5-C3F9-4030-9121-20ED6591B453}"/>
          </ac:picMkLst>
        </pc:picChg>
        <pc:picChg chg="add mod">
          <ac:chgData name="365 Pro Plus" userId="8a4ede6a-2f8b-4c6e-b52c-08ce3e3b5c4d" providerId="ADAL" clId="{E91601CC-018A-44E3-BE1A-FBDC3149E008}" dt="2021-08-31T18:09:59.464" v="470" actId="1076"/>
          <ac:picMkLst>
            <pc:docMk/>
            <pc:sldMk cId="1566920297" sldId="354"/>
            <ac:picMk id="32" creationId="{456E2FD8-BE76-4259-B357-6B2A2FE64780}"/>
          </ac:picMkLst>
        </pc:picChg>
        <pc:picChg chg="add mod">
          <ac:chgData name="365 Pro Plus" userId="8a4ede6a-2f8b-4c6e-b52c-08ce3e3b5c4d" providerId="ADAL" clId="{E91601CC-018A-44E3-BE1A-FBDC3149E008}" dt="2021-08-31T18:09:59.464" v="470" actId="1076"/>
          <ac:picMkLst>
            <pc:docMk/>
            <pc:sldMk cId="1566920297" sldId="354"/>
            <ac:picMk id="33" creationId="{1F655263-06AE-4863-AD2F-C969731487A7}"/>
          </ac:picMkLst>
        </pc:picChg>
        <pc:cxnChg chg="del">
          <ac:chgData name="365 Pro Plus" userId="8a4ede6a-2f8b-4c6e-b52c-08ce3e3b5c4d" providerId="ADAL" clId="{E91601CC-018A-44E3-BE1A-FBDC3149E008}" dt="2021-08-31T18:09:43.909" v="462" actId="478"/>
          <ac:cxnSpMkLst>
            <pc:docMk/>
            <pc:sldMk cId="1566920297" sldId="354"/>
            <ac:cxnSpMk id="8" creationId="{AFC4EBE8-97F0-4C21-8F68-A6EC8662F666}"/>
          </ac:cxnSpMkLst>
        </pc:cxnChg>
        <pc:cxnChg chg="del">
          <ac:chgData name="365 Pro Plus" userId="8a4ede6a-2f8b-4c6e-b52c-08ce3e3b5c4d" providerId="ADAL" clId="{E91601CC-018A-44E3-BE1A-FBDC3149E008}" dt="2021-08-31T18:09:43.909" v="462" actId="478"/>
          <ac:cxnSpMkLst>
            <pc:docMk/>
            <pc:sldMk cId="1566920297" sldId="354"/>
            <ac:cxnSpMk id="9" creationId="{BFD5AEFC-845E-45B0-8550-AFBC90E41578}"/>
          </ac:cxnSpMkLst>
        </pc:cxnChg>
        <pc:cxnChg chg="add del mod">
          <ac:chgData name="365 Pro Plus" userId="8a4ede6a-2f8b-4c6e-b52c-08ce3e3b5c4d" providerId="ADAL" clId="{E91601CC-018A-44E3-BE1A-FBDC3149E008}" dt="2021-08-31T18:09:49.981" v="464"/>
          <ac:cxnSpMkLst>
            <pc:docMk/>
            <pc:sldMk cId="1566920297" sldId="354"/>
            <ac:cxnSpMk id="15" creationId="{C2AB5FDD-186B-43DF-A144-6F00C201CA09}"/>
          </ac:cxnSpMkLst>
        </pc:cxnChg>
        <pc:cxnChg chg="add del mod">
          <ac:chgData name="365 Pro Plus" userId="8a4ede6a-2f8b-4c6e-b52c-08ce3e3b5c4d" providerId="ADAL" clId="{E91601CC-018A-44E3-BE1A-FBDC3149E008}" dt="2021-08-31T18:09:51.210" v="466"/>
          <ac:cxnSpMkLst>
            <pc:docMk/>
            <pc:sldMk cId="1566920297" sldId="354"/>
            <ac:cxnSpMk id="25" creationId="{E83ADD24-DEB6-4302-9028-FC220CDCB5BB}"/>
          </ac:cxnSpMkLst>
        </pc:cxnChg>
        <pc:cxnChg chg="add mod">
          <ac:chgData name="365 Pro Plus" userId="8a4ede6a-2f8b-4c6e-b52c-08ce3e3b5c4d" providerId="ADAL" clId="{E91601CC-018A-44E3-BE1A-FBDC3149E008}" dt="2021-08-31T18:09:59.464" v="470" actId="1076"/>
          <ac:cxnSpMkLst>
            <pc:docMk/>
            <pc:sldMk cId="1566920297" sldId="354"/>
            <ac:cxnSpMk id="35" creationId="{13BCC6CA-5BA1-41B6-9DE3-8F73A6614FE8}"/>
          </ac:cxnSpMkLst>
        </pc:cxnChg>
      </pc:sldChg>
      <pc:sldChg chg="modSp add del mod ord">
        <pc:chgData name="365 Pro Plus" userId="8a4ede6a-2f8b-4c6e-b52c-08ce3e3b5c4d" providerId="ADAL" clId="{E91601CC-018A-44E3-BE1A-FBDC3149E008}" dt="2021-09-01T04:23:42.989" v="816" actId="2890"/>
        <pc:sldMkLst>
          <pc:docMk/>
          <pc:sldMk cId="1653370240" sldId="354"/>
        </pc:sldMkLst>
        <pc:spChg chg="mod">
          <ac:chgData name="365 Pro Plus" userId="8a4ede6a-2f8b-4c6e-b52c-08ce3e3b5c4d" providerId="ADAL" clId="{E91601CC-018A-44E3-BE1A-FBDC3149E008}" dt="2021-09-01T04:23:41.509" v="814" actId="20577"/>
          <ac:spMkLst>
            <pc:docMk/>
            <pc:sldMk cId="1653370240" sldId="354"/>
            <ac:spMk id="2" creationId="{0A98D763-1B09-4579-9FDE-876D5F6D6527}"/>
          </ac:spMkLst>
        </pc:spChg>
      </pc:sldChg>
      <pc:sldChg chg="del">
        <pc:chgData name="365 Pro Plus" userId="8a4ede6a-2f8b-4c6e-b52c-08ce3e3b5c4d" providerId="ADAL" clId="{E91601CC-018A-44E3-BE1A-FBDC3149E008}" dt="2021-08-31T17:02:46.409" v="2" actId="2696"/>
        <pc:sldMkLst>
          <pc:docMk/>
          <pc:sldMk cId="2416285433" sldId="354"/>
        </pc:sldMkLst>
      </pc:sldChg>
      <pc:sldChg chg="add del">
        <pc:chgData name="365 Pro Plus" userId="8a4ede6a-2f8b-4c6e-b52c-08ce3e3b5c4d" providerId="ADAL" clId="{E91601CC-018A-44E3-BE1A-FBDC3149E008}" dt="2021-08-31T18:20:26.801" v="771" actId="2890"/>
        <pc:sldMkLst>
          <pc:docMk/>
          <pc:sldMk cId="3049541067" sldId="354"/>
        </pc:sldMkLst>
      </pc:sldChg>
      <pc:sldChg chg="del">
        <pc:chgData name="365 Pro Plus" userId="8a4ede6a-2f8b-4c6e-b52c-08ce3e3b5c4d" providerId="ADAL" clId="{E91601CC-018A-44E3-BE1A-FBDC3149E008}" dt="2021-08-31T17:02:46.409" v="2" actId="2696"/>
        <pc:sldMkLst>
          <pc:docMk/>
          <pc:sldMk cId="20441962" sldId="355"/>
        </pc:sldMkLst>
      </pc:sldChg>
      <pc:sldChg chg="addSp delSp modSp add mod chgLayout">
        <pc:chgData name="365 Pro Plus" userId="8a4ede6a-2f8b-4c6e-b52c-08ce3e3b5c4d" providerId="ADAL" clId="{E91601CC-018A-44E3-BE1A-FBDC3149E008}" dt="2021-09-01T04:39:10.102" v="930" actId="1076"/>
        <pc:sldMkLst>
          <pc:docMk/>
          <pc:sldMk cId="730239851" sldId="355"/>
        </pc:sldMkLst>
        <pc:spChg chg="mod ord">
          <ac:chgData name="365 Pro Plus" userId="8a4ede6a-2f8b-4c6e-b52c-08ce3e3b5c4d" providerId="ADAL" clId="{E91601CC-018A-44E3-BE1A-FBDC3149E008}" dt="2021-09-01T04:38:27.718" v="919" actId="14100"/>
          <ac:spMkLst>
            <pc:docMk/>
            <pc:sldMk cId="730239851" sldId="355"/>
            <ac:spMk id="2" creationId="{53DB3B9E-0946-4C05-B8FD-53181A308FB1}"/>
          </ac:spMkLst>
        </pc:spChg>
        <pc:spChg chg="del mod">
          <ac:chgData name="365 Pro Plus" userId="8a4ede6a-2f8b-4c6e-b52c-08ce3e3b5c4d" providerId="ADAL" clId="{E91601CC-018A-44E3-BE1A-FBDC3149E008}" dt="2021-09-01T04:37:06.727" v="910"/>
          <ac:spMkLst>
            <pc:docMk/>
            <pc:sldMk cId="730239851" sldId="355"/>
            <ac:spMk id="3" creationId="{DDECD5AE-A79F-41A9-8EE2-614DA44944CE}"/>
          </ac:spMkLst>
        </pc:spChg>
        <pc:spChg chg="add mod">
          <ac:chgData name="365 Pro Plus" userId="8a4ede6a-2f8b-4c6e-b52c-08ce3e3b5c4d" providerId="ADAL" clId="{E91601CC-018A-44E3-BE1A-FBDC3149E008}" dt="2021-09-01T04:39:00.951" v="929" actId="1076"/>
          <ac:spMkLst>
            <pc:docMk/>
            <pc:sldMk cId="730239851" sldId="355"/>
            <ac:spMk id="6" creationId="{3798BC90-9302-4610-8CB2-FA193F613199}"/>
          </ac:spMkLst>
        </pc:spChg>
        <pc:graphicFrameChg chg="add mod ord modGraphic">
          <ac:chgData name="365 Pro Plus" userId="8a4ede6a-2f8b-4c6e-b52c-08ce3e3b5c4d" providerId="ADAL" clId="{E91601CC-018A-44E3-BE1A-FBDC3149E008}" dt="2021-09-01T04:39:10.102" v="930" actId="1076"/>
          <ac:graphicFrameMkLst>
            <pc:docMk/>
            <pc:sldMk cId="730239851" sldId="355"/>
            <ac:graphicFrameMk id="4" creationId="{296CC760-000B-4019-8D54-7FC019BF19AF}"/>
          </ac:graphicFrameMkLst>
        </pc:graphicFrameChg>
      </pc:sldChg>
      <pc:sldChg chg="addSp delSp modSp add del mod">
        <pc:chgData name="365 Pro Plus" userId="8a4ede6a-2f8b-4c6e-b52c-08ce3e3b5c4d" providerId="ADAL" clId="{E91601CC-018A-44E3-BE1A-FBDC3149E008}" dt="2021-08-31T18:11:02.336" v="523" actId="2890"/>
        <pc:sldMkLst>
          <pc:docMk/>
          <pc:sldMk cId="2885267831" sldId="355"/>
        </pc:sldMkLst>
        <pc:spChg chg="add del">
          <ac:chgData name="365 Pro Plus" userId="8a4ede6a-2f8b-4c6e-b52c-08ce3e3b5c4d" providerId="ADAL" clId="{E91601CC-018A-44E3-BE1A-FBDC3149E008}" dt="2021-08-31T18:11:01.264" v="522" actId="478"/>
          <ac:spMkLst>
            <pc:docMk/>
            <pc:sldMk cId="2885267831" sldId="355"/>
            <ac:spMk id="34" creationId="{8C7681E6-4ABD-4949-B611-9773CF649447}"/>
          </ac:spMkLst>
        </pc:spChg>
        <pc:spChg chg="add del">
          <ac:chgData name="365 Pro Plus" userId="8a4ede6a-2f8b-4c6e-b52c-08ce3e3b5c4d" providerId="ADAL" clId="{E91601CC-018A-44E3-BE1A-FBDC3149E008}" dt="2021-08-31T18:11:01.264" v="522" actId="478"/>
          <ac:spMkLst>
            <pc:docMk/>
            <pc:sldMk cId="2885267831" sldId="355"/>
            <ac:spMk id="36" creationId="{AF1850C7-0844-4BAD-BDEC-4721A4CC69B4}"/>
          </ac:spMkLst>
        </pc:spChg>
        <pc:spChg chg="add del">
          <ac:chgData name="365 Pro Plus" userId="8a4ede6a-2f8b-4c6e-b52c-08ce3e3b5c4d" providerId="ADAL" clId="{E91601CC-018A-44E3-BE1A-FBDC3149E008}" dt="2021-08-31T18:11:01.264" v="522" actId="478"/>
          <ac:spMkLst>
            <pc:docMk/>
            <pc:sldMk cId="2885267831" sldId="355"/>
            <ac:spMk id="37" creationId="{74F91A31-5633-4E5A-A346-7E79D3E39065}"/>
          </ac:spMkLst>
        </pc:spChg>
        <pc:spChg chg="add del">
          <ac:chgData name="365 Pro Plus" userId="8a4ede6a-2f8b-4c6e-b52c-08ce3e3b5c4d" providerId="ADAL" clId="{E91601CC-018A-44E3-BE1A-FBDC3149E008}" dt="2021-08-31T18:11:01.264" v="522" actId="478"/>
          <ac:spMkLst>
            <pc:docMk/>
            <pc:sldMk cId="2885267831" sldId="355"/>
            <ac:spMk id="38" creationId="{10B1D088-2FEC-4BAA-924B-581EF55999CD}"/>
          </ac:spMkLst>
        </pc:spChg>
        <pc:spChg chg="add del">
          <ac:chgData name="365 Pro Plus" userId="8a4ede6a-2f8b-4c6e-b52c-08ce3e3b5c4d" providerId="ADAL" clId="{E91601CC-018A-44E3-BE1A-FBDC3149E008}" dt="2021-08-31T18:11:01.264" v="522" actId="478"/>
          <ac:spMkLst>
            <pc:docMk/>
            <pc:sldMk cId="2885267831" sldId="355"/>
            <ac:spMk id="39" creationId="{52B0053C-565A-4342-85D5-79229ED679D2}"/>
          </ac:spMkLst>
        </pc:spChg>
        <pc:spChg chg="add del">
          <ac:chgData name="365 Pro Plus" userId="8a4ede6a-2f8b-4c6e-b52c-08ce3e3b5c4d" providerId="ADAL" clId="{E91601CC-018A-44E3-BE1A-FBDC3149E008}" dt="2021-08-31T18:11:01.264" v="522" actId="478"/>
          <ac:spMkLst>
            <pc:docMk/>
            <pc:sldMk cId="2885267831" sldId="355"/>
            <ac:spMk id="40" creationId="{EAE2AA81-7A32-458E-A7A2-5FFB120741F6}"/>
          </ac:spMkLst>
        </pc:spChg>
        <pc:spChg chg="add del">
          <ac:chgData name="365 Pro Plus" userId="8a4ede6a-2f8b-4c6e-b52c-08ce3e3b5c4d" providerId="ADAL" clId="{E91601CC-018A-44E3-BE1A-FBDC3149E008}" dt="2021-08-31T18:11:01.264" v="522" actId="478"/>
          <ac:spMkLst>
            <pc:docMk/>
            <pc:sldMk cId="2885267831" sldId="355"/>
            <ac:spMk id="41" creationId="{8839D982-D725-4550-9B75-90A5F70BCE71}"/>
          </ac:spMkLst>
        </pc:spChg>
        <pc:picChg chg="add del">
          <ac:chgData name="365 Pro Plus" userId="8a4ede6a-2f8b-4c6e-b52c-08ce3e3b5c4d" providerId="ADAL" clId="{E91601CC-018A-44E3-BE1A-FBDC3149E008}" dt="2021-08-31T18:11:01.264" v="522" actId="478"/>
          <ac:picMkLst>
            <pc:docMk/>
            <pc:sldMk cId="2885267831" sldId="355"/>
            <ac:picMk id="32" creationId="{456E2FD8-BE76-4259-B357-6B2A2FE64780}"/>
          </ac:picMkLst>
        </pc:picChg>
        <pc:picChg chg="add del">
          <ac:chgData name="365 Pro Plus" userId="8a4ede6a-2f8b-4c6e-b52c-08ce3e3b5c4d" providerId="ADAL" clId="{E91601CC-018A-44E3-BE1A-FBDC3149E008}" dt="2021-08-31T18:11:01.264" v="522" actId="478"/>
          <ac:picMkLst>
            <pc:docMk/>
            <pc:sldMk cId="2885267831" sldId="355"/>
            <ac:picMk id="33" creationId="{1F655263-06AE-4863-AD2F-C969731487A7}"/>
          </ac:picMkLst>
        </pc:picChg>
        <pc:cxnChg chg="add del mod">
          <ac:chgData name="365 Pro Plus" userId="8a4ede6a-2f8b-4c6e-b52c-08ce3e3b5c4d" providerId="ADAL" clId="{E91601CC-018A-44E3-BE1A-FBDC3149E008}" dt="2021-08-31T18:11:01.264" v="522" actId="478"/>
          <ac:cxnSpMkLst>
            <pc:docMk/>
            <pc:sldMk cId="2885267831" sldId="355"/>
            <ac:cxnSpMk id="35" creationId="{13BCC6CA-5BA1-41B6-9DE3-8F73A6614FE8}"/>
          </ac:cxnSpMkLst>
        </pc:cxnChg>
      </pc:sldChg>
      <pc:sldChg chg="addSp delSp modSp new add del mod">
        <pc:chgData name="365 Pro Plus" userId="8a4ede6a-2f8b-4c6e-b52c-08ce3e3b5c4d" providerId="ADAL" clId="{E91601CC-018A-44E3-BE1A-FBDC3149E008}" dt="2021-09-01T04:25:15.902" v="827" actId="47"/>
        <pc:sldMkLst>
          <pc:docMk/>
          <pc:sldMk cId="3729968206" sldId="355"/>
        </pc:sldMkLst>
        <pc:spChg chg="mod">
          <ac:chgData name="365 Pro Plus" userId="8a4ede6a-2f8b-4c6e-b52c-08ce3e3b5c4d" providerId="ADAL" clId="{E91601CC-018A-44E3-BE1A-FBDC3149E008}" dt="2021-08-31T18:11:34.308" v="527"/>
          <ac:spMkLst>
            <pc:docMk/>
            <pc:sldMk cId="3729968206" sldId="355"/>
            <ac:spMk id="2" creationId="{257F14B2-DACC-4D75-BF7B-DCF3EBE9C0C7}"/>
          </ac:spMkLst>
        </pc:spChg>
        <pc:spChg chg="mod">
          <ac:chgData name="365 Pro Plus" userId="8a4ede6a-2f8b-4c6e-b52c-08ce3e3b5c4d" providerId="ADAL" clId="{E91601CC-018A-44E3-BE1A-FBDC3149E008}" dt="2021-08-31T18:14:05.302" v="580" actId="20577"/>
          <ac:spMkLst>
            <pc:docMk/>
            <pc:sldMk cId="3729968206" sldId="355"/>
            <ac:spMk id="3" creationId="{CF53AFF7-03A0-4882-ACA3-234FC8FCF5D9}"/>
          </ac:spMkLst>
        </pc:spChg>
        <pc:spChg chg="add mod">
          <ac:chgData name="365 Pro Plus" userId="8a4ede6a-2f8b-4c6e-b52c-08ce3e3b5c4d" providerId="ADAL" clId="{E91601CC-018A-44E3-BE1A-FBDC3149E008}" dt="2021-08-31T18:14:13.986" v="581" actId="1076"/>
          <ac:spMkLst>
            <pc:docMk/>
            <pc:sldMk cId="3729968206" sldId="355"/>
            <ac:spMk id="5" creationId="{B8026AE2-3471-44B4-B956-189E2CE2736D}"/>
          </ac:spMkLst>
        </pc:spChg>
        <pc:spChg chg="add del mod">
          <ac:chgData name="365 Pro Plus" userId="8a4ede6a-2f8b-4c6e-b52c-08ce3e3b5c4d" providerId="ADAL" clId="{E91601CC-018A-44E3-BE1A-FBDC3149E008}" dt="2021-08-31T18:12:26.098" v="540" actId="478"/>
          <ac:spMkLst>
            <pc:docMk/>
            <pc:sldMk cId="3729968206" sldId="355"/>
            <ac:spMk id="6" creationId="{B3519A44-F4AD-47A9-B6A9-CE00BE06BBEA}"/>
          </ac:spMkLst>
        </pc:spChg>
        <pc:spChg chg="add del mod">
          <ac:chgData name="365 Pro Plus" userId="8a4ede6a-2f8b-4c6e-b52c-08ce3e3b5c4d" providerId="ADAL" clId="{E91601CC-018A-44E3-BE1A-FBDC3149E008}" dt="2021-08-31T18:12:37.911" v="545" actId="478"/>
          <ac:spMkLst>
            <pc:docMk/>
            <pc:sldMk cId="3729968206" sldId="355"/>
            <ac:spMk id="7" creationId="{C520FEA7-CD6E-42AF-9333-D1A0EE62B3C2}"/>
          </ac:spMkLst>
        </pc:spChg>
        <pc:spChg chg="add del mod">
          <ac:chgData name="365 Pro Plus" userId="8a4ede6a-2f8b-4c6e-b52c-08ce3e3b5c4d" providerId="ADAL" clId="{E91601CC-018A-44E3-BE1A-FBDC3149E008}" dt="2021-08-31T18:12:57.839" v="552" actId="478"/>
          <ac:spMkLst>
            <pc:docMk/>
            <pc:sldMk cId="3729968206" sldId="355"/>
            <ac:spMk id="8" creationId="{83DAE28D-4DD2-404F-B435-37812548734C}"/>
          </ac:spMkLst>
        </pc:spChg>
        <pc:spChg chg="add del mod">
          <ac:chgData name="365 Pro Plus" userId="8a4ede6a-2f8b-4c6e-b52c-08ce3e3b5c4d" providerId="ADAL" clId="{E91601CC-018A-44E3-BE1A-FBDC3149E008}" dt="2021-08-31T18:13:03.689" v="555" actId="478"/>
          <ac:spMkLst>
            <pc:docMk/>
            <pc:sldMk cId="3729968206" sldId="355"/>
            <ac:spMk id="9" creationId="{7F40041C-8CFE-4FFA-9AD7-11D99C2212DC}"/>
          </ac:spMkLst>
        </pc:spChg>
        <pc:spChg chg="add del mod">
          <ac:chgData name="365 Pro Plus" userId="8a4ede6a-2f8b-4c6e-b52c-08ce3e3b5c4d" providerId="ADAL" clId="{E91601CC-018A-44E3-BE1A-FBDC3149E008}" dt="2021-08-31T18:13:10.916" v="556" actId="478"/>
          <ac:spMkLst>
            <pc:docMk/>
            <pc:sldMk cId="3729968206" sldId="355"/>
            <ac:spMk id="10" creationId="{C6D09E65-423C-4768-89BD-AAAD9AE2AAD5}"/>
          </ac:spMkLst>
        </pc:spChg>
        <pc:spChg chg="add del mod">
          <ac:chgData name="365 Pro Plus" userId="8a4ede6a-2f8b-4c6e-b52c-08ce3e3b5c4d" providerId="ADAL" clId="{E91601CC-018A-44E3-BE1A-FBDC3149E008}" dt="2021-08-31T18:13:23.362" v="564" actId="478"/>
          <ac:spMkLst>
            <pc:docMk/>
            <pc:sldMk cId="3729968206" sldId="355"/>
            <ac:spMk id="11" creationId="{CA0AAC20-9DA8-4F23-A143-44CAFE7B2F1A}"/>
          </ac:spMkLst>
        </pc:spChg>
        <pc:spChg chg="add del mod">
          <ac:chgData name="365 Pro Plus" userId="8a4ede6a-2f8b-4c6e-b52c-08ce3e3b5c4d" providerId="ADAL" clId="{E91601CC-018A-44E3-BE1A-FBDC3149E008}" dt="2021-08-31T18:13:30.608" v="568" actId="478"/>
          <ac:spMkLst>
            <pc:docMk/>
            <pc:sldMk cId="3729968206" sldId="355"/>
            <ac:spMk id="12" creationId="{597FAA4F-9CCC-41E2-B553-188F7051040B}"/>
          </ac:spMkLst>
        </pc:spChg>
        <pc:spChg chg="add del mod">
          <ac:chgData name="365 Pro Plus" userId="8a4ede6a-2f8b-4c6e-b52c-08ce3e3b5c4d" providerId="ADAL" clId="{E91601CC-018A-44E3-BE1A-FBDC3149E008}" dt="2021-08-31T18:13:36.491" v="571" actId="478"/>
          <ac:spMkLst>
            <pc:docMk/>
            <pc:sldMk cId="3729968206" sldId="355"/>
            <ac:spMk id="13" creationId="{9674471B-AFD6-4D34-BFCC-0BED01061AE8}"/>
          </ac:spMkLst>
        </pc:spChg>
        <pc:spChg chg="add del mod">
          <ac:chgData name="365 Pro Plus" userId="8a4ede6a-2f8b-4c6e-b52c-08ce3e3b5c4d" providerId="ADAL" clId="{E91601CC-018A-44E3-BE1A-FBDC3149E008}" dt="2021-08-31T18:12:10.441" v="535" actId="478"/>
          <ac:spMkLst>
            <pc:docMk/>
            <pc:sldMk cId="3729968206" sldId="355"/>
            <ac:spMk id="14" creationId="{1E31FC33-9D3B-43C8-AAD4-9496579DA7BD}"/>
          </ac:spMkLst>
        </pc:spChg>
        <pc:picChg chg="add mod">
          <ac:chgData name="365 Pro Plus" userId="8a4ede6a-2f8b-4c6e-b52c-08ce3e3b5c4d" providerId="ADAL" clId="{E91601CC-018A-44E3-BE1A-FBDC3149E008}" dt="2021-08-31T18:14:13.986" v="581" actId="1076"/>
          <ac:picMkLst>
            <pc:docMk/>
            <pc:sldMk cId="3729968206" sldId="355"/>
            <ac:picMk id="4" creationId="{F61DBB9B-8B64-4865-BE98-5B4A2912B616}"/>
          </ac:picMkLst>
        </pc:picChg>
      </pc:sldChg>
      <pc:sldChg chg="del">
        <pc:chgData name="365 Pro Plus" userId="8a4ede6a-2f8b-4c6e-b52c-08ce3e3b5c4d" providerId="ADAL" clId="{E91601CC-018A-44E3-BE1A-FBDC3149E008}" dt="2021-08-31T17:02:46.409" v="2" actId="2696"/>
        <pc:sldMkLst>
          <pc:docMk/>
          <pc:sldMk cId="669401237" sldId="356"/>
        </pc:sldMkLst>
      </pc:sldChg>
      <pc:sldChg chg="modSp add mod ord">
        <pc:chgData name="365 Pro Plus" userId="8a4ede6a-2f8b-4c6e-b52c-08ce3e3b5c4d" providerId="ADAL" clId="{E91601CC-018A-44E3-BE1A-FBDC3149E008}" dt="2021-09-01T04:47:07.305" v="1065" actId="20577"/>
        <pc:sldMkLst>
          <pc:docMk/>
          <pc:sldMk cId="1233649614" sldId="356"/>
        </pc:sldMkLst>
        <pc:spChg chg="mod">
          <ac:chgData name="365 Pro Plus" userId="8a4ede6a-2f8b-4c6e-b52c-08ce3e3b5c4d" providerId="ADAL" clId="{E91601CC-018A-44E3-BE1A-FBDC3149E008}" dt="2021-09-01T04:47:07.305" v="1065" actId="20577"/>
          <ac:spMkLst>
            <pc:docMk/>
            <pc:sldMk cId="1233649614" sldId="356"/>
            <ac:spMk id="2" creationId="{53DB3B9E-0946-4C05-B8FD-53181A308FB1}"/>
          </ac:spMkLst>
        </pc:spChg>
        <pc:spChg chg="mod">
          <ac:chgData name="365 Pro Plus" userId="8a4ede6a-2f8b-4c6e-b52c-08ce3e3b5c4d" providerId="ADAL" clId="{E91601CC-018A-44E3-BE1A-FBDC3149E008}" dt="2021-09-01T04:43:05.492" v="980" actId="20577"/>
          <ac:spMkLst>
            <pc:docMk/>
            <pc:sldMk cId="1233649614" sldId="356"/>
            <ac:spMk id="3" creationId="{DDECD5AE-A79F-41A9-8EE2-614DA44944CE}"/>
          </ac:spMkLst>
        </pc:spChg>
      </pc:sldChg>
      <pc:sldChg chg="addSp delSp modSp add del mod">
        <pc:chgData name="365 Pro Plus" userId="8a4ede6a-2f8b-4c6e-b52c-08ce3e3b5c4d" providerId="ADAL" clId="{E91601CC-018A-44E3-BE1A-FBDC3149E008}" dt="2021-09-01T04:25:15.902" v="827" actId="47"/>
        <pc:sldMkLst>
          <pc:docMk/>
          <pc:sldMk cId="3656384013" sldId="356"/>
        </pc:sldMkLst>
        <pc:spChg chg="mod">
          <ac:chgData name="365 Pro Plus" userId="8a4ede6a-2f8b-4c6e-b52c-08ce3e3b5c4d" providerId="ADAL" clId="{E91601CC-018A-44E3-BE1A-FBDC3149E008}" dt="2021-08-31T18:14:29.649" v="584" actId="20577"/>
          <ac:spMkLst>
            <pc:docMk/>
            <pc:sldMk cId="3656384013" sldId="356"/>
            <ac:spMk id="2" creationId="{257F14B2-DACC-4D75-BF7B-DCF3EBE9C0C7}"/>
          </ac:spMkLst>
        </pc:spChg>
        <pc:spChg chg="mod">
          <ac:chgData name="365 Pro Plus" userId="8a4ede6a-2f8b-4c6e-b52c-08ce3e3b5c4d" providerId="ADAL" clId="{E91601CC-018A-44E3-BE1A-FBDC3149E008}" dt="2021-08-31T18:16:57.953" v="723" actId="20577"/>
          <ac:spMkLst>
            <pc:docMk/>
            <pc:sldMk cId="3656384013" sldId="356"/>
            <ac:spMk id="3" creationId="{CF53AFF7-03A0-4882-ACA3-234FC8FCF5D9}"/>
          </ac:spMkLst>
        </pc:spChg>
        <pc:spChg chg="del">
          <ac:chgData name="365 Pro Plus" userId="8a4ede6a-2f8b-4c6e-b52c-08ce3e3b5c4d" providerId="ADAL" clId="{E91601CC-018A-44E3-BE1A-FBDC3149E008}" dt="2021-08-31T18:14:36.179" v="585" actId="478"/>
          <ac:spMkLst>
            <pc:docMk/>
            <pc:sldMk cId="3656384013" sldId="356"/>
            <ac:spMk id="5" creationId="{B8026AE2-3471-44B4-B956-189E2CE2736D}"/>
          </ac:spMkLst>
        </pc:spChg>
        <pc:spChg chg="add mod">
          <ac:chgData name="365 Pro Plus" userId="8a4ede6a-2f8b-4c6e-b52c-08ce3e3b5c4d" providerId="ADAL" clId="{E91601CC-018A-44E3-BE1A-FBDC3149E008}" dt="2021-08-31T18:17:09.899" v="725" actId="1076"/>
          <ac:spMkLst>
            <pc:docMk/>
            <pc:sldMk cId="3656384013" sldId="356"/>
            <ac:spMk id="7" creationId="{82ADA3F0-212B-41AD-9827-BD9B84BC10EE}"/>
          </ac:spMkLst>
        </pc:spChg>
        <pc:spChg chg="add mod">
          <ac:chgData name="365 Pro Plus" userId="8a4ede6a-2f8b-4c6e-b52c-08ce3e3b5c4d" providerId="ADAL" clId="{E91601CC-018A-44E3-BE1A-FBDC3149E008}" dt="2021-08-31T18:17:09.899" v="725" actId="1076"/>
          <ac:spMkLst>
            <pc:docMk/>
            <pc:sldMk cId="3656384013" sldId="356"/>
            <ac:spMk id="9" creationId="{E9E4AC90-BA8E-4AD5-BB2F-95A22DF3C346}"/>
          </ac:spMkLst>
        </pc:spChg>
        <pc:spChg chg="add mod">
          <ac:chgData name="365 Pro Plus" userId="8a4ede6a-2f8b-4c6e-b52c-08ce3e3b5c4d" providerId="ADAL" clId="{E91601CC-018A-44E3-BE1A-FBDC3149E008}" dt="2021-08-31T18:17:09.899" v="725" actId="1076"/>
          <ac:spMkLst>
            <pc:docMk/>
            <pc:sldMk cId="3656384013" sldId="356"/>
            <ac:spMk id="10" creationId="{BA5241F0-85E1-40CA-840A-113FA4AB7F5F}"/>
          </ac:spMkLst>
        </pc:spChg>
        <pc:spChg chg="add mod">
          <ac:chgData name="365 Pro Plus" userId="8a4ede6a-2f8b-4c6e-b52c-08ce3e3b5c4d" providerId="ADAL" clId="{E91601CC-018A-44E3-BE1A-FBDC3149E008}" dt="2021-08-31T18:17:09.899" v="725" actId="1076"/>
          <ac:spMkLst>
            <pc:docMk/>
            <pc:sldMk cId="3656384013" sldId="356"/>
            <ac:spMk id="11" creationId="{366CC602-6970-4496-A56C-4C1528E5664A}"/>
          </ac:spMkLst>
        </pc:spChg>
        <pc:picChg chg="del">
          <ac:chgData name="365 Pro Plus" userId="8a4ede6a-2f8b-4c6e-b52c-08ce3e3b5c4d" providerId="ADAL" clId="{E91601CC-018A-44E3-BE1A-FBDC3149E008}" dt="2021-08-31T18:14:36.179" v="585" actId="478"/>
          <ac:picMkLst>
            <pc:docMk/>
            <pc:sldMk cId="3656384013" sldId="356"/>
            <ac:picMk id="4" creationId="{F61DBB9B-8B64-4865-BE98-5B4A2912B616}"/>
          </ac:picMkLst>
        </pc:picChg>
        <pc:picChg chg="add mod">
          <ac:chgData name="365 Pro Plus" userId="8a4ede6a-2f8b-4c6e-b52c-08ce3e3b5c4d" providerId="ADAL" clId="{E91601CC-018A-44E3-BE1A-FBDC3149E008}" dt="2021-08-31T18:17:09.899" v="725" actId="1076"/>
          <ac:picMkLst>
            <pc:docMk/>
            <pc:sldMk cId="3656384013" sldId="356"/>
            <ac:picMk id="6" creationId="{8646A854-4203-4AC2-AFB0-A2B4153F4A6F}"/>
          </ac:picMkLst>
        </pc:picChg>
        <pc:picChg chg="add mod">
          <ac:chgData name="365 Pro Plus" userId="8a4ede6a-2f8b-4c6e-b52c-08ce3e3b5c4d" providerId="ADAL" clId="{E91601CC-018A-44E3-BE1A-FBDC3149E008}" dt="2021-08-31T18:17:09.899" v="725" actId="1076"/>
          <ac:picMkLst>
            <pc:docMk/>
            <pc:sldMk cId="3656384013" sldId="356"/>
            <ac:picMk id="8" creationId="{A2671B56-4D4C-4470-99EF-FE9A95925A52}"/>
          </ac:picMkLst>
        </pc:picChg>
      </pc:sldChg>
      <pc:sldChg chg="delSp modSp add del mod">
        <pc:chgData name="365 Pro Plus" userId="8a4ede6a-2f8b-4c6e-b52c-08ce3e3b5c4d" providerId="ADAL" clId="{E91601CC-018A-44E3-BE1A-FBDC3149E008}" dt="2021-09-01T04:25:15.902" v="827" actId="47"/>
        <pc:sldMkLst>
          <pc:docMk/>
          <pc:sldMk cId="2457433250" sldId="357"/>
        </pc:sldMkLst>
        <pc:spChg chg="mod">
          <ac:chgData name="365 Pro Plus" userId="8a4ede6a-2f8b-4c6e-b52c-08ce3e3b5c4d" providerId="ADAL" clId="{E91601CC-018A-44E3-BE1A-FBDC3149E008}" dt="2021-08-31T18:17:26.852" v="729" actId="20577"/>
          <ac:spMkLst>
            <pc:docMk/>
            <pc:sldMk cId="2457433250" sldId="357"/>
            <ac:spMk id="2" creationId="{257F14B2-DACC-4D75-BF7B-DCF3EBE9C0C7}"/>
          </ac:spMkLst>
        </pc:spChg>
        <pc:spChg chg="mod">
          <ac:chgData name="365 Pro Plus" userId="8a4ede6a-2f8b-4c6e-b52c-08ce3e3b5c4d" providerId="ADAL" clId="{E91601CC-018A-44E3-BE1A-FBDC3149E008}" dt="2021-08-31T18:17:55.986" v="750"/>
          <ac:spMkLst>
            <pc:docMk/>
            <pc:sldMk cId="2457433250" sldId="357"/>
            <ac:spMk id="3" creationId="{CF53AFF7-03A0-4882-ACA3-234FC8FCF5D9}"/>
          </ac:spMkLst>
        </pc:spChg>
        <pc:spChg chg="del">
          <ac:chgData name="365 Pro Plus" userId="8a4ede6a-2f8b-4c6e-b52c-08ce3e3b5c4d" providerId="ADAL" clId="{E91601CC-018A-44E3-BE1A-FBDC3149E008}" dt="2021-08-31T18:17:23.171" v="728" actId="478"/>
          <ac:spMkLst>
            <pc:docMk/>
            <pc:sldMk cId="2457433250" sldId="357"/>
            <ac:spMk id="7" creationId="{82ADA3F0-212B-41AD-9827-BD9B84BC10EE}"/>
          </ac:spMkLst>
        </pc:spChg>
        <pc:spChg chg="del">
          <ac:chgData name="365 Pro Plus" userId="8a4ede6a-2f8b-4c6e-b52c-08ce3e3b5c4d" providerId="ADAL" clId="{E91601CC-018A-44E3-BE1A-FBDC3149E008}" dt="2021-08-31T18:17:23.171" v="728" actId="478"/>
          <ac:spMkLst>
            <pc:docMk/>
            <pc:sldMk cId="2457433250" sldId="357"/>
            <ac:spMk id="9" creationId="{E9E4AC90-BA8E-4AD5-BB2F-95A22DF3C346}"/>
          </ac:spMkLst>
        </pc:spChg>
        <pc:spChg chg="del">
          <ac:chgData name="365 Pro Plus" userId="8a4ede6a-2f8b-4c6e-b52c-08ce3e3b5c4d" providerId="ADAL" clId="{E91601CC-018A-44E3-BE1A-FBDC3149E008}" dt="2021-08-31T18:17:23.171" v="728" actId="478"/>
          <ac:spMkLst>
            <pc:docMk/>
            <pc:sldMk cId="2457433250" sldId="357"/>
            <ac:spMk id="10" creationId="{BA5241F0-85E1-40CA-840A-113FA4AB7F5F}"/>
          </ac:spMkLst>
        </pc:spChg>
        <pc:spChg chg="del">
          <ac:chgData name="365 Pro Plus" userId="8a4ede6a-2f8b-4c6e-b52c-08ce3e3b5c4d" providerId="ADAL" clId="{E91601CC-018A-44E3-BE1A-FBDC3149E008}" dt="2021-08-31T18:17:23.171" v="728" actId="478"/>
          <ac:spMkLst>
            <pc:docMk/>
            <pc:sldMk cId="2457433250" sldId="357"/>
            <ac:spMk id="11" creationId="{366CC602-6970-4496-A56C-4C1528E5664A}"/>
          </ac:spMkLst>
        </pc:spChg>
        <pc:picChg chg="del">
          <ac:chgData name="365 Pro Plus" userId="8a4ede6a-2f8b-4c6e-b52c-08ce3e3b5c4d" providerId="ADAL" clId="{E91601CC-018A-44E3-BE1A-FBDC3149E008}" dt="2021-08-31T18:17:23.171" v="728" actId="478"/>
          <ac:picMkLst>
            <pc:docMk/>
            <pc:sldMk cId="2457433250" sldId="357"/>
            <ac:picMk id="6" creationId="{8646A854-4203-4AC2-AFB0-A2B4153F4A6F}"/>
          </ac:picMkLst>
        </pc:picChg>
        <pc:picChg chg="del">
          <ac:chgData name="365 Pro Plus" userId="8a4ede6a-2f8b-4c6e-b52c-08ce3e3b5c4d" providerId="ADAL" clId="{E91601CC-018A-44E3-BE1A-FBDC3149E008}" dt="2021-08-31T18:17:23.171" v="728" actId="478"/>
          <ac:picMkLst>
            <pc:docMk/>
            <pc:sldMk cId="2457433250" sldId="357"/>
            <ac:picMk id="8" creationId="{A2671B56-4D4C-4470-99EF-FE9A95925A52}"/>
          </ac:picMkLst>
        </pc:picChg>
      </pc:sldChg>
      <pc:sldChg chg="del">
        <pc:chgData name="365 Pro Plus" userId="8a4ede6a-2f8b-4c6e-b52c-08ce3e3b5c4d" providerId="ADAL" clId="{E91601CC-018A-44E3-BE1A-FBDC3149E008}" dt="2021-08-31T17:02:46.409" v="2" actId="2696"/>
        <pc:sldMkLst>
          <pc:docMk/>
          <pc:sldMk cId="3938207314" sldId="357"/>
        </pc:sldMkLst>
      </pc:sldChg>
      <pc:sldChg chg="addSp modSp add mod">
        <pc:chgData name="365 Pro Plus" userId="8a4ede6a-2f8b-4c6e-b52c-08ce3e3b5c4d" providerId="ADAL" clId="{E91601CC-018A-44E3-BE1A-FBDC3149E008}" dt="2021-09-01T04:47:15.526" v="1066"/>
        <pc:sldMkLst>
          <pc:docMk/>
          <pc:sldMk cId="4064009573" sldId="357"/>
        </pc:sldMkLst>
        <pc:spChg chg="mod">
          <ac:chgData name="365 Pro Plus" userId="8a4ede6a-2f8b-4c6e-b52c-08ce3e3b5c4d" providerId="ADAL" clId="{E91601CC-018A-44E3-BE1A-FBDC3149E008}" dt="2021-09-01T04:47:15.526" v="1066"/>
          <ac:spMkLst>
            <pc:docMk/>
            <pc:sldMk cId="4064009573" sldId="357"/>
            <ac:spMk id="2" creationId="{53DB3B9E-0946-4C05-B8FD-53181A308FB1}"/>
          </ac:spMkLst>
        </pc:spChg>
        <pc:spChg chg="mod">
          <ac:chgData name="365 Pro Plus" userId="8a4ede6a-2f8b-4c6e-b52c-08ce3e3b5c4d" providerId="ADAL" clId="{E91601CC-018A-44E3-BE1A-FBDC3149E008}" dt="2021-09-01T04:45:58.016" v="1041" actId="1076"/>
          <ac:spMkLst>
            <pc:docMk/>
            <pc:sldMk cId="4064009573" sldId="357"/>
            <ac:spMk id="3" creationId="{DDECD5AE-A79F-41A9-8EE2-614DA44944CE}"/>
          </ac:spMkLst>
        </pc:spChg>
        <pc:graphicFrameChg chg="add mod modGraphic">
          <ac:chgData name="365 Pro Plus" userId="8a4ede6a-2f8b-4c6e-b52c-08ce3e3b5c4d" providerId="ADAL" clId="{E91601CC-018A-44E3-BE1A-FBDC3149E008}" dt="2021-09-01T04:46:33.427" v="1052" actId="403"/>
          <ac:graphicFrameMkLst>
            <pc:docMk/>
            <pc:sldMk cId="4064009573" sldId="357"/>
            <ac:graphicFrameMk id="4" creationId="{4DC5FA6A-C50E-4C32-AF2A-07BC93717EA7}"/>
          </ac:graphicFrameMkLst>
        </pc:graphicFrameChg>
      </pc:sldChg>
      <pc:sldChg chg="del">
        <pc:chgData name="365 Pro Plus" userId="8a4ede6a-2f8b-4c6e-b52c-08ce3e3b5c4d" providerId="ADAL" clId="{E91601CC-018A-44E3-BE1A-FBDC3149E008}" dt="2021-08-31T17:02:46.409" v="2" actId="2696"/>
        <pc:sldMkLst>
          <pc:docMk/>
          <pc:sldMk cId="1128507640" sldId="358"/>
        </pc:sldMkLst>
      </pc:sldChg>
      <pc:sldChg chg="addSp delSp modSp add mod">
        <pc:chgData name="365 Pro Plus" userId="8a4ede6a-2f8b-4c6e-b52c-08ce3e3b5c4d" providerId="ADAL" clId="{E91601CC-018A-44E3-BE1A-FBDC3149E008}" dt="2021-09-01T04:49:55.926" v="1100" actId="404"/>
        <pc:sldMkLst>
          <pc:docMk/>
          <pc:sldMk cId="3502129480" sldId="358"/>
        </pc:sldMkLst>
        <pc:spChg chg="mod">
          <ac:chgData name="365 Pro Plus" userId="8a4ede6a-2f8b-4c6e-b52c-08ce3e3b5c4d" providerId="ADAL" clId="{E91601CC-018A-44E3-BE1A-FBDC3149E008}" dt="2021-09-01T04:47:18.071" v="1067"/>
          <ac:spMkLst>
            <pc:docMk/>
            <pc:sldMk cId="3502129480" sldId="358"/>
            <ac:spMk id="2" creationId="{53DB3B9E-0946-4C05-B8FD-53181A308FB1}"/>
          </ac:spMkLst>
        </pc:spChg>
        <pc:spChg chg="del mod">
          <ac:chgData name="365 Pro Plus" userId="8a4ede6a-2f8b-4c6e-b52c-08ce3e3b5c4d" providerId="ADAL" clId="{E91601CC-018A-44E3-BE1A-FBDC3149E008}" dt="2021-09-01T04:48:50.888" v="1078" actId="478"/>
          <ac:spMkLst>
            <pc:docMk/>
            <pc:sldMk cId="3502129480" sldId="358"/>
            <ac:spMk id="3" creationId="{DDECD5AE-A79F-41A9-8EE2-614DA44944CE}"/>
          </ac:spMkLst>
        </pc:spChg>
        <pc:spChg chg="add del">
          <ac:chgData name="365 Pro Plus" userId="8a4ede6a-2f8b-4c6e-b52c-08ce3e3b5c4d" providerId="ADAL" clId="{E91601CC-018A-44E3-BE1A-FBDC3149E008}" dt="2021-09-01T04:47:28.510" v="1070" actId="22"/>
          <ac:spMkLst>
            <pc:docMk/>
            <pc:sldMk cId="3502129480" sldId="358"/>
            <ac:spMk id="6" creationId="{07D0E658-506C-4B4E-B0D3-7FE18791B00E}"/>
          </ac:spMkLst>
        </pc:spChg>
        <pc:spChg chg="add del mod">
          <ac:chgData name="365 Pro Plus" userId="8a4ede6a-2f8b-4c6e-b52c-08ce3e3b5c4d" providerId="ADAL" clId="{E91601CC-018A-44E3-BE1A-FBDC3149E008}" dt="2021-09-01T04:48:56.682" v="1080"/>
          <ac:spMkLst>
            <pc:docMk/>
            <pc:sldMk cId="3502129480" sldId="358"/>
            <ac:spMk id="9" creationId="{B6A41A06-07CD-41CC-896A-25905007045A}"/>
          </ac:spMkLst>
        </pc:spChg>
        <pc:graphicFrameChg chg="del">
          <ac:chgData name="365 Pro Plus" userId="8a4ede6a-2f8b-4c6e-b52c-08ce3e3b5c4d" providerId="ADAL" clId="{E91601CC-018A-44E3-BE1A-FBDC3149E008}" dt="2021-09-01T04:47:26.822" v="1068" actId="478"/>
          <ac:graphicFrameMkLst>
            <pc:docMk/>
            <pc:sldMk cId="3502129480" sldId="358"/>
            <ac:graphicFrameMk id="4" creationId="{4DC5FA6A-C50E-4C32-AF2A-07BC93717EA7}"/>
          </ac:graphicFrameMkLst>
        </pc:graphicFrameChg>
        <pc:graphicFrameChg chg="add del mod modGraphic">
          <ac:chgData name="365 Pro Plus" userId="8a4ede6a-2f8b-4c6e-b52c-08ce3e3b5c4d" providerId="ADAL" clId="{E91601CC-018A-44E3-BE1A-FBDC3149E008}" dt="2021-09-01T04:48:53.888" v="1079" actId="21"/>
          <ac:graphicFrameMkLst>
            <pc:docMk/>
            <pc:sldMk cId="3502129480" sldId="358"/>
            <ac:graphicFrameMk id="7" creationId="{220B4152-01C0-479B-8B9E-D294A6080CE4}"/>
          </ac:graphicFrameMkLst>
        </pc:graphicFrameChg>
        <pc:graphicFrameChg chg="add mod modGraphic">
          <ac:chgData name="365 Pro Plus" userId="8a4ede6a-2f8b-4c6e-b52c-08ce3e3b5c4d" providerId="ADAL" clId="{E91601CC-018A-44E3-BE1A-FBDC3149E008}" dt="2021-09-01T04:49:55.926" v="1100" actId="404"/>
          <ac:graphicFrameMkLst>
            <pc:docMk/>
            <pc:sldMk cId="3502129480" sldId="358"/>
            <ac:graphicFrameMk id="10" creationId="{36CA0DAD-655F-4C4F-99B6-11115376DB4F}"/>
          </ac:graphicFrameMkLst>
        </pc:graphicFrameChg>
      </pc:sldChg>
      <pc:sldChg chg="addSp delSp modSp add mod ord">
        <pc:chgData name="365 Pro Plus" userId="8a4ede6a-2f8b-4c6e-b52c-08ce3e3b5c4d" providerId="ADAL" clId="{E91601CC-018A-44E3-BE1A-FBDC3149E008}" dt="2021-09-01T04:52:11.447" v="1132" actId="2710"/>
        <pc:sldMkLst>
          <pc:docMk/>
          <pc:sldMk cId="214165969" sldId="359"/>
        </pc:sldMkLst>
        <pc:spChg chg="mod">
          <ac:chgData name="365 Pro Plus" userId="8a4ede6a-2f8b-4c6e-b52c-08ce3e3b5c4d" providerId="ADAL" clId="{E91601CC-018A-44E3-BE1A-FBDC3149E008}" dt="2021-09-01T04:52:11.447" v="1132" actId="2710"/>
          <ac:spMkLst>
            <pc:docMk/>
            <pc:sldMk cId="214165969" sldId="359"/>
            <ac:spMk id="3" creationId="{DDECD5AE-A79F-41A9-8EE2-614DA44944CE}"/>
          </ac:spMkLst>
        </pc:spChg>
        <pc:graphicFrameChg chg="del">
          <ac:chgData name="365 Pro Plus" userId="8a4ede6a-2f8b-4c6e-b52c-08ce3e3b5c4d" providerId="ADAL" clId="{E91601CC-018A-44E3-BE1A-FBDC3149E008}" dt="2021-09-01T04:50:18.605" v="1106" actId="478"/>
          <ac:graphicFrameMkLst>
            <pc:docMk/>
            <pc:sldMk cId="214165969" sldId="359"/>
            <ac:graphicFrameMk id="4" creationId="{4DC5FA6A-C50E-4C32-AF2A-07BC93717EA7}"/>
          </ac:graphicFrameMkLst>
        </pc:graphicFrameChg>
        <pc:graphicFrameChg chg="add mod modGraphic">
          <ac:chgData name="365 Pro Plus" userId="8a4ede6a-2f8b-4c6e-b52c-08ce3e3b5c4d" providerId="ADAL" clId="{E91601CC-018A-44E3-BE1A-FBDC3149E008}" dt="2021-09-01T04:50:51.157" v="1117" actId="113"/>
          <ac:graphicFrameMkLst>
            <pc:docMk/>
            <pc:sldMk cId="214165969" sldId="359"/>
            <ac:graphicFrameMk id="5" creationId="{8E908DC5-02E7-4650-821B-C96FB118957E}"/>
          </ac:graphicFrameMkLst>
        </pc:graphicFrameChg>
      </pc:sldChg>
      <pc:sldChg chg="add del">
        <pc:chgData name="365 Pro Plus" userId="8a4ede6a-2f8b-4c6e-b52c-08ce3e3b5c4d" providerId="ADAL" clId="{E91601CC-018A-44E3-BE1A-FBDC3149E008}" dt="2021-09-01T04:50:11.563" v="1102" actId="2890"/>
        <pc:sldMkLst>
          <pc:docMk/>
          <pc:sldMk cId="323239496" sldId="359"/>
        </pc:sldMkLst>
      </pc:sldChg>
      <pc:sldChg chg="del">
        <pc:chgData name="365 Pro Plus" userId="8a4ede6a-2f8b-4c6e-b52c-08ce3e3b5c4d" providerId="ADAL" clId="{E91601CC-018A-44E3-BE1A-FBDC3149E008}" dt="2021-08-31T17:02:46.409" v="2" actId="2696"/>
        <pc:sldMkLst>
          <pc:docMk/>
          <pc:sldMk cId="3331582453" sldId="359"/>
        </pc:sldMkLst>
      </pc:sldChg>
      <pc:sldChg chg="modSp add mod ord">
        <pc:chgData name="365 Pro Plus" userId="8a4ede6a-2f8b-4c6e-b52c-08ce3e3b5c4d" providerId="ADAL" clId="{E91601CC-018A-44E3-BE1A-FBDC3149E008}" dt="2021-09-01T04:53:05.549" v="1144" actId="20577"/>
        <pc:sldMkLst>
          <pc:docMk/>
          <pc:sldMk cId="683689106" sldId="360"/>
        </pc:sldMkLst>
        <pc:spChg chg="mod">
          <ac:chgData name="365 Pro Plus" userId="8a4ede6a-2f8b-4c6e-b52c-08ce3e3b5c4d" providerId="ADAL" clId="{E91601CC-018A-44E3-BE1A-FBDC3149E008}" dt="2021-09-01T04:53:05.549" v="1144" actId="20577"/>
          <ac:spMkLst>
            <pc:docMk/>
            <pc:sldMk cId="683689106" sldId="360"/>
            <ac:spMk id="2" creationId="{0A98D763-1B09-4579-9FDE-876D5F6D6527}"/>
          </ac:spMkLst>
        </pc:spChg>
      </pc:sldChg>
      <pc:sldChg chg="delSp modSp add mod ord">
        <pc:chgData name="365 Pro Plus" userId="8a4ede6a-2f8b-4c6e-b52c-08ce3e3b5c4d" providerId="ADAL" clId="{E91601CC-018A-44E3-BE1A-FBDC3149E008}" dt="2021-09-01T05:10:29.582" v="2091" actId="20578"/>
        <pc:sldMkLst>
          <pc:docMk/>
          <pc:sldMk cId="210611700" sldId="361"/>
        </pc:sldMkLst>
        <pc:spChg chg="mod">
          <ac:chgData name="365 Pro Plus" userId="8a4ede6a-2f8b-4c6e-b52c-08ce3e3b5c4d" providerId="ADAL" clId="{E91601CC-018A-44E3-BE1A-FBDC3149E008}" dt="2021-09-01T04:54:00.866" v="1185" actId="20577"/>
          <ac:spMkLst>
            <pc:docMk/>
            <pc:sldMk cId="210611700" sldId="361"/>
            <ac:spMk id="2" creationId="{53DB3B9E-0946-4C05-B8FD-53181A308FB1}"/>
          </ac:spMkLst>
        </pc:spChg>
        <pc:spChg chg="mod">
          <ac:chgData name="365 Pro Plus" userId="8a4ede6a-2f8b-4c6e-b52c-08ce3e3b5c4d" providerId="ADAL" clId="{E91601CC-018A-44E3-BE1A-FBDC3149E008}" dt="2021-09-01T04:56:50.535" v="1580" actId="20577"/>
          <ac:spMkLst>
            <pc:docMk/>
            <pc:sldMk cId="210611700" sldId="361"/>
            <ac:spMk id="3" creationId="{DDECD5AE-A79F-41A9-8EE2-614DA44944CE}"/>
          </ac:spMkLst>
        </pc:spChg>
        <pc:graphicFrameChg chg="del">
          <ac:chgData name="365 Pro Plus" userId="8a4ede6a-2f8b-4c6e-b52c-08ce3e3b5c4d" providerId="ADAL" clId="{E91601CC-018A-44E3-BE1A-FBDC3149E008}" dt="2021-09-01T04:54:25.686" v="1228" actId="478"/>
          <ac:graphicFrameMkLst>
            <pc:docMk/>
            <pc:sldMk cId="210611700" sldId="361"/>
            <ac:graphicFrameMk id="5" creationId="{8E908DC5-02E7-4650-821B-C96FB118957E}"/>
          </ac:graphicFrameMkLst>
        </pc:graphicFrameChg>
      </pc:sldChg>
      <pc:sldChg chg="modSp add del mod ord">
        <pc:chgData name="365 Pro Plus" userId="8a4ede6a-2f8b-4c6e-b52c-08ce3e3b5c4d" providerId="ADAL" clId="{E91601CC-018A-44E3-BE1A-FBDC3149E008}" dt="2021-09-01T05:10:31.207" v="2093" actId="47"/>
        <pc:sldMkLst>
          <pc:docMk/>
          <pc:sldMk cId="3760441534" sldId="362"/>
        </pc:sldMkLst>
        <pc:spChg chg="mod">
          <ac:chgData name="365 Pro Plus" userId="8a4ede6a-2f8b-4c6e-b52c-08ce3e3b5c4d" providerId="ADAL" clId="{E91601CC-018A-44E3-BE1A-FBDC3149E008}" dt="2021-09-01T05:02:06.407" v="1725" actId="20577"/>
          <ac:spMkLst>
            <pc:docMk/>
            <pc:sldMk cId="3760441534" sldId="362"/>
            <ac:spMk id="2" creationId="{53DB3B9E-0946-4C05-B8FD-53181A308FB1}"/>
          </ac:spMkLst>
        </pc:spChg>
        <pc:spChg chg="mod">
          <ac:chgData name="365 Pro Plus" userId="8a4ede6a-2f8b-4c6e-b52c-08ce3e3b5c4d" providerId="ADAL" clId="{E91601CC-018A-44E3-BE1A-FBDC3149E008}" dt="2021-09-01T05:09:59.628" v="2086" actId="27636"/>
          <ac:spMkLst>
            <pc:docMk/>
            <pc:sldMk cId="3760441534" sldId="362"/>
            <ac:spMk id="3" creationId="{DDECD5AE-A79F-41A9-8EE2-614DA44944C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9e48e6bc6a_0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9e48e6bc6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92185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5163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37620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66213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73670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01417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54247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06170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85582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734356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82379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4218113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909800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275263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259198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705777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620194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40113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5470735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489026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42146263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3422670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053128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0378525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010857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9345067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1290469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20298526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8821486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ampungan Gambar Slide 1"/>
          <p:cNvSpPr>
            <a:spLocks noGrp="1" noRot="1" noChangeAspect="1"/>
          </p:cNvSpPr>
          <p:nvPr>
            <p:ph type="sldImg"/>
          </p:nvPr>
        </p:nvSpPr>
        <p:spPr/>
      </p:sp>
      <p:sp>
        <p:nvSpPr>
          <p:cNvPr id="3" name="Tampungan Catatan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118215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Judul">
    <p:spTree>
      <p:nvGrpSpPr>
        <p:cNvPr id="1" name=""/>
        <p:cNvGrpSpPr/>
        <p:nvPr/>
      </p:nvGrpSpPr>
      <p:grpSpPr>
        <a:xfrm>
          <a:off x="0" y="0"/>
          <a:ext cx="0" cy="0"/>
          <a:chOff x="0" y="0"/>
          <a:chExt cx="0" cy="0"/>
        </a:xfrm>
      </p:grpSpPr>
      <p:sp>
        <p:nvSpPr>
          <p:cNvPr id="2" name="Title 1"/>
          <p:cNvSpPr>
            <a:spLocks noGrp="1"/>
          </p:cNvSpPr>
          <p:nvPr>
            <p:ph type="ctrTitle"/>
          </p:nvPr>
        </p:nvSpPr>
        <p:spPr>
          <a:xfrm>
            <a:off x="514350" y="841772"/>
            <a:ext cx="5829300" cy="1790700"/>
          </a:xfrm>
        </p:spPr>
        <p:txBody>
          <a:bodyPr anchor="b"/>
          <a:lstStyle>
            <a:lvl1pPr algn="ctr">
              <a:defRPr sz="4500"/>
            </a:lvl1pPr>
          </a:lstStyle>
          <a:p>
            <a:r>
              <a:rPr lang="id-ID"/>
              <a:t>Klik untuk mengedit gaya judul Master</a:t>
            </a:r>
            <a:endParaRPr lang="en-US" dirty="0"/>
          </a:p>
        </p:txBody>
      </p:sp>
      <p:sp>
        <p:nvSpPr>
          <p:cNvPr id="3" name="Subtitle 2"/>
          <p:cNvSpPr>
            <a:spLocks noGrp="1"/>
          </p:cNvSpPr>
          <p:nvPr>
            <p:ph type="subTitle" idx="1"/>
          </p:nvPr>
        </p:nvSpPr>
        <p:spPr>
          <a:xfrm>
            <a:off x="857250" y="2701528"/>
            <a:ext cx="51435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d-ID"/>
              <a:t>Klik untuk mengedit gaya subjudul Master</a:t>
            </a:r>
            <a:endParaRPr lang="en-US" dirty="0"/>
          </a:p>
        </p:txBody>
      </p:sp>
      <p:sp>
        <p:nvSpPr>
          <p:cNvPr id="4" name="Date Placeholder 3"/>
          <p:cNvSpPr>
            <a:spLocks noGrp="1"/>
          </p:cNvSpPr>
          <p:nvPr>
            <p:ph type="dt" sz="half" idx="10"/>
          </p:nvPr>
        </p:nvSpPr>
        <p:spPr/>
        <p:txBody>
          <a:bodyPr/>
          <a:lstStyle/>
          <a:p>
            <a:fld id="{31F6E062-67E0-47D5-85D6-231AEA72DD1B}" type="datetimeFigureOut">
              <a:rPr lang="id-ID" smtClean="0"/>
              <a:t>08/09/2021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40905958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Judul dan Kont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Content Placeholder 2"/>
          <p:cNvSpPr>
            <a:spLocks noGrp="1"/>
          </p:cNvSpPr>
          <p:nvPr>
            <p:ph idx="1"/>
          </p:nvPr>
        </p:nvSpPr>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10"/>
          </p:nvPr>
        </p:nvSpPr>
        <p:spPr/>
        <p:txBody>
          <a:bodyPr/>
          <a:lstStyle/>
          <a:p>
            <a:fld id="{31F6E062-67E0-47D5-85D6-231AEA72DD1B}" type="datetimeFigureOut">
              <a:rPr lang="id-ID" smtClean="0"/>
              <a:t>08/09/2021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412381250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eader Bagian">
    <p:spTree>
      <p:nvGrpSpPr>
        <p:cNvPr id="1" name=""/>
        <p:cNvGrpSpPr/>
        <p:nvPr/>
      </p:nvGrpSpPr>
      <p:grpSpPr>
        <a:xfrm>
          <a:off x="0" y="0"/>
          <a:ext cx="0" cy="0"/>
          <a:chOff x="0" y="0"/>
          <a:chExt cx="0" cy="0"/>
        </a:xfrm>
      </p:grpSpPr>
      <p:sp>
        <p:nvSpPr>
          <p:cNvPr id="2" name="Title 1"/>
          <p:cNvSpPr>
            <a:spLocks noGrp="1"/>
          </p:cNvSpPr>
          <p:nvPr>
            <p:ph type="title"/>
          </p:nvPr>
        </p:nvSpPr>
        <p:spPr>
          <a:xfrm>
            <a:off x="467916" y="1282305"/>
            <a:ext cx="5915025" cy="2139553"/>
          </a:xfrm>
        </p:spPr>
        <p:txBody>
          <a:bodyPr anchor="b"/>
          <a:lstStyle>
            <a:lvl1pPr>
              <a:defRPr sz="4500"/>
            </a:lvl1pPr>
          </a:lstStyle>
          <a:p>
            <a:r>
              <a:rPr lang="id-ID"/>
              <a:t>Klik untuk mengedit gaya judul Master</a:t>
            </a:r>
            <a:endParaRPr lang="en-US" dirty="0"/>
          </a:p>
        </p:txBody>
      </p:sp>
      <p:sp>
        <p:nvSpPr>
          <p:cNvPr id="3" name="Text Placeholder 2"/>
          <p:cNvSpPr>
            <a:spLocks noGrp="1"/>
          </p:cNvSpPr>
          <p:nvPr>
            <p:ph type="body" idx="1"/>
          </p:nvPr>
        </p:nvSpPr>
        <p:spPr>
          <a:xfrm>
            <a:off x="467916" y="3442099"/>
            <a:ext cx="5915025"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id-ID"/>
              <a:t>Klik untuk edit gaya teks Master</a:t>
            </a:r>
          </a:p>
        </p:txBody>
      </p:sp>
      <p:sp>
        <p:nvSpPr>
          <p:cNvPr id="4" name="Date Placeholder 3"/>
          <p:cNvSpPr>
            <a:spLocks noGrp="1"/>
          </p:cNvSpPr>
          <p:nvPr>
            <p:ph type="dt" sz="half" idx="10"/>
          </p:nvPr>
        </p:nvSpPr>
        <p:spPr/>
        <p:txBody>
          <a:bodyPr/>
          <a:lstStyle/>
          <a:p>
            <a:fld id="{31F6E062-67E0-47D5-85D6-231AEA72DD1B}" type="datetimeFigureOut">
              <a:rPr lang="id-ID" smtClean="0"/>
              <a:t>08/09/2021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88607269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 Kont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Content Placeholder 2"/>
          <p:cNvSpPr>
            <a:spLocks noGrp="1"/>
          </p:cNvSpPr>
          <p:nvPr>
            <p:ph sz="half" idx="1"/>
          </p:nvPr>
        </p:nvSpPr>
        <p:spPr>
          <a:xfrm>
            <a:off x="471488" y="1369219"/>
            <a:ext cx="2914650" cy="3263504"/>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Content Placeholder 3"/>
          <p:cNvSpPr>
            <a:spLocks noGrp="1"/>
          </p:cNvSpPr>
          <p:nvPr>
            <p:ph sz="half" idx="2"/>
          </p:nvPr>
        </p:nvSpPr>
        <p:spPr>
          <a:xfrm>
            <a:off x="3471863" y="1369219"/>
            <a:ext cx="2914650" cy="3263504"/>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5" name="Date Placeholder 4"/>
          <p:cNvSpPr>
            <a:spLocks noGrp="1"/>
          </p:cNvSpPr>
          <p:nvPr>
            <p:ph type="dt" sz="half" idx="10"/>
          </p:nvPr>
        </p:nvSpPr>
        <p:spPr/>
        <p:txBody>
          <a:bodyPr/>
          <a:lstStyle/>
          <a:p>
            <a:fld id="{31F6E062-67E0-47D5-85D6-231AEA72DD1B}" type="datetimeFigureOut">
              <a:rPr lang="id-ID" smtClean="0"/>
              <a:t>08/09/2021</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256127913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erbandingan">
    <p:spTree>
      <p:nvGrpSpPr>
        <p:cNvPr id="1" name=""/>
        <p:cNvGrpSpPr/>
        <p:nvPr/>
      </p:nvGrpSpPr>
      <p:grpSpPr>
        <a:xfrm>
          <a:off x="0" y="0"/>
          <a:ext cx="0" cy="0"/>
          <a:chOff x="0" y="0"/>
          <a:chExt cx="0" cy="0"/>
        </a:xfrm>
      </p:grpSpPr>
      <p:sp>
        <p:nvSpPr>
          <p:cNvPr id="2" name="Title 1"/>
          <p:cNvSpPr>
            <a:spLocks noGrp="1"/>
          </p:cNvSpPr>
          <p:nvPr>
            <p:ph type="title"/>
          </p:nvPr>
        </p:nvSpPr>
        <p:spPr>
          <a:xfrm>
            <a:off x="472381" y="273845"/>
            <a:ext cx="5915025" cy="994172"/>
          </a:xfrm>
        </p:spPr>
        <p:txBody>
          <a:bodyPr/>
          <a:lstStyle/>
          <a:p>
            <a:r>
              <a:rPr lang="id-ID"/>
              <a:t>Klik untuk mengedit gaya judul Master</a:t>
            </a:r>
            <a:endParaRPr lang="en-US" dirty="0"/>
          </a:p>
        </p:txBody>
      </p:sp>
      <p:sp>
        <p:nvSpPr>
          <p:cNvPr id="3" name="Text Placeholder 2"/>
          <p:cNvSpPr>
            <a:spLocks noGrp="1"/>
          </p:cNvSpPr>
          <p:nvPr>
            <p:ph type="body" idx="1"/>
          </p:nvPr>
        </p:nvSpPr>
        <p:spPr>
          <a:xfrm>
            <a:off x="472381" y="1260872"/>
            <a:ext cx="2901255"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d-ID"/>
              <a:t>Klik untuk edit gaya teks Master</a:t>
            </a:r>
          </a:p>
        </p:txBody>
      </p:sp>
      <p:sp>
        <p:nvSpPr>
          <p:cNvPr id="4" name="Content Placeholder 3"/>
          <p:cNvSpPr>
            <a:spLocks noGrp="1"/>
          </p:cNvSpPr>
          <p:nvPr>
            <p:ph sz="half" idx="2"/>
          </p:nvPr>
        </p:nvSpPr>
        <p:spPr>
          <a:xfrm>
            <a:off x="472381" y="1878806"/>
            <a:ext cx="2901255" cy="2763441"/>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5" name="Text Placeholder 4"/>
          <p:cNvSpPr>
            <a:spLocks noGrp="1"/>
          </p:cNvSpPr>
          <p:nvPr>
            <p:ph type="body" sz="quarter" idx="3"/>
          </p:nvPr>
        </p:nvSpPr>
        <p:spPr>
          <a:xfrm>
            <a:off x="3471863" y="1260872"/>
            <a:ext cx="2915543"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d-ID"/>
              <a:t>Klik untuk edit gaya teks Master</a:t>
            </a:r>
          </a:p>
        </p:txBody>
      </p:sp>
      <p:sp>
        <p:nvSpPr>
          <p:cNvPr id="6" name="Content Placeholder 5"/>
          <p:cNvSpPr>
            <a:spLocks noGrp="1"/>
          </p:cNvSpPr>
          <p:nvPr>
            <p:ph sz="quarter" idx="4"/>
          </p:nvPr>
        </p:nvSpPr>
        <p:spPr>
          <a:xfrm>
            <a:off x="3471863" y="1878806"/>
            <a:ext cx="2915543" cy="2763441"/>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7" name="Date Placeholder 6"/>
          <p:cNvSpPr>
            <a:spLocks noGrp="1"/>
          </p:cNvSpPr>
          <p:nvPr>
            <p:ph type="dt" sz="half" idx="10"/>
          </p:nvPr>
        </p:nvSpPr>
        <p:spPr/>
        <p:txBody>
          <a:bodyPr/>
          <a:lstStyle/>
          <a:p>
            <a:fld id="{31F6E062-67E0-47D5-85D6-231AEA72DD1B}" type="datetimeFigureOut">
              <a:rPr lang="id-ID" smtClean="0"/>
              <a:t>08/09/2021</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327867174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udul Saj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Date Placeholder 2"/>
          <p:cNvSpPr>
            <a:spLocks noGrp="1"/>
          </p:cNvSpPr>
          <p:nvPr>
            <p:ph type="dt" sz="half" idx="10"/>
          </p:nvPr>
        </p:nvSpPr>
        <p:spPr/>
        <p:txBody>
          <a:bodyPr/>
          <a:lstStyle/>
          <a:p>
            <a:fld id="{31F6E062-67E0-47D5-85D6-231AEA72DD1B}" type="datetimeFigureOut">
              <a:rPr lang="id-ID" smtClean="0"/>
              <a:t>08/09/2021</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26953811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Koso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F6E062-67E0-47D5-85D6-231AEA72DD1B}" type="datetimeFigureOut">
              <a:rPr lang="id-ID" smtClean="0"/>
              <a:t>08/09/2021</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146868673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Konten dengan Keterangan">
    <p:spTree>
      <p:nvGrpSpPr>
        <p:cNvPr id="1" name=""/>
        <p:cNvGrpSpPr/>
        <p:nvPr/>
      </p:nvGrpSpPr>
      <p:grpSpPr>
        <a:xfrm>
          <a:off x="0" y="0"/>
          <a:ext cx="0" cy="0"/>
          <a:chOff x="0" y="0"/>
          <a:chExt cx="0" cy="0"/>
        </a:xfrm>
      </p:grpSpPr>
      <p:sp>
        <p:nvSpPr>
          <p:cNvPr id="2" name="Title 1"/>
          <p:cNvSpPr>
            <a:spLocks noGrp="1"/>
          </p:cNvSpPr>
          <p:nvPr>
            <p:ph type="title"/>
          </p:nvPr>
        </p:nvSpPr>
        <p:spPr>
          <a:xfrm>
            <a:off x="472381" y="342900"/>
            <a:ext cx="2211884" cy="1200150"/>
          </a:xfrm>
        </p:spPr>
        <p:txBody>
          <a:bodyPr anchor="b"/>
          <a:lstStyle>
            <a:lvl1pPr>
              <a:defRPr sz="2400"/>
            </a:lvl1pPr>
          </a:lstStyle>
          <a:p>
            <a:r>
              <a:rPr lang="id-ID"/>
              <a:t>Klik untuk mengedit gaya judul Master</a:t>
            </a:r>
            <a:endParaRPr lang="en-US" dirty="0"/>
          </a:p>
        </p:txBody>
      </p:sp>
      <p:sp>
        <p:nvSpPr>
          <p:cNvPr id="3" name="Content Placeholder 2"/>
          <p:cNvSpPr>
            <a:spLocks noGrp="1"/>
          </p:cNvSpPr>
          <p:nvPr>
            <p:ph idx="1"/>
          </p:nvPr>
        </p:nvSpPr>
        <p:spPr>
          <a:xfrm>
            <a:off x="2915543" y="740570"/>
            <a:ext cx="3471863"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Text Placeholder 3"/>
          <p:cNvSpPr>
            <a:spLocks noGrp="1"/>
          </p:cNvSpPr>
          <p:nvPr>
            <p:ph type="body" sz="half" idx="2"/>
          </p:nvPr>
        </p:nvSpPr>
        <p:spPr>
          <a:xfrm>
            <a:off x="472381" y="1543050"/>
            <a:ext cx="2211884"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d-ID"/>
              <a:t>Klik untuk edit gaya teks Master</a:t>
            </a:r>
          </a:p>
        </p:txBody>
      </p:sp>
      <p:sp>
        <p:nvSpPr>
          <p:cNvPr id="5" name="Date Placeholder 4"/>
          <p:cNvSpPr>
            <a:spLocks noGrp="1"/>
          </p:cNvSpPr>
          <p:nvPr>
            <p:ph type="dt" sz="half" idx="10"/>
          </p:nvPr>
        </p:nvSpPr>
        <p:spPr/>
        <p:txBody>
          <a:bodyPr/>
          <a:lstStyle/>
          <a:p>
            <a:fld id="{31F6E062-67E0-47D5-85D6-231AEA72DD1B}" type="datetimeFigureOut">
              <a:rPr lang="id-ID" smtClean="0"/>
              <a:t>08/09/2021</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172966220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Gambar dengan Keterangan">
    <p:spTree>
      <p:nvGrpSpPr>
        <p:cNvPr id="1" name=""/>
        <p:cNvGrpSpPr/>
        <p:nvPr/>
      </p:nvGrpSpPr>
      <p:grpSpPr>
        <a:xfrm>
          <a:off x="0" y="0"/>
          <a:ext cx="0" cy="0"/>
          <a:chOff x="0" y="0"/>
          <a:chExt cx="0" cy="0"/>
        </a:xfrm>
      </p:grpSpPr>
      <p:sp>
        <p:nvSpPr>
          <p:cNvPr id="2" name="Title 1"/>
          <p:cNvSpPr>
            <a:spLocks noGrp="1"/>
          </p:cNvSpPr>
          <p:nvPr>
            <p:ph type="title"/>
          </p:nvPr>
        </p:nvSpPr>
        <p:spPr>
          <a:xfrm>
            <a:off x="472381" y="342900"/>
            <a:ext cx="2211884" cy="1200150"/>
          </a:xfrm>
        </p:spPr>
        <p:txBody>
          <a:bodyPr anchor="b"/>
          <a:lstStyle>
            <a:lvl1pPr>
              <a:defRPr sz="2400"/>
            </a:lvl1pPr>
          </a:lstStyle>
          <a:p>
            <a:r>
              <a:rPr lang="id-ID"/>
              <a:t>Klik untuk mengedit gaya judul Master</a:t>
            </a:r>
            <a:endParaRPr lang="en-US" dirty="0"/>
          </a:p>
        </p:txBody>
      </p:sp>
      <p:sp>
        <p:nvSpPr>
          <p:cNvPr id="3" name="Picture Placeholder 2"/>
          <p:cNvSpPr>
            <a:spLocks noGrp="1" noChangeAspect="1"/>
          </p:cNvSpPr>
          <p:nvPr>
            <p:ph type="pic" idx="1"/>
          </p:nvPr>
        </p:nvSpPr>
        <p:spPr>
          <a:xfrm>
            <a:off x="2915543" y="740570"/>
            <a:ext cx="3471863"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d-ID"/>
              <a:t>Klik ikon untuk menambahkan gambar</a:t>
            </a:r>
            <a:endParaRPr lang="en-US" dirty="0"/>
          </a:p>
        </p:txBody>
      </p:sp>
      <p:sp>
        <p:nvSpPr>
          <p:cNvPr id="4" name="Text Placeholder 3"/>
          <p:cNvSpPr>
            <a:spLocks noGrp="1"/>
          </p:cNvSpPr>
          <p:nvPr>
            <p:ph type="body" sz="half" idx="2"/>
          </p:nvPr>
        </p:nvSpPr>
        <p:spPr>
          <a:xfrm>
            <a:off x="472381" y="1543050"/>
            <a:ext cx="2211884"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d-ID"/>
              <a:t>Klik untuk edit gaya teks Master</a:t>
            </a:r>
          </a:p>
        </p:txBody>
      </p:sp>
      <p:sp>
        <p:nvSpPr>
          <p:cNvPr id="5" name="Date Placeholder 4"/>
          <p:cNvSpPr>
            <a:spLocks noGrp="1"/>
          </p:cNvSpPr>
          <p:nvPr>
            <p:ph type="dt" sz="half" idx="10"/>
          </p:nvPr>
        </p:nvSpPr>
        <p:spPr/>
        <p:txBody>
          <a:bodyPr/>
          <a:lstStyle/>
          <a:p>
            <a:fld id="{31F6E062-67E0-47D5-85D6-231AEA72DD1B}" type="datetimeFigureOut">
              <a:rPr lang="id-ID" smtClean="0"/>
              <a:t>08/09/2021</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34978583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Judul dan Teks Vertik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a:t>Klik untuk mengedit gaya judul Master</a:t>
            </a:r>
            <a:endParaRPr lang="en-US" dirty="0"/>
          </a:p>
        </p:txBody>
      </p:sp>
      <p:sp>
        <p:nvSpPr>
          <p:cNvPr id="3" name="Vertical Text Placeholder 2"/>
          <p:cNvSpPr>
            <a:spLocks noGrp="1"/>
          </p:cNvSpPr>
          <p:nvPr>
            <p:ph type="body" orient="vert" idx="1"/>
          </p:nvPr>
        </p:nvSpPr>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10"/>
          </p:nvPr>
        </p:nvSpPr>
        <p:spPr/>
        <p:txBody>
          <a:bodyPr/>
          <a:lstStyle/>
          <a:p>
            <a:fld id="{31F6E062-67E0-47D5-85D6-231AEA72DD1B}" type="datetimeFigureOut">
              <a:rPr lang="id-ID" smtClean="0"/>
              <a:t>08/09/2021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392311355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Judul Vertikal dan Tek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273844"/>
            <a:ext cx="1478756" cy="4358879"/>
          </a:xfrm>
        </p:spPr>
        <p:txBody>
          <a:bodyPr vert="eaVert"/>
          <a:lstStyle/>
          <a:p>
            <a:r>
              <a:rPr lang="id-ID"/>
              <a:t>Klik untuk mengedit gaya judul Master</a:t>
            </a:r>
            <a:endParaRPr lang="en-US" dirty="0"/>
          </a:p>
        </p:txBody>
      </p:sp>
      <p:sp>
        <p:nvSpPr>
          <p:cNvPr id="3" name="Vertical Text Placeholder 2"/>
          <p:cNvSpPr>
            <a:spLocks noGrp="1"/>
          </p:cNvSpPr>
          <p:nvPr>
            <p:ph type="body" orient="vert" idx="1"/>
          </p:nvPr>
        </p:nvSpPr>
        <p:spPr>
          <a:xfrm>
            <a:off x="471488" y="273844"/>
            <a:ext cx="4350544" cy="4358879"/>
          </a:xfrm>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10"/>
          </p:nvPr>
        </p:nvSpPr>
        <p:spPr/>
        <p:txBody>
          <a:bodyPr/>
          <a:lstStyle/>
          <a:p>
            <a:fld id="{31F6E062-67E0-47D5-85D6-231AEA72DD1B}" type="datetimeFigureOut">
              <a:rPr lang="id-ID" smtClean="0"/>
              <a:t>08/09/2021</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0000000-1234-1234-1234-123412341234}" type="slidenum">
              <a:rPr lang="id" smtClean="0"/>
              <a:pPr/>
              <a:t>‹#›</a:t>
            </a:fld>
            <a:endParaRPr lang="id"/>
          </a:p>
        </p:txBody>
      </p:sp>
    </p:spTree>
    <p:extLst>
      <p:ext uri="{BB962C8B-B14F-4D97-AF65-F5344CB8AC3E}">
        <p14:creationId xmlns:p14="http://schemas.microsoft.com/office/powerpoint/2010/main" val="156805909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273845"/>
            <a:ext cx="5915025" cy="994172"/>
          </a:xfrm>
          <a:prstGeom prst="rect">
            <a:avLst/>
          </a:prstGeom>
        </p:spPr>
        <p:txBody>
          <a:bodyPr vert="horz" lIns="91440" tIns="45720" rIns="91440" bIns="45720" rtlCol="0" anchor="ctr">
            <a:normAutofit/>
          </a:bodyPr>
          <a:lstStyle/>
          <a:p>
            <a:r>
              <a:rPr lang="id-ID"/>
              <a:t>Klik untuk mengedit gaya judul Master</a:t>
            </a:r>
            <a:endParaRPr lang="en-US" dirty="0"/>
          </a:p>
        </p:txBody>
      </p:sp>
      <p:sp>
        <p:nvSpPr>
          <p:cNvPr id="3" name="Text Placeholder 2"/>
          <p:cNvSpPr>
            <a:spLocks noGrp="1"/>
          </p:cNvSpPr>
          <p:nvPr>
            <p:ph type="body" idx="1"/>
          </p:nvPr>
        </p:nvSpPr>
        <p:spPr>
          <a:xfrm>
            <a:off x="471488" y="1369219"/>
            <a:ext cx="5915025" cy="3263504"/>
          </a:xfrm>
          <a:prstGeom prst="rect">
            <a:avLst/>
          </a:prstGeom>
        </p:spPr>
        <p:txBody>
          <a:bodyPr vert="horz" lIns="91440" tIns="45720" rIns="91440" bIns="45720" rtlCol="0">
            <a:normAutofit/>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dirty="0"/>
          </a:p>
        </p:txBody>
      </p:sp>
      <p:sp>
        <p:nvSpPr>
          <p:cNvPr id="4" name="Date Placeholder 3"/>
          <p:cNvSpPr>
            <a:spLocks noGrp="1"/>
          </p:cNvSpPr>
          <p:nvPr>
            <p:ph type="dt" sz="half" idx="2"/>
          </p:nvPr>
        </p:nvSpPr>
        <p:spPr>
          <a:xfrm>
            <a:off x="471488" y="4767264"/>
            <a:ext cx="154305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1F6E062-67E0-47D5-85D6-231AEA72DD1B}" type="datetimeFigureOut">
              <a:rPr lang="id-ID" smtClean="0"/>
              <a:t>08/09/2021</a:t>
            </a:fld>
            <a:endParaRPr lang="id-ID"/>
          </a:p>
        </p:txBody>
      </p:sp>
      <p:sp>
        <p:nvSpPr>
          <p:cNvPr id="5" name="Footer Placeholder 4"/>
          <p:cNvSpPr>
            <a:spLocks noGrp="1"/>
          </p:cNvSpPr>
          <p:nvPr>
            <p:ph type="ftr" sz="quarter" idx="3"/>
          </p:nvPr>
        </p:nvSpPr>
        <p:spPr>
          <a:xfrm>
            <a:off x="2271713" y="4767264"/>
            <a:ext cx="2314575"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4843463" y="4767264"/>
            <a:ext cx="154305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0000000-1234-1234-1234-123412341234}" type="slidenum">
              <a:rPr lang="id" smtClean="0"/>
              <a:pPr/>
              <a:t>‹#›</a:t>
            </a:fld>
            <a:endParaRPr lang="id"/>
          </a:p>
        </p:txBody>
      </p:sp>
    </p:spTree>
    <p:extLst>
      <p:ext uri="{BB962C8B-B14F-4D97-AF65-F5344CB8AC3E}">
        <p14:creationId xmlns:p14="http://schemas.microsoft.com/office/powerpoint/2010/main" val="384420730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p:txBody>
          <a:bodyPr spcFirstLastPara="1" lIns="68569" tIns="68569" rIns="68569" bIns="68569" anchor="b" anchorCtr="0">
            <a:normAutofit/>
          </a:bodyPr>
          <a:lstStyle/>
          <a:p>
            <a:r>
              <a:rPr lang="id-ID" dirty="0"/>
              <a:t>Linear </a:t>
            </a:r>
            <a:r>
              <a:rPr lang="id-ID" dirty="0" err="1"/>
              <a:t>Regression</a:t>
            </a:r>
            <a:endParaRPr dirty="0"/>
          </a:p>
        </p:txBody>
      </p:sp>
      <p:sp>
        <p:nvSpPr>
          <p:cNvPr id="2" name="Subjudul 1">
            <a:extLst>
              <a:ext uri="{FF2B5EF4-FFF2-40B4-BE49-F238E27FC236}">
                <a16:creationId xmlns:a16="http://schemas.microsoft.com/office/drawing/2014/main" id="{D60CB2C1-C816-4518-B132-46753F9C01AC}"/>
              </a:ext>
            </a:extLst>
          </p:cNvPr>
          <p:cNvSpPr>
            <a:spLocks noGrp="1"/>
          </p:cNvSpPr>
          <p:nvPr>
            <p:ph type="body" idx="1"/>
          </p:nvPr>
        </p:nvSpPr>
        <p:spPr/>
        <p:txBody>
          <a:bodyPr>
            <a:normAutofit/>
          </a:bodyPr>
          <a:lstStyle/>
          <a:p>
            <a:pPr>
              <a:lnSpc>
                <a:spcPct val="100000"/>
              </a:lnSpc>
              <a:spcBef>
                <a:spcPts val="0"/>
              </a:spcBef>
            </a:pPr>
            <a:r>
              <a:rPr lang="id-ID" dirty="0">
                <a:latin typeface="+mj-lt"/>
              </a:rPr>
              <a:t>Irwansyah Saputra, S.Kom., M.Kom., MTA</a:t>
            </a:r>
          </a:p>
          <a:p>
            <a:pPr>
              <a:lnSpc>
                <a:spcPct val="100000"/>
              </a:lnSpc>
              <a:spcBef>
                <a:spcPts val="0"/>
              </a:spcBef>
            </a:pPr>
            <a:r>
              <a:rPr lang="id-ID" sz="1200" dirty="0" err="1">
                <a:latin typeface="+mj-lt"/>
              </a:rPr>
              <a:t>Founder</a:t>
            </a:r>
            <a:r>
              <a:rPr lang="id-ID" sz="1200" dirty="0">
                <a:latin typeface="+mj-lt"/>
              </a:rPr>
              <a:t> </a:t>
            </a:r>
            <a:r>
              <a:rPr lang="id-ID" sz="1200" dirty="0" err="1">
                <a:latin typeface="+mj-lt"/>
              </a:rPr>
              <a:t>of</a:t>
            </a:r>
            <a:r>
              <a:rPr lang="id-ID" sz="1200" dirty="0">
                <a:latin typeface="+mj-lt"/>
              </a:rPr>
              <a:t> </a:t>
            </a:r>
            <a:r>
              <a:rPr lang="id-ID" sz="1200" dirty="0" err="1">
                <a:latin typeface="+mj-lt"/>
              </a:rPr>
              <a:t>Multinity</a:t>
            </a:r>
            <a:r>
              <a:rPr lang="id-ID" sz="1200" dirty="0">
                <a:latin typeface="+mj-lt"/>
              </a:rPr>
              <a:t> Indonesia</a:t>
            </a:r>
            <a:endParaRPr lang="en-US" sz="1200"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6BF74E02-C729-418F-86FC-5518C379132A}"/>
              </a:ext>
            </a:extLst>
          </p:cNvPr>
          <p:cNvSpPr>
            <a:spLocks noGrp="1"/>
          </p:cNvSpPr>
          <p:nvPr>
            <p:ph type="title"/>
          </p:nvPr>
        </p:nvSpPr>
        <p:spPr>
          <a:xfrm>
            <a:off x="471488" y="273845"/>
            <a:ext cx="5915025" cy="994172"/>
          </a:xfrm>
        </p:spPr>
        <p:txBody>
          <a:bodyPr/>
          <a:lstStyle/>
          <a:p>
            <a:r>
              <a:rPr lang="id-ID" dirty="0"/>
              <a:t>Tentang Saya</a:t>
            </a:r>
            <a:endParaRPr lang="en-US" dirty="0"/>
          </a:p>
        </p:txBody>
      </p:sp>
      <p:sp>
        <p:nvSpPr>
          <p:cNvPr id="19" name="Content Placeholder 2">
            <a:extLst>
              <a:ext uri="{FF2B5EF4-FFF2-40B4-BE49-F238E27FC236}">
                <a16:creationId xmlns:a16="http://schemas.microsoft.com/office/drawing/2014/main" id="{9725694D-2E47-4BA0-A067-31CA09402C42}"/>
              </a:ext>
            </a:extLst>
          </p:cNvPr>
          <p:cNvSpPr>
            <a:spLocks noGrp="1"/>
          </p:cNvSpPr>
          <p:nvPr>
            <p:ph sz="half" idx="1"/>
          </p:nvPr>
        </p:nvSpPr>
        <p:spPr>
          <a:xfrm>
            <a:off x="471488" y="1369219"/>
            <a:ext cx="2914650" cy="3263504"/>
          </a:xfrm>
        </p:spPr>
        <p:txBody>
          <a:bodyPr>
            <a:normAutofit/>
          </a:bodyPr>
          <a:lstStyle/>
          <a:p>
            <a:pPr>
              <a:lnSpc>
                <a:spcPct val="100000"/>
              </a:lnSpc>
              <a:spcBef>
                <a:spcPts val="300"/>
              </a:spcBef>
            </a:pPr>
            <a:r>
              <a:rPr lang="id-ID" sz="1100" dirty="0"/>
              <a:t>Irwansyah Saputra</a:t>
            </a:r>
          </a:p>
          <a:p>
            <a:pPr>
              <a:lnSpc>
                <a:spcPct val="100000"/>
              </a:lnSpc>
              <a:spcBef>
                <a:spcPts val="300"/>
              </a:spcBef>
            </a:pPr>
            <a:r>
              <a:rPr lang="id-ID" sz="1100" dirty="0"/>
              <a:t>Dosen Ilmu Komputer</a:t>
            </a:r>
          </a:p>
          <a:p>
            <a:pPr>
              <a:lnSpc>
                <a:spcPct val="100000"/>
              </a:lnSpc>
              <a:spcBef>
                <a:spcPts val="300"/>
              </a:spcBef>
            </a:pPr>
            <a:r>
              <a:rPr lang="id-ID" sz="1100" dirty="0"/>
              <a:t>Mahasiswa S3 Ilmu Komputer IPB </a:t>
            </a:r>
            <a:r>
              <a:rPr lang="id-ID" sz="1100" dirty="0" err="1"/>
              <a:t>University</a:t>
            </a:r>
            <a:endParaRPr lang="id-ID" sz="1100" dirty="0"/>
          </a:p>
          <a:p>
            <a:pPr>
              <a:lnSpc>
                <a:spcPct val="100000"/>
              </a:lnSpc>
              <a:spcBef>
                <a:spcPts val="300"/>
              </a:spcBef>
            </a:pPr>
            <a:r>
              <a:rPr lang="id-ID" sz="1100" dirty="0"/>
              <a:t>Bidang Kajian: </a:t>
            </a:r>
            <a:r>
              <a:rPr lang="id-ID" sz="1100" dirty="0" err="1"/>
              <a:t>Computational</a:t>
            </a:r>
            <a:r>
              <a:rPr lang="id-ID" sz="1100" dirty="0"/>
              <a:t> </a:t>
            </a:r>
            <a:r>
              <a:rPr lang="id-ID" sz="1100" dirty="0" err="1"/>
              <a:t>Intelligence</a:t>
            </a:r>
            <a:r>
              <a:rPr lang="id-ID" sz="1100" dirty="0"/>
              <a:t> &amp; </a:t>
            </a:r>
            <a:r>
              <a:rPr lang="id-ID" sz="1100" dirty="0" err="1"/>
              <a:t>Optimization</a:t>
            </a:r>
            <a:r>
              <a:rPr lang="id-ID" sz="1100" dirty="0"/>
              <a:t> (Data </a:t>
            </a:r>
            <a:r>
              <a:rPr lang="id-ID" sz="1100" dirty="0" err="1"/>
              <a:t>mining</a:t>
            </a:r>
            <a:r>
              <a:rPr lang="id-ID" sz="1100" dirty="0"/>
              <a:t>, </a:t>
            </a:r>
            <a:r>
              <a:rPr lang="id-ID" sz="1100" dirty="0" err="1"/>
              <a:t>machine</a:t>
            </a:r>
            <a:r>
              <a:rPr lang="id-ID" sz="1100" dirty="0"/>
              <a:t> </a:t>
            </a:r>
            <a:r>
              <a:rPr lang="id-ID" sz="1100" dirty="0" err="1"/>
              <a:t>learning</a:t>
            </a:r>
            <a:r>
              <a:rPr lang="id-ID" sz="1100" dirty="0"/>
              <a:t>, </a:t>
            </a:r>
            <a:r>
              <a:rPr lang="id-ID" sz="1100" dirty="0" err="1"/>
              <a:t>artificial</a:t>
            </a:r>
            <a:r>
              <a:rPr lang="id-ID" sz="1100" dirty="0"/>
              <a:t> </a:t>
            </a:r>
            <a:r>
              <a:rPr lang="id-ID" sz="1100" dirty="0" err="1"/>
              <a:t>intelligence</a:t>
            </a:r>
            <a:r>
              <a:rPr lang="id-ID" sz="1100" dirty="0"/>
              <a:t>)</a:t>
            </a:r>
          </a:p>
          <a:p>
            <a:pPr marL="0" indent="0">
              <a:lnSpc>
                <a:spcPct val="100000"/>
              </a:lnSpc>
              <a:spcBef>
                <a:spcPts val="300"/>
              </a:spcBef>
              <a:buNone/>
            </a:pPr>
            <a:endParaRPr lang="id-ID" sz="1100" dirty="0"/>
          </a:p>
          <a:p>
            <a:pPr marL="0" indent="0">
              <a:lnSpc>
                <a:spcPct val="100000"/>
              </a:lnSpc>
              <a:spcBef>
                <a:spcPts val="300"/>
              </a:spcBef>
              <a:buNone/>
            </a:pPr>
            <a:r>
              <a:rPr lang="id-ID" sz="1100" dirty="0"/>
              <a:t>Halo semuanya, saya suka belajar tentang segala hal dan suka berbagi pengetahuan. Saya juga sering menjadi pembicara di berbagai seminar.</a:t>
            </a:r>
          </a:p>
          <a:p>
            <a:pPr marL="0" indent="0">
              <a:lnSpc>
                <a:spcPct val="100000"/>
              </a:lnSpc>
              <a:spcBef>
                <a:spcPts val="300"/>
              </a:spcBef>
              <a:buNone/>
            </a:pPr>
            <a:r>
              <a:rPr lang="id-ID" sz="1100" dirty="0"/>
              <a:t>Kontak yang bisa dihubungi:</a:t>
            </a:r>
          </a:p>
          <a:p>
            <a:pPr marL="0" indent="0">
              <a:lnSpc>
                <a:spcPct val="100000"/>
              </a:lnSpc>
              <a:spcBef>
                <a:spcPts val="300"/>
              </a:spcBef>
              <a:buNone/>
            </a:pPr>
            <a:r>
              <a:rPr lang="id-ID" sz="1100" dirty="0" err="1"/>
              <a:t>WhatsApp</a:t>
            </a:r>
            <a:r>
              <a:rPr lang="id-ID" sz="1100" dirty="0"/>
              <a:t>: 0895323302241 </a:t>
            </a:r>
          </a:p>
          <a:p>
            <a:pPr marL="0" indent="0">
              <a:lnSpc>
                <a:spcPct val="100000"/>
              </a:lnSpc>
              <a:spcBef>
                <a:spcPts val="300"/>
              </a:spcBef>
              <a:buNone/>
            </a:pPr>
            <a:r>
              <a:rPr lang="id-ID" sz="1100" dirty="0"/>
              <a:t>Instagram: @irwansight_</a:t>
            </a:r>
          </a:p>
          <a:p>
            <a:pPr marL="0" indent="0">
              <a:lnSpc>
                <a:spcPct val="100000"/>
              </a:lnSpc>
              <a:spcBef>
                <a:spcPts val="300"/>
              </a:spcBef>
              <a:buNone/>
            </a:pPr>
            <a:r>
              <a:rPr lang="id-ID" sz="1100" dirty="0"/>
              <a:t>Web: https://irw.one</a:t>
            </a:r>
            <a:endParaRPr lang="en-US" sz="1100" dirty="0"/>
          </a:p>
        </p:txBody>
      </p:sp>
      <p:pic>
        <p:nvPicPr>
          <p:cNvPr id="12" name="Tampungan Konten 11" descr="Sebuah gambar berisi luar ruangan&#10;&#10;Deskripsi dibuat secara otomatis">
            <a:extLst>
              <a:ext uri="{FF2B5EF4-FFF2-40B4-BE49-F238E27FC236}">
                <a16:creationId xmlns:a16="http://schemas.microsoft.com/office/drawing/2014/main" id="{72EB67F1-EE32-4E0A-A2B9-7B63AEA2F687}"/>
              </a:ext>
            </a:extLst>
          </p:cNvPr>
          <p:cNvPicPr>
            <a:picLocks noGrp="1" noChangeAspect="1"/>
          </p:cNvPicPr>
          <p:nvPr>
            <p:ph sz="half" idx="2"/>
          </p:nvPr>
        </p:nvPicPr>
        <p:blipFill rotWithShape="1">
          <a:blip r:embed="rId2"/>
          <a:srcRect l="7963" r="25052" b="-3"/>
          <a:stretch/>
        </p:blipFill>
        <p:spPr>
          <a:xfrm>
            <a:off x="3471863" y="1369219"/>
            <a:ext cx="2914650" cy="3263504"/>
          </a:xfrm>
          <a:noFill/>
        </p:spPr>
      </p:pic>
    </p:spTree>
    <p:extLst>
      <p:ext uri="{BB962C8B-B14F-4D97-AF65-F5344CB8AC3E}">
        <p14:creationId xmlns:p14="http://schemas.microsoft.com/office/powerpoint/2010/main" val="1537788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8220EB8-91B2-43B4-9D89-C156E604A1E3}"/>
              </a:ext>
            </a:extLst>
          </p:cNvPr>
          <p:cNvSpPr>
            <a:spLocks noGrp="1"/>
          </p:cNvSpPr>
          <p:nvPr>
            <p:ph type="ctrTitle"/>
          </p:nvPr>
        </p:nvSpPr>
        <p:spPr/>
        <p:txBody>
          <a:bodyPr anchor="b">
            <a:normAutofit/>
          </a:bodyPr>
          <a:lstStyle/>
          <a:p>
            <a:r>
              <a:rPr lang="id-ID" dirty="0" err="1"/>
              <a:t>Disclaimer</a:t>
            </a:r>
            <a:endParaRPr lang="en-US" dirty="0"/>
          </a:p>
        </p:txBody>
      </p:sp>
      <p:sp>
        <p:nvSpPr>
          <p:cNvPr id="3" name="Tampungan Konten 2">
            <a:extLst>
              <a:ext uri="{FF2B5EF4-FFF2-40B4-BE49-F238E27FC236}">
                <a16:creationId xmlns:a16="http://schemas.microsoft.com/office/drawing/2014/main" id="{65B468A6-65AC-4458-9266-57D17ECE4944}"/>
              </a:ext>
            </a:extLst>
          </p:cNvPr>
          <p:cNvSpPr>
            <a:spLocks noGrp="1"/>
          </p:cNvSpPr>
          <p:nvPr>
            <p:ph type="subTitle" idx="1"/>
          </p:nvPr>
        </p:nvSpPr>
        <p:spPr/>
        <p:txBody>
          <a:bodyPr>
            <a:normAutofit fontScale="85000" lnSpcReduction="10000"/>
          </a:bodyPr>
          <a:lstStyle/>
          <a:p>
            <a:r>
              <a:rPr lang="id-ID" dirty="0">
                <a:latin typeface="+mj-lt"/>
              </a:rPr>
              <a:t>Materi ini digunakan sebagai bahan ajar Program Data Mining di Multinity.id</a:t>
            </a:r>
          </a:p>
          <a:p>
            <a:r>
              <a:rPr lang="id-ID" dirty="0">
                <a:latin typeface="+mj-lt"/>
              </a:rPr>
              <a:t>Silakan gunakan, mohon untuk tidak mengubah </a:t>
            </a:r>
            <a:r>
              <a:rPr lang="id-ID" dirty="0" err="1">
                <a:latin typeface="+mj-lt"/>
              </a:rPr>
              <a:t>template</a:t>
            </a:r>
            <a:r>
              <a:rPr lang="id-ID" dirty="0">
                <a:latin typeface="+mj-lt"/>
              </a:rPr>
              <a:t>.</a:t>
            </a:r>
          </a:p>
          <a:p>
            <a:r>
              <a:rPr lang="id-ID" dirty="0">
                <a:latin typeface="+mj-lt"/>
              </a:rPr>
              <a:t>Jika Anda memiliki kesulitan dalam memahami materi pada </a:t>
            </a:r>
            <a:r>
              <a:rPr lang="id-ID" dirty="0" err="1">
                <a:latin typeface="+mj-lt"/>
              </a:rPr>
              <a:t>slide</a:t>
            </a:r>
            <a:r>
              <a:rPr lang="id-ID" dirty="0">
                <a:latin typeface="+mj-lt"/>
              </a:rPr>
              <a:t> ini, silakan belajar di Multinity.id</a:t>
            </a:r>
          </a:p>
          <a:p>
            <a:endParaRPr lang="en-US" dirty="0">
              <a:latin typeface="+mj-lt"/>
            </a:endParaRPr>
          </a:p>
        </p:txBody>
      </p:sp>
    </p:spTree>
    <p:extLst>
      <p:ext uri="{BB962C8B-B14F-4D97-AF65-F5344CB8AC3E}">
        <p14:creationId xmlns:p14="http://schemas.microsoft.com/office/powerpoint/2010/main" val="1489046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DEE02A0-71D4-44CB-95CD-C4004727DA08}"/>
              </a:ext>
            </a:extLst>
          </p:cNvPr>
          <p:cNvSpPr>
            <a:spLocks noGrp="1"/>
          </p:cNvSpPr>
          <p:nvPr>
            <p:ph type="ctrTitle"/>
          </p:nvPr>
        </p:nvSpPr>
        <p:spPr>
          <a:xfrm>
            <a:off x="514349" y="297872"/>
            <a:ext cx="5829300" cy="692836"/>
          </a:xfrm>
        </p:spPr>
        <p:txBody>
          <a:bodyPr anchor="b">
            <a:normAutofit fontScale="90000"/>
          </a:bodyPr>
          <a:lstStyle/>
          <a:p>
            <a:r>
              <a:rPr lang="id-ID" dirty="0"/>
              <a:t>Referensi</a:t>
            </a:r>
            <a:endParaRPr lang="en-US" dirty="0"/>
          </a:p>
        </p:txBody>
      </p:sp>
      <p:sp>
        <p:nvSpPr>
          <p:cNvPr id="3" name="Tampungan Konten 2">
            <a:extLst>
              <a:ext uri="{FF2B5EF4-FFF2-40B4-BE49-F238E27FC236}">
                <a16:creationId xmlns:a16="http://schemas.microsoft.com/office/drawing/2014/main" id="{53428026-1A2C-477E-B416-C86ED237F512}"/>
              </a:ext>
            </a:extLst>
          </p:cNvPr>
          <p:cNvSpPr>
            <a:spLocks noGrp="1"/>
          </p:cNvSpPr>
          <p:nvPr>
            <p:ph type="subTitle" idx="1"/>
          </p:nvPr>
        </p:nvSpPr>
        <p:spPr>
          <a:xfrm>
            <a:off x="413038" y="990708"/>
            <a:ext cx="6031923" cy="3802965"/>
          </a:xfrm>
        </p:spPr>
        <p:txBody>
          <a:bodyPr>
            <a:normAutofit fontScale="92500" lnSpcReduction="10000"/>
          </a:bodyPr>
          <a:lstStyle/>
          <a:p>
            <a:pPr marL="457200" indent="-457200" algn="just">
              <a:buFont typeface="+mj-lt"/>
              <a:buAutoNum type="arabicPeriod"/>
            </a:pPr>
            <a:r>
              <a:rPr lang="en-US" sz="1400" dirty="0">
                <a:latin typeface="+mj-lt"/>
              </a:rPr>
              <a:t>Jiawei Han</a:t>
            </a:r>
            <a:r>
              <a:rPr lang="id-ID" sz="1400" dirty="0">
                <a:latin typeface="+mj-lt"/>
              </a:rPr>
              <a:t> </a:t>
            </a:r>
            <a:r>
              <a:rPr lang="id-ID" sz="1400" dirty="0" err="1">
                <a:latin typeface="+mj-lt"/>
              </a:rPr>
              <a:t>and</a:t>
            </a:r>
            <a:r>
              <a:rPr lang="id-ID" sz="1400" dirty="0">
                <a:latin typeface="+mj-lt"/>
              </a:rPr>
              <a:t> </a:t>
            </a:r>
            <a:r>
              <a:rPr lang="id-ID" sz="1400" dirty="0" err="1">
                <a:latin typeface="+mj-lt"/>
              </a:rPr>
              <a:t>Micheline</a:t>
            </a:r>
            <a:r>
              <a:rPr lang="id-ID" sz="1400" dirty="0">
                <a:latin typeface="+mj-lt"/>
              </a:rPr>
              <a:t> Kamber, </a:t>
            </a:r>
            <a:r>
              <a:rPr lang="en-US" sz="1400" dirty="0">
                <a:solidFill>
                  <a:srgbClr val="C00000"/>
                </a:solidFill>
                <a:latin typeface="+mj-lt"/>
              </a:rPr>
              <a:t>Data Mining:</a:t>
            </a:r>
            <a:r>
              <a:rPr lang="id-ID" sz="1400" dirty="0">
                <a:solidFill>
                  <a:srgbClr val="C00000"/>
                </a:solidFill>
                <a:latin typeface="+mj-lt"/>
              </a:rPr>
              <a:t> </a:t>
            </a:r>
            <a:r>
              <a:rPr lang="en-US" sz="1400" dirty="0">
                <a:solidFill>
                  <a:srgbClr val="C00000"/>
                </a:solidFill>
                <a:latin typeface="+mj-lt"/>
              </a:rPr>
              <a:t>Concepts and Techniques</a:t>
            </a:r>
            <a:r>
              <a:rPr lang="id-ID" sz="1400" dirty="0">
                <a:solidFill>
                  <a:srgbClr val="C00000"/>
                </a:solidFill>
                <a:latin typeface="+mj-lt"/>
              </a:rPr>
              <a:t> </a:t>
            </a:r>
            <a:r>
              <a:rPr lang="en-US" sz="1400" dirty="0">
                <a:solidFill>
                  <a:srgbClr val="C00000"/>
                </a:solidFill>
                <a:latin typeface="+mj-lt"/>
              </a:rPr>
              <a:t>Third Edition</a:t>
            </a:r>
            <a:r>
              <a:rPr lang="id-ID" sz="1400" dirty="0">
                <a:latin typeface="+mj-lt"/>
              </a:rPr>
              <a:t>, </a:t>
            </a:r>
            <a:r>
              <a:rPr lang="id-ID" sz="1400" i="1" dirty="0" err="1">
                <a:latin typeface="+mj-lt"/>
              </a:rPr>
              <a:t>Elsevier</a:t>
            </a:r>
            <a:r>
              <a:rPr lang="id-ID" sz="1400" dirty="0">
                <a:latin typeface="+mj-lt"/>
              </a:rPr>
              <a:t>, 20</a:t>
            </a:r>
            <a:r>
              <a:rPr lang="en-US" sz="1400" dirty="0">
                <a:latin typeface="+mj-lt"/>
              </a:rPr>
              <a:t>12</a:t>
            </a:r>
            <a:endParaRPr lang="id-ID" sz="1400" dirty="0">
              <a:latin typeface="+mj-lt"/>
            </a:endParaRPr>
          </a:p>
          <a:p>
            <a:pPr marL="457200" indent="-457200" algn="just">
              <a:buFont typeface="+mj-lt"/>
              <a:buAutoNum type="arabicPeriod"/>
            </a:pPr>
            <a:r>
              <a:rPr lang="de-DE" sz="1400" dirty="0">
                <a:latin typeface="+mj-lt"/>
              </a:rPr>
              <a:t>Ian H. Witten, Frank Eibe, Mark A. Hall</a:t>
            </a:r>
            <a:r>
              <a:rPr lang="id-ID" sz="1400" dirty="0">
                <a:latin typeface="+mj-lt"/>
              </a:rPr>
              <a:t>, </a:t>
            </a:r>
            <a:r>
              <a:rPr lang="en-US" sz="1400" dirty="0">
                <a:solidFill>
                  <a:srgbClr val="C00000"/>
                </a:solidFill>
                <a:latin typeface="+mj-lt"/>
              </a:rPr>
              <a:t>Data mining: </a:t>
            </a:r>
            <a:r>
              <a:rPr lang="id-ID" sz="1400" dirty="0">
                <a:solidFill>
                  <a:srgbClr val="C00000"/>
                </a:solidFill>
                <a:latin typeface="+mj-lt"/>
              </a:rPr>
              <a:t>P</a:t>
            </a:r>
            <a:r>
              <a:rPr lang="en-US" sz="1400" dirty="0" err="1">
                <a:solidFill>
                  <a:srgbClr val="C00000"/>
                </a:solidFill>
                <a:latin typeface="+mj-lt"/>
              </a:rPr>
              <a:t>ractical</a:t>
            </a:r>
            <a:r>
              <a:rPr lang="en-US" sz="1400" dirty="0">
                <a:solidFill>
                  <a:srgbClr val="C00000"/>
                </a:solidFill>
                <a:latin typeface="+mj-lt"/>
              </a:rPr>
              <a:t> </a:t>
            </a:r>
            <a:r>
              <a:rPr lang="id-ID" sz="1400" dirty="0">
                <a:solidFill>
                  <a:srgbClr val="C00000"/>
                </a:solidFill>
                <a:latin typeface="+mj-lt"/>
              </a:rPr>
              <a:t>M</a:t>
            </a:r>
            <a:r>
              <a:rPr lang="en-US" sz="1400" dirty="0" err="1">
                <a:solidFill>
                  <a:srgbClr val="C00000"/>
                </a:solidFill>
                <a:latin typeface="+mj-lt"/>
              </a:rPr>
              <a:t>achine</a:t>
            </a:r>
            <a:r>
              <a:rPr lang="en-US" sz="1400" dirty="0">
                <a:solidFill>
                  <a:srgbClr val="C00000"/>
                </a:solidFill>
                <a:latin typeface="+mj-lt"/>
              </a:rPr>
              <a:t> </a:t>
            </a:r>
            <a:r>
              <a:rPr lang="id-ID" sz="1400" dirty="0">
                <a:solidFill>
                  <a:srgbClr val="C00000"/>
                </a:solidFill>
                <a:latin typeface="+mj-lt"/>
              </a:rPr>
              <a:t>L</a:t>
            </a:r>
            <a:r>
              <a:rPr lang="en-US" sz="1400" dirty="0">
                <a:solidFill>
                  <a:srgbClr val="C00000"/>
                </a:solidFill>
                <a:latin typeface="+mj-lt"/>
              </a:rPr>
              <a:t>earning </a:t>
            </a:r>
            <a:r>
              <a:rPr lang="id-ID" sz="1400" dirty="0">
                <a:solidFill>
                  <a:srgbClr val="C00000"/>
                </a:solidFill>
                <a:latin typeface="+mj-lt"/>
              </a:rPr>
              <a:t>T</a:t>
            </a:r>
            <a:r>
              <a:rPr lang="en-US" sz="1400" dirty="0" err="1">
                <a:solidFill>
                  <a:srgbClr val="C00000"/>
                </a:solidFill>
                <a:latin typeface="+mj-lt"/>
              </a:rPr>
              <a:t>ools</a:t>
            </a:r>
            <a:r>
              <a:rPr lang="en-US" sz="1400" dirty="0">
                <a:solidFill>
                  <a:srgbClr val="C00000"/>
                </a:solidFill>
                <a:latin typeface="+mj-lt"/>
              </a:rPr>
              <a:t> and </a:t>
            </a:r>
            <a:r>
              <a:rPr lang="id-ID" sz="1400" dirty="0">
                <a:solidFill>
                  <a:srgbClr val="C00000"/>
                </a:solidFill>
                <a:latin typeface="+mj-lt"/>
              </a:rPr>
              <a:t>T</a:t>
            </a:r>
            <a:r>
              <a:rPr lang="en-US" sz="1400" dirty="0" err="1">
                <a:solidFill>
                  <a:srgbClr val="C00000"/>
                </a:solidFill>
                <a:latin typeface="+mj-lt"/>
              </a:rPr>
              <a:t>echniques</a:t>
            </a:r>
            <a:r>
              <a:rPr lang="id-ID" sz="1400" dirty="0">
                <a:solidFill>
                  <a:srgbClr val="C00000"/>
                </a:solidFill>
                <a:latin typeface="+mj-lt"/>
              </a:rPr>
              <a:t> </a:t>
            </a:r>
            <a:r>
              <a:rPr lang="en-US" sz="1400" dirty="0">
                <a:solidFill>
                  <a:srgbClr val="C00000"/>
                </a:solidFill>
                <a:latin typeface="+mj-lt"/>
              </a:rPr>
              <a:t>3rd </a:t>
            </a:r>
            <a:r>
              <a:rPr lang="id-ID" sz="1400" dirty="0">
                <a:solidFill>
                  <a:srgbClr val="C00000"/>
                </a:solidFill>
                <a:latin typeface="+mj-lt"/>
              </a:rPr>
              <a:t>E</a:t>
            </a:r>
            <a:r>
              <a:rPr lang="en-US" sz="1400" dirty="0">
                <a:solidFill>
                  <a:srgbClr val="C00000"/>
                </a:solidFill>
                <a:latin typeface="+mj-lt"/>
              </a:rPr>
              <a:t>d</a:t>
            </a:r>
            <a:r>
              <a:rPr lang="id-ID" sz="1400" dirty="0" err="1">
                <a:solidFill>
                  <a:srgbClr val="C00000"/>
                </a:solidFill>
                <a:latin typeface="+mj-lt"/>
              </a:rPr>
              <a:t>ition</a:t>
            </a:r>
            <a:r>
              <a:rPr lang="id-ID" sz="1400" dirty="0">
                <a:latin typeface="+mj-lt"/>
              </a:rPr>
              <a:t>, </a:t>
            </a:r>
            <a:r>
              <a:rPr lang="id-ID" sz="1400" i="1" dirty="0" err="1">
                <a:latin typeface="+mj-lt"/>
              </a:rPr>
              <a:t>Elsevier</a:t>
            </a:r>
            <a:r>
              <a:rPr lang="id-ID" sz="1400" dirty="0">
                <a:latin typeface="+mj-lt"/>
              </a:rPr>
              <a:t>, 2011</a:t>
            </a:r>
          </a:p>
          <a:p>
            <a:pPr marL="457200" indent="-457200" algn="just">
              <a:buFont typeface="+mj-lt"/>
              <a:buAutoNum type="arabicPeriod"/>
            </a:pPr>
            <a:r>
              <a:rPr lang="en-US" sz="1400" dirty="0">
                <a:latin typeface="+mj-lt"/>
              </a:rPr>
              <a:t>Markus Hofmann and Ralf </a:t>
            </a:r>
            <a:r>
              <a:rPr lang="en-US" sz="1400" dirty="0" err="1">
                <a:latin typeface="+mj-lt"/>
              </a:rPr>
              <a:t>Klinkenberg</a:t>
            </a:r>
            <a:r>
              <a:rPr lang="en-US" sz="1400" dirty="0">
                <a:latin typeface="+mj-lt"/>
              </a:rPr>
              <a:t>, </a:t>
            </a:r>
            <a:r>
              <a:rPr lang="en-US" sz="1400" dirty="0">
                <a:solidFill>
                  <a:srgbClr val="C00000"/>
                </a:solidFill>
                <a:latin typeface="+mj-lt"/>
              </a:rPr>
              <a:t>RapidMiner: Data Mining Use Cases and Business Analytics Applications</a:t>
            </a:r>
            <a:r>
              <a:rPr lang="en-US" sz="1400" dirty="0">
                <a:latin typeface="+mj-lt"/>
              </a:rPr>
              <a:t>, </a:t>
            </a:r>
            <a:r>
              <a:rPr lang="en-US" sz="1400" i="1" dirty="0">
                <a:latin typeface="+mj-lt"/>
              </a:rPr>
              <a:t>CRC Press Taylor &amp; Francis Group</a:t>
            </a:r>
            <a:r>
              <a:rPr lang="en-US" sz="1400" dirty="0">
                <a:latin typeface="+mj-lt"/>
              </a:rPr>
              <a:t>, 2014</a:t>
            </a:r>
          </a:p>
          <a:p>
            <a:pPr marL="457200" indent="-457200" algn="just">
              <a:buFont typeface="+mj-lt"/>
              <a:buAutoNum type="arabicPeriod"/>
            </a:pPr>
            <a:r>
              <a:rPr lang="en-US" sz="1400" dirty="0">
                <a:latin typeface="+mj-lt"/>
              </a:rPr>
              <a:t>Daniel T. Larose</a:t>
            </a:r>
            <a:r>
              <a:rPr lang="id-ID" sz="1400" dirty="0">
                <a:latin typeface="+mj-lt"/>
              </a:rPr>
              <a:t>, </a:t>
            </a:r>
            <a:r>
              <a:rPr lang="en-US" sz="1400" dirty="0">
                <a:solidFill>
                  <a:srgbClr val="C00000"/>
                </a:solidFill>
                <a:latin typeface="+mj-lt"/>
              </a:rPr>
              <a:t>Discovering </a:t>
            </a:r>
            <a:r>
              <a:rPr lang="id-ID" sz="1400" dirty="0">
                <a:solidFill>
                  <a:srgbClr val="C00000"/>
                </a:solidFill>
                <a:latin typeface="+mj-lt"/>
              </a:rPr>
              <a:t>K</a:t>
            </a:r>
            <a:r>
              <a:rPr lang="en-US" sz="1400" dirty="0" err="1">
                <a:solidFill>
                  <a:srgbClr val="C00000"/>
                </a:solidFill>
                <a:latin typeface="+mj-lt"/>
              </a:rPr>
              <a:t>nowledge</a:t>
            </a:r>
            <a:r>
              <a:rPr lang="en-US" sz="1400" dirty="0">
                <a:solidFill>
                  <a:srgbClr val="C00000"/>
                </a:solidFill>
                <a:latin typeface="+mj-lt"/>
              </a:rPr>
              <a:t> in </a:t>
            </a:r>
            <a:r>
              <a:rPr lang="id-ID" sz="1400" dirty="0">
                <a:solidFill>
                  <a:srgbClr val="C00000"/>
                </a:solidFill>
                <a:latin typeface="+mj-lt"/>
              </a:rPr>
              <a:t>D</a:t>
            </a:r>
            <a:r>
              <a:rPr lang="en-US" sz="1400" dirty="0" err="1">
                <a:solidFill>
                  <a:srgbClr val="C00000"/>
                </a:solidFill>
                <a:latin typeface="+mj-lt"/>
              </a:rPr>
              <a:t>ata</a:t>
            </a:r>
            <a:r>
              <a:rPr lang="en-US" sz="1400" dirty="0">
                <a:solidFill>
                  <a:srgbClr val="C00000"/>
                </a:solidFill>
                <a:latin typeface="+mj-lt"/>
              </a:rPr>
              <a:t>: an </a:t>
            </a:r>
            <a:r>
              <a:rPr lang="id-ID" sz="1400" dirty="0">
                <a:solidFill>
                  <a:srgbClr val="C00000"/>
                </a:solidFill>
                <a:latin typeface="+mj-lt"/>
              </a:rPr>
              <a:t>I</a:t>
            </a:r>
            <a:r>
              <a:rPr lang="en-US" sz="1400" dirty="0" err="1">
                <a:solidFill>
                  <a:srgbClr val="C00000"/>
                </a:solidFill>
                <a:latin typeface="+mj-lt"/>
              </a:rPr>
              <a:t>ntroduction</a:t>
            </a:r>
            <a:r>
              <a:rPr lang="en-US" sz="1400" dirty="0">
                <a:solidFill>
                  <a:srgbClr val="C00000"/>
                </a:solidFill>
                <a:latin typeface="+mj-lt"/>
              </a:rPr>
              <a:t> to </a:t>
            </a:r>
            <a:r>
              <a:rPr lang="id-ID" sz="1400" dirty="0">
                <a:solidFill>
                  <a:srgbClr val="C00000"/>
                </a:solidFill>
                <a:latin typeface="+mj-lt"/>
              </a:rPr>
              <a:t>D</a:t>
            </a:r>
            <a:r>
              <a:rPr lang="en-US" sz="1400" dirty="0" err="1">
                <a:solidFill>
                  <a:srgbClr val="C00000"/>
                </a:solidFill>
                <a:latin typeface="+mj-lt"/>
              </a:rPr>
              <a:t>ata</a:t>
            </a:r>
            <a:r>
              <a:rPr lang="en-US" sz="1400" dirty="0">
                <a:solidFill>
                  <a:srgbClr val="C00000"/>
                </a:solidFill>
                <a:latin typeface="+mj-lt"/>
              </a:rPr>
              <a:t> </a:t>
            </a:r>
            <a:r>
              <a:rPr lang="id-ID" sz="1400" dirty="0">
                <a:solidFill>
                  <a:srgbClr val="C00000"/>
                </a:solidFill>
                <a:latin typeface="+mj-lt"/>
              </a:rPr>
              <a:t>M</a:t>
            </a:r>
            <a:r>
              <a:rPr lang="en-US" sz="1400" dirty="0" err="1">
                <a:solidFill>
                  <a:srgbClr val="C00000"/>
                </a:solidFill>
                <a:latin typeface="+mj-lt"/>
              </a:rPr>
              <a:t>ining</a:t>
            </a:r>
            <a:r>
              <a:rPr lang="id-ID" sz="1400" dirty="0">
                <a:latin typeface="+mj-lt"/>
              </a:rPr>
              <a:t>, </a:t>
            </a:r>
            <a:r>
              <a:rPr lang="id-ID" sz="1400" i="1" dirty="0">
                <a:latin typeface="+mj-lt"/>
              </a:rPr>
              <a:t>John </a:t>
            </a:r>
            <a:r>
              <a:rPr lang="id-ID" sz="1400" i="1" dirty="0" err="1">
                <a:latin typeface="+mj-lt"/>
              </a:rPr>
              <a:t>Wiley</a:t>
            </a:r>
            <a:r>
              <a:rPr lang="id-ID" sz="1400" i="1" dirty="0">
                <a:latin typeface="+mj-lt"/>
              </a:rPr>
              <a:t> &amp; Sons</a:t>
            </a:r>
            <a:r>
              <a:rPr lang="id-ID" sz="1400" dirty="0">
                <a:latin typeface="+mj-lt"/>
              </a:rPr>
              <a:t>, 2005</a:t>
            </a:r>
          </a:p>
          <a:p>
            <a:pPr marL="457200" indent="-457200" algn="just">
              <a:buFont typeface="+mj-lt"/>
              <a:buAutoNum type="arabicPeriod"/>
            </a:pPr>
            <a:r>
              <a:rPr lang="en-US" sz="1400" dirty="0" err="1">
                <a:latin typeface="+mj-lt"/>
              </a:rPr>
              <a:t>Ethem</a:t>
            </a:r>
            <a:r>
              <a:rPr lang="en-US" sz="1400" dirty="0">
                <a:latin typeface="+mj-lt"/>
              </a:rPr>
              <a:t> </a:t>
            </a:r>
            <a:r>
              <a:rPr lang="en-US" sz="1400" dirty="0" err="1">
                <a:latin typeface="+mj-lt"/>
              </a:rPr>
              <a:t>Alpaydin</a:t>
            </a:r>
            <a:r>
              <a:rPr lang="en-US" sz="1400" dirty="0">
                <a:latin typeface="+mj-lt"/>
              </a:rPr>
              <a:t>, </a:t>
            </a:r>
            <a:r>
              <a:rPr lang="en-US" sz="1400" dirty="0">
                <a:solidFill>
                  <a:srgbClr val="C00000"/>
                </a:solidFill>
                <a:latin typeface="+mj-lt"/>
              </a:rPr>
              <a:t>Introduction to Machine Learning</a:t>
            </a:r>
            <a:r>
              <a:rPr lang="en-US" sz="1400" dirty="0">
                <a:latin typeface="+mj-lt"/>
              </a:rPr>
              <a:t>, 3rd ed., </a:t>
            </a:r>
            <a:r>
              <a:rPr lang="en-US" sz="1400" i="1" dirty="0">
                <a:latin typeface="+mj-lt"/>
              </a:rPr>
              <a:t>MIT Press</a:t>
            </a:r>
            <a:r>
              <a:rPr lang="en-US" sz="1400" dirty="0">
                <a:latin typeface="+mj-lt"/>
              </a:rPr>
              <a:t>, 2014</a:t>
            </a:r>
          </a:p>
          <a:p>
            <a:pPr marL="457200" indent="-457200" algn="just">
              <a:buFont typeface="+mj-lt"/>
              <a:buAutoNum type="arabicPeriod"/>
            </a:pPr>
            <a:r>
              <a:rPr lang="en-US" sz="1400" dirty="0">
                <a:latin typeface="+mj-lt"/>
              </a:rPr>
              <a:t>Florin </a:t>
            </a:r>
            <a:r>
              <a:rPr lang="en-US" sz="1400" dirty="0" err="1">
                <a:latin typeface="+mj-lt"/>
              </a:rPr>
              <a:t>Gorunescu</a:t>
            </a:r>
            <a:r>
              <a:rPr lang="id-ID" sz="1400" dirty="0">
                <a:latin typeface="+mj-lt"/>
              </a:rPr>
              <a:t>, </a:t>
            </a:r>
            <a:r>
              <a:rPr lang="en-US" sz="1400" dirty="0">
                <a:solidFill>
                  <a:srgbClr val="C00000"/>
                </a:solidFill>
                <a:latin typeface="+mj-lt"/>
              </a:rPr>
              <a:t>Data Mining: Concepts, Models and Techniques</a:t>
            </a:r>
            <a:r>
              <a:rPr lang="id-ID" sz="1400" dirty="0">
                <a:latin typeface="+mj-lt"/>
              </a:rPr>
              <a:t>, </a:t>
            </a:r>
            <a:r>
              <a:rPr lang="en-US" sz="1400" i="1" dirty="0">
                <a:latin typeface="+mj-lt"/>
              </a:rPr>
              <a:t>Springer</a:t>
            </a:r>
            <a:r>
              <a:rPr lang="id-ID" sz="1400" dirty="0">
                <a:latin typeface="+mj-lt"/>
              </a:rPr>
              <a:t>, </a:t>
            </a:r>
            <a:r>
              <a:rPr lang="en-US" sz="1400" dirty="0">
                <a:latin typeface="+mj-lt"/>
              </a:rPr>
              <a:t> 2011 </a:t>
            </a:r>
            <a:endParaRPr lang="id-ID" sz="1400" dirty="0">
              <a:latin typeface="+mj-lt"/>
            </a:endParaRPr>
          </a:p>
          <a:p>
            <a:pPr marL="457200" indent="-457200" algn="just">
              <a:buFont typeface="+mj-lt"/>
              <a:buAutoNum type="arabicPeriod"/>
            </a:pPr>
            <a:r>
              <a:rPr lang="en-US" sz="1400" dirty="0">
                <a:latin typeface="+mj-lt"/>
              </a:rPr>
              <a:t>Oded </a:t>
            </a:r>
            <a:r>
              <a:rPr lang="en-US" sz="1400" dirty="0" err="1">
                <a:latin typeface="+mj-lt"/>
              </a:rPr>
              <a:t>Maimon</a:t>
            </a:r>
            <a:r>
              <a:rPr lang="en-US" sz="1400" dirty="0">
                <a:latin typeface="+mj-lt"/>
              </a:rPr>
              <a:t> </a:t>
            </a:r>
            <a:r>
              <a:rPr lang="id-ID" sz="1400" dirty="0" err="1">
                <a:latin typeface="+mj-lt"/>
              </a:rPr>
              <a:t>and</a:t>
            </a:r>
            <a:r>
              <a:rPr lang="en-US" sz="1400" dirty="0">
                <a:latin typeface="+mj-lt"/>
              </a:rPr>
              <a:t> </a:t>
            </a:r>
            <a:r>
              <a:rPr lang="en-US" sz="1400" dirty="0" err="1">
                <a:latin typeface="+mj-lt"/>
              </a:rPr>
              <a:t>Lior</a:t>
            </a:r>
            <a:r>
              <a:rPr lang="en-US" sz="1400" dirty="0">
                <a:latin typeface="+mj-lt"/>
              </a:rPr>
              <a:t> </a:t>
            </a:r>
            <a:r>
              <a:rPr lang="en-US" sz="1400" dirty="0" err="1">
                <a:latin typeface="+mj-lt"/>
              </a:rPr>
              <a:t>Rokach</a:t>
            </a:r>
            <a:r>
              <a:rPr lang="id-ID" sz="1400" dirty="0">
                <a:solidFill>
                  <a:srgbClr val="C00000"/>
                </a:solidFill>
                <a:latin typeface="+mj-lt"/>
              </a:rPr>
              <a:t>, </a:t>
            </a:r>
            <a:r>
              <a:rPr lang="en-US" sz="1400" dirty="0">
                <a:solidFill>
                  <a:srgbClr val="C00000"/>
                </a:solidFill>
                <a:latin typeface="+mj-lt"/>
              </a:rPr>
              <a:t>Data Mining and Knowledge Discovery Handbook</a:t>
            </a:r>
            <a:r>
              <a:rPr lang="id-ID" sz="1400" dirty="0">
                <a:solidFill>
                  <a:srgbClr val="C00000"/>
                </a:solidFill>
                <a:latin typeface="+mj-lt"/>
              </a:rPr>
              <a:t> </a:t>
            </a:r>
            <a:r>
              <a:rPr lang="id-ID" sz="1400" dirty="0" err="1">
                <a:solidFill>
                  <a:srgbClr val="C00000"/>
                </a:solidFill>
                <a:latin typeface="+mj-lt"/>
              </a:rPr>
              <a:t>Second</a:t>
            </a:r>
            <a:r>
              <a:rPr lang="id-ID" sz="1400" dirty="0">
                <a:solidFill>
                  <a:srgbClr val="C00000"/>
                </a:solidFill>
                <a:latin typeface="+mj-lt"/>
              </a:rPr>
              <a:t> </a:t>
            </a:r>
            <a:r>
              <a:rPr lang="id-ID" sz="1400" dirty="0" err="1">
                <a:solidFill>
                  <a:srgbClr val="C00000"/>
                </a:solidFill>
                <a:latin typeface="+mj-lt"/>
              </a:rPr>
              <a:t>Edition</a:t>
            </a:r>
            <a:r>
              <a:rPr lang="id-ID" sz="1400" dirty="0">
                <a:latin typeface="+mj-lt"/>
              </a:rPr>
              <a:t>, </a:t>
            </a:r>
            <a:r>
              <a:rPr lang="id-ID" sz="1400" i="1" dirty="0" err="1">
                <a:latin typeface="+mj-lt"/>
              </a:rPr>
              <a:t>Springer</a:t>
            </a:r>
            <a:r>
              <a:rPr lang="id-ID" sz="1400" dirty="0">
                <a:latin typeface="+mj-lt"/>
              </a:rPr>
              <a:t>, 2010</a:t>
            </a:r>
          </a:p>
          <a:p>
            <a:pPr marL="457200" indent="-457200" algn="just">
              <a:buFont typeface="+mj-lt"/>
              <a:buAutoNum type="arabicPeriod"/>
            </a:pPr>
            <a:r>
              <a:rPr lang="en-US" sz="1400" dirty="0">
                <a:latin typeface="+mj-lt"/>
              </a:rPr>
              <a:t>Warren Liao and </a:t>
            </a:r>
            <a:r>
              <a:rPr lang="en-US" sz="1400" dirty="0" err="1">
                <a:latin typeface="+mj-lt"/>
              </a:rPr>
              <a:t>Evangelos</a:t>
            </a:r>
            <a:r>
              <a:rPr lang="en-US" sz="1400" dirty="0">
                <a:latin typeface="+mj-lt"/>
              </a:rPr>
              <a:t> </a:t>
            </a:r>
            <a:r>
              <a:rPr lang="en-US" sz="1400" dirty="0" err="1">
                <a:latin typeface="+mj-lt"/>
              </a:rPr>
              <a:t>Triantaphyllou</a:t>
            </a:r>
            <a:r>
              <a:rPr lang="id-ID" sz="1400" dirty="0">
                <a:latin typeface="+mj-lt"/>
              </a:rPr>
              <a:t> (</a:t>
            </a:r>
            <a:r>
              <a:rPr lang="id-ID" sz="1400" dirty="0" err="1">
                <a:latin typeface="+mj-lt"/>
              </a:rPr>
              <a:t>eds</a:t>
            </a:r>
            <a:r>
              <a:rPr lang="id-ID" sz="1400" dirty="0">
                <a:latin typeface="+mj-lt"/>
              </a:rPr>
              <a:t>.), </a:t>
            </a:r>
            <a:r>
              <a:rPr lang="en-US" sz="1400" dirty="0">
                <a:solidFill>
                  <a:srgbClr val="C00000"/>
                </a:solidFill>
                <a:latin typeface="+mj-lt"/>
              </a:rPr>
              <a:t>Recent Advances in Data Mining of Enterprise Data: Algorithms</a:t>
            </a:r>
            <a:r>
              <a:rPr lang="id-ID" sz="1400" dirty="0">
                <a:solidFill>
                  <a:srgbClr val="C00000"/>
                </a:solidFill>
                <a:latin typeface="+mj-lt"/>
              </a:rPr>
              <a:t> </a:t>
            </a:r>
            <a:r>
              <a:rPr lang="en-US" sz="1400" dirty="0">
                <a:solidFill>
                  <a:srgbClr val="C00000"/>
                </a:solidFill>
                <a:latin typeface="+mj-lt"/>
              </a:rPr>
              <a:t>and Applications</a:t>
            </a:r>
            <a:r>
              <a:rPr lang="id-ID" sz="1400" dirty="0">
                <a:latin typeface="+mj-lt"/>
              </a:rPr>
              <a:t>, </a:t>
            </a:r>
            <a:r>
              <a:rPr lang="id-ID" sz="1400" i="1" dirty="0">
                <a:latin typeface="+mj-lt"/>
              </a:rPr>
              <a:t>World </a:t>
            </a:r>
            <a:r>
              <a:rPr lang="id-ID" sz="1400" i="1" dirty="0" err="1">
                <a:latin typeface="+mj-lt"/>
              </a:rPr>
              <a:t>Scientific</a:t>
            </a:r>
            <a:r>
              <a:rPr lang="id-ID" sz="1400" dirty="0">
                <a:latin typeface="+mj-lt"/>
              </a:rPr>
              <a:t>, 2007</a:t>
            </a:r>
            <a:r>
              <a:rPr lang="en-US" sz="1400" dirty="0">
                <a:latin typeface="+mj-lt"/>
              </a:rPr>
              <a:t> </a:t>
            </a:r>
            <a:endParaRPr lang="id-ID" sz="1400" dirty="0">
              <a:latin typeface="+mj-lt"/>
            </a:endParaRPr>
          </a:p>
          <a:p>
            <a:pPr marL="457200" indent="-457200" algn="just">
              <a:buFont typeface="+mj-lt"/>
              <a:buAutoNum type="arabicPeriod"/>
            </a:pPr>
            <a:r>
              <a:rPr lang="id-ID" sz="1400" dirty="0">
                <a:latin typeface="+mj-lt"/>
              </a:rPr>
              <a:t>Suyanto, </a:t>
            </a:r>
            <a:r>
              <a:rPr lang="id-ID" sz="1400" dirty="0">
                <a:solidFill>
                  <a:srgbClr val="C00000"/>
                </a:solidFill>
                <a:latin typeface="+mj-lt"/>
              </a:rPr>
              <a:t>DATA MINING: Untuk klasifikasi dan </a:t>
            </a:r>
            <a:r>
              <a:rPr lang="id-ID" sz="1400" dirty="0" err="1">
                <a:solidFill>
                  <a:srgbClr val="C00000"/>
                </a:solidFill>
                <a:latin typeface="+mj-lt"/>
              </a:rPr>
              <a:t>klasterisasi</a:t>
            </a:r>
            <a:r>
              <a:rPr lang="id-ID" sz="1400" dirty="0">
                <a:solidFill>
                  <a:srgbClr val="C00000"/>
                </a:solidFill>
                <a:latin typeface="+mj-lt"/>
              </a:rPr>
              <a:t> data, </a:t>
            </a:r>
            <a:r>
              <a:rPr lang="id-ID" sz="1400" i="1" dirty="0">
                <a:latin typeface="+mj-lt"/>
              </a:rPr>
              <a:t>Penerbit Informatika, </a:t>
            </a:r>
            <a:r>
              <a:rPr lang="id-ID" sz="1400" dirty="0">
                <a:latin typeface="+mj-lt"/>
              </a:rPr>
              <a:t>2017</a:t>
            </a:r>
          </a:p>
          <a:p>
            <a:pPr marL="457200" indent="-457200" algn="just">
              <a:buFont typeface="+mj-lt"/>
              <a:buAutoNum type="arabicPeriod"/>
            </a:pPr>
            <a:endParaRPr lang="id-ID" sz="1400" dirty="0">
              <a:latin typeface="+mj-lt"/>
            </a:endParaRPr>
          </a:p>
        </p:txBody>
      </p:sp>
    </p:spTree>
    <p:extLst>
      <p:ext uri="{BB962C8B-B14F-4D97-AF65-F5344CB8AC3E}">
        <p14:creationId xmlns:p14="http://schemas.microsoft.com/office/powerpoint/2010/main" val="3294539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en-US" dirty="0"/>
              <a:t>Linear Regression</a:t>
            </a:r>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r>
              <a:rPr lang="en-US" sz="1600" dirty="0">
                <a:latin typeface="+mj-lt"/>
              </a:rPr>
              <a:t>Regresi </a:t>
            </a:r>
            <a:r>
              <a:rPr lang="en-US" sz="1600" dirty="0" err="1">
                <a:latin typeface="+mj-lt"/>
              </a:rPr>
              <a:t>adalah</a:t>
            </a:r>
            <a:r>
              <a:rPr lang="en-US" sz="1600" dirty="0">
                <a:latin typeface="+mj-lt"/>
              </a:rPr>
              <a:t> </a:t>
            </a:r>
            <a:r>
              <a:rPr lang="en-US" sz="1600" dirty="0" err="1">
                <a:latin typeface="+mj-lt"/>
              </a:rPr>
              <a:t>analisis</a:t>
            </a:r>
            <a:r>
              <a:rPr lang="en-US" sz="1600" dirty="0">
                <a:latin typeface="+mj-lt"/>
              </a:rPr>
              <a:t> </a:t>
            </a:r>
            <a:r>
              <a:rPr lang="en-US" sz="1600" dirty="0" err="1">
                <a:latin typeface="+mj-lt"/>
              </a:rPr>
              <a:t>statistika</a:t>
            </a:r>
            <a:r>
              <a:rPr lang="en-US" sz="1600" dirty="0">
                <a:latin typeface="+mj-lt"/>
              </a:rPr>
              <a:t> yang </a:t>
            </a:r>
            <a:r>
              <a:rPr lang="en-US" sz="1600" dirty="0" err="1">
                <a:latin typeface="+mj-lt"/>
              </a:rPr>
              <a:t>digunakan</a:t>
            </a:r>
            <a:r>
              <a:rPr lang="en-US" sz="1600" dirty="0">
                <a:latin typeface="+mj-lt"/>
              </a:rPr>
              <a:t> </a:t>
            </a:r>
            <a:r>
              <a:rPr lang="en-US" sz="1600" dirty="0" err="1">
                <a:latin typeface="+mj-lt"/>
              </a:rPr>
              <a:t>untuk</a:t>
            </a:r>
            <a:r>
              <a:rPr lang="en-US" sz="1600" dirty="0">
                <a:latin typeface="+mj-lt"/>
              </a:rPr>
              <a:t> </a:t>
            </a:r>
            <a:r>
              <a:rPr lang="en-US" sz="1600" dirty="0" err="1">
                <a:latin typeface="+mj-lt"/>
              </a:rPr>
              <a:t>menganalisis</a:t>
            </a:r>
            <a:r>
              <a:rPr lang="en-US" sz="1600" dirty="0">
                <a:latin typeface="+mj-lt"/>
              </a:rPr>
              <a:t> dan </a:t>
            </a:r>
            <a:r>
              <a:rPr lang="en-US" sz="1600" dirty="0" err="1">
                <a:latin typeface="+mj-lt"/>
              </a:rPr>
              <a:t>memahami</a:t>
            </a:r>
            <a:r>
              <a:rPr lang="en-US" sz="1600" dirty="0">
                <a:latin typeface="+mj-lt"/>
              </a:rPr>
              <a:t> </a:t>
            </a:r>
            <a:r>
              <a:rPr lang="en-US" sz="1600" dirty="0" err="1">
                <a:latin typeface="+mj-lt"/>
              </a:rPr>
              <a:t>hubungan</a:t>
            </a:r>
            <a:r>
              <a:rPr lang="en-US" sz="1600" dirty="0">
                <a:latin typeface="+mj-lt"/>
              </a:rPr>
              <a:t> </a:t>
            </a:r>
            <a:r>
              <a:rPr lang="en-US" sz="1600" dirty="0" err="1">
                <a:latin typeface="+mj-lt"/>
              </a:rPr>
              <a:t>antara</a:t>
            </a:r>
            <a:r>
              <a:rPr lang="en-US" sz="1600" dirty="0">
                <a:latin typeface="+mj-lt"/>
              </a:rPr>
              <a:t> </a:t>
            </a:r>
            <a:r>
              <a:rPr lang="en-US" sz="1600" dirty="0" err="1">
                <a:latin typeface="+mj-lt"/>
              </a:rPr>
              <a:t>dua</a:t>
            </a:r>
            <a:r>
              <a:rPr lang="en-US" sz="1600" dirty="0">
                <a:latin typeface="+mj-lt"/>
              </a:rPr>
              <a:t> </a:t>
            </a:r>
            <a:r>
              <a:rPr lang="en-US" sz="1600" dirty="0" err="1">
                <a:latin typeface="+mj-lt"/>
              </a:rPr>
              <a:t>variabel</a:t>
            </a:r>
            <a:r>
              <a:rPr lang="en-US" sz="1600" dirty="0">
                <a:latin typeface="+mj-lt"/>
              </a:rPr>
              <a:t> </a:t>
            </a:r>
            <a:r>
              <a:rPr lang="en-US" sz="1600" dirty="0" err="1">
                <a:latin typeface="+mj-lt"/>
              </a:rPr>
              <a:t>atau</a:t>
            </a:r>
            <a:r>
              <a:rPr lang="en-US" sz="1600" dirty="0">
                <a:latin typeface="+mj-lt"/>
              </a:rPr>
              <a:t> </a:t>
            </a:r>
            <a:r>
              <a:rPr lang="en-US" sz="1600" dirty="0" err="1">
                <a:latin typeface="+mj-lt"/>
              </a:rPr>
              <a:t>lebih</a:t>
            </a:r>
            <a:r>
              <a:rPr lang="en-US" sz="1600" dirty="0">
                <a:latin typeface="+mj-lt"/>
              </a:rPr>
              <a:t>. </a:t>
            </a:r>
            <a:endParaRPr lang="id-ID" sz="1600" dirty="0">
              <a:latin typeface="+mj-lt"/>
            </a:endParaRPr>
          </a:p>
          <a:p>
            <a:r>
              <a:rPr lang="en-US" sz="1600" dirty="0" err="1">
                <a:latin typeface="+mj-lt"/>
              </a:rPr>
              <a:t>Perbedaannya</a:t>
            </a:r>
            <a:r>
              <a:rPr lang="en-US" sz="1600" dirty="0">
                <a:latin typeface="+mj-lt"/>
              </a:rPr>
              <a:t> </a:t>
            </a:r>
            <a:r>
              <a:rPr lang="en-US" sz="1600" dirty="0" err="1">
                <a:latin typeface="+mj-lt"/>
              </a:rPr>
              <a:t>dengan</a:t>
            </a:r>
            <a:r>
              <a:rPr lang="en-US" sz="1600" dirty="0">
                <a:latin typeface="+mj-lt"/>
              </a:rPr>
              <a:t> </a:t>
            </a:r>
            <a:r>
              <a:rPr lang="en-US" sz="1600" dirty="0" err="1">
                <a:latin typeface="+mj-lt"/>
              </a:rPr>
              <a:t>klasifikasi</a:t>
            </a:r>
            <a:r>
              <a:rPr lang="en-US" sz="1600" dirty="0">
                <a:latin typeface="+mj-lt"/>
              </a:rPr>
              <a:t>, </a:t>
            </a:r>
            <a:r>
              <a:rPr lang="en-US" sz="1600" dirty="0" err="1">
                <a:latin typeface="+mj-lt"/>
              </a:rPr>
              <a:t>regresi</a:t>
            </a:r>
            <a:r>
              <a:rPr lang="en-US" sz="1600" dirty="0">
                <a:latin typeface="+mj-lt"/>
              </a:rPr>
              <a:t> </a:t>
            </a:r>
            <a:r>
              <a:rPr lang="en-US" sz="1600" dirty="0" err="1">
                <a:latin typeface="+mj-lt"/>
              </a:rPr>
              <a:t>merupakan</a:t>
            </a:r>
            <a:r>
              <a:rPr lang="en-US" sz="1600" dirty="0">
                <a:latin typeface="+mj-lt"/>
              </a:rPr>
              <a:t> </a:t>
            </a:r>
            <a:r>
              <a:rPr lang="en-US" sz="1600" dirty="0" err="1">
                <a:latin typeface="+mj-lt"/>
              </a:rPr>
              <a:t>prediksi</a:t>
            </a:r>
            <a:r>
              <a:rPr lang="en-US" sz="1600" dirty="0">
                <a:latin typeface="+mj-lt"/>
              </a:rPr>
              <a:t> </a:t>
            </a:r>
            <a:r>
              <a:rPr lang="en-US" sz="1600" dirty="0" err="1">
                <a:latin typeface="+mj-lt"/>
              </a:rPr>
              <a:t>dengan</a:t>
            </a:r>
            <a:r>
              <a:rPr lang="en-US" sz="1600" dirty="0">
                <a:latin typeface="+mj-lt"/>
              </a:rPr>
              <a:t> target yang </a:t>
            </a:r>
            <a:r>
              <a:rPr lang="en-US" sz="1600" dirty="0" err="1">
                <a:latin typeface="+mj-lt"/>
              </a:rPr>
              <a:t>memiliki</a:t>
            </a:r>
            <a:r>
              <a:rPr lang="en-US" sz="1600" dirty="0">
                <a:latin typeface="+mj-lt"/>
              </a:rPr>
              <a:t> </a:t>
            </a:r>
            <a:r>
              <a:rPr lang="en-US" sz="1600" dirty="0" err="1">
                <a:latin typeface="+mj-lt"/>
              </a:rPr>
              <a:t>tipe</a:t>
            </a:r>
            <a:r>
              <a:rPr lang="en-US" sz="1600" dirty="0">
                <a:latin typeface="+mj-lt"/>
              </a:rPr>
              <a:t> data </a:t>
            </a:r>
            <a:r>
              <a:rPr lang="en-US" sz="1600" dirty="0" err="1">
                <a:latin typeface="+mj-lt"/>
              </a:rPr>
              <a:t>numerik</a:t>
            </a:r>
            <a:r>
              <a:rPr lang="en-US" sz="1600" dirty="0">
                <a:latin typeface="+mj-lt"/>
              </a:rPr>
              <a:t>, </a:t>
            </a:r>
            <a:r>
              <a:rPr lang="en-US" sz="1600" dirty="0" err="1">
                <a:latin typeface="+mj-lt"/>
              </a:rPr>
              <a:t>sedangkan</a:t>
            </a:r>
            <a:r>
              <a:rPr lang="en-US" sz="1600" dirty="0">
                <a:latin typeface="+mj-lt"/>
              </a:rPr>
              <a:t> </a:t>
            </a:r>
            <a:r>
              <a:rPr lang="en-US" sz="1600" dirty="0" err="1">
                <a:latin typeface="+mj-lt"/>
              </a:rPr>
              <a:t>klasifikasi</a:t>
            </a:r>
            <a:r>
              <a:rPr lang="en-US" sz="1600" dirty="0">
                <a:latin typeface="+mj-lt"/>
              </a:rPr>
              <a:t> </a:t>
            </a:r>
            <a:r>
              <a:rPr lang="en-US" sz="1600" dirty="0" err="1">
                <a:latin typeface="+mj-lt"/>
              </a:rPr>
              <a:t>melakukan</a:t>
            </a:r>
            <a:r>
              <a:rPr lang="en-US" sz="1600" dirty="0">
                <a:latin typeface="+mj-lt"/>
              </a:rPr>
              <a:t> </a:t>
            </a:r>
            <a:r>
              <a:rPr lang="en-US" sz="1600" dirty="0" err="1">
                <a:latin typeface="+mj-lt"/>
              </a:rPr>
              <a:t>prediksi</a:t>
            </a:r>
            <a:r>
              <a:rPr lang="en-US" sz="1600" dirty="0">
                <a:latin typeface="+mj-lt"/>
              </a:rPr>
              <a:t> </a:t>
            </a:r>
            <a:r>
              <a:rPr lang="en-US" sz="1600" dirty="0" err="1">
                <a:latin typeface="+mj-lt"/>
              </a:rPr>
              <a:t>atau</a:t>
            </a:r>
            <a:r>
              <a:rPr lang="en-US" sz="1600" dirty="0">
                <a:latin typeface="+mj-lt"/>
              </a:rPr>
              <a:t> </a:t>
            </a:r>
            <a:r>
              <a:rPr lang="en-US" sz="1600" dirty="0" err="1">
                <a:latin typeface="+mj-lt"/>
              </a:rPr>
              <a:t>pengelompokkan</a:t>
            </a:r>
            <a:r>
              <a:rPr lang="en-US" sz="1600" dirty="0">
                <a:latin typeface="+mj-lt"/>
              </a:rPr>
              <a:t> data </a:t>
            </a:r>
            <a:r>
              <a:rPr lang="en-US" sz="1600" dirty="0" err="1">
                <a:latin typeface="+mj-lt"/>
              </a:rPr>
              <a:t>dengan</a:t>
            </a:r>
            <a:r>
              <a:rPr lang="en-US" sz="1600" dirty="0">
                <a:latin typeface="+mj-lt"/>
              </a:rPr>
              <a:t> target </a:t>
            </a:r>
            <a:r>
              <a:rPr lang="en-US" sz="1600" dirty="0" err="1">
                <a:latin typeface="+mj-lt"/>
              </a:rPr>
              <a:t>tipe</a:t>
            </a:r>
            <a:r>
              <a:rPr lang="en-US" sz="1600" dirty="0">
                <a:latin typeface="+mj-lt"/>
              </a:rPr>
              <a:t> data </a:t>
            </a:r>
            <a:r>
              <a:rPr lang="en-US" sz="1600" dirty="0" err="1">
                <a:latin typeface="+mj-lt"/>
              </a:rPr>
              <a:t>kategorik</a:t>
            </a:r>
            <a:r>
              <a:rPr lang="en-US" sz="1600" dirty="0">
                <a:latin typeface="+mj-lt"/>
              </a:rPr>
              <a:t>. </a:t>
            </a:r>
            <a:endParaRPr lang="id-ID" sz="1600" dirty="0">
              <a:latin typeface="+mj-lt"/>
            </a:endParaRPr>
          </a:p>
          <a:p>
            <a:r>
              <a:rPr lang="en-US" sz="1600" dirty="0" err="1">
                <a:latin typeface="+mj-lt"/>
              </a:rPr>
              <a:t>Dalam</a:t>
            </a:r>
            <a:r>
              <a:rPr lang="en-US" sz="1600" dirty="0">
                <a:latin typeface="+mj-lt"/>
              </a:rPr>
              <a:t> </a:t>
            </a:r>
            <a:r>
              <a:rPr lang="en-US" sz="1600" dirty="0" err="1">
                <a:latin typeface="+mj-lt"/>
              </a:rPr>
              <a:t>regresi</a:t>
            </a:r>
            <a:r>
              <a:rPr lang="en-US" sz="1600" dirty="0">
                <a:latin typeface="+mj-lt"/>
              </a:rPr>
              <a:t> </a:t>
            </a:r>
            <a:r>
              <a:rPr lang="en-US" sz="1600" dirty="0" err="1">
                <a:latin typeface="+mj-lt"/>
              </a:rPr>
              <a:t>terdapat</a:t>
            </a:r>
            <a:r>
              <a:rPr lang="en-US" sz="1600" dirty="0">
                <a:latin typeface="+mj-lt"/>
              </a:rPr>
              <a:t> </a:t>
            </a:r>
            <a:r>
              <a:rPr lang="en-US" sz="1600" dirty="0" err="1">
                <a:latin typeface="+mj-lt"/>
              </a:rPr>
              <a:t>dua</a:t>
            </a:r>
            <a:r>
              <a:rPr lang="en-US" sz="1600" dirty="0">
                <a:latin typeface="+mj-lt"/>
              </a:rPr>
              <a:t> </a:t>
            </a:r>
            <a:r>
              <a:rPr lang="en-US" sz="1600" dirty="0" err="1">
                <a:latin typeface="+mj-lt"/>
              </a:rPr>
              <a:t>jenis</a:t>
            </a:r>
            <a:r>
              <a:rPr lang="en-US" sz="1600" dirty="0">
                <a:latin typeface="+mj-lt"/>
              </a:rPr>
              <a:t> </a:t>
            </a:r>
            <a:r>
              <a:rPr lang="en-US" sz="1600" dirty="0" err="1">
                <a:latin typeface="+mj-lt"/>
              </a:rPr>
              <a:t>variabel</a:t>
            </a:r>
            <a:r>
              <a:rPr lang="en-US" sz="1600" dirty="0">
                <a:latin typeface="+mj-lt"/>
              </a:rPr>
              <a:t>  </a:t>
            </a:r>
            <a:r>
              <a:rPr lang="en-US" sz="1600" dirty="0" err="1">
                <a:latin typeface="+mj-lt"/>
              </a:rPr>
              <a:t>yaitu</a:t>
            </a:r>
            <a:r>
              <a:rPr lang="en-US" sz="1600" dirty="0">
                <a:latin typeface="+mj-lt"/>
              </a:rPr>
              <a:t> </a:t>
            </a:r>
            <a:r>
              <a:rPr lang="en-US" sz="1600" dirty="0" err="1">
                <a:latin typeface="+mj-lt"/>
              </a:rPr>
              <a:t>variabel</a:t>
            </a:r>
            <a:r>
              <a:rPr lang="en-US" sz="1600" dirty="0">
                <a:latin typeface="+mj-lt"/>
              </a:rPr>
              <a:t> </a:t>
            </a:r>
            <a:r>
              <a:rPr lang="en-US" sz="1600" dirty="0" err="1">
                <a:latin typeface="+mj-lt"/>
              </a:rPr>
              <a:t>independen</a:t>
            </a:r>
            <a:r>
              <a:rPr lang="en-US" sz="1600" dirty="0">
                <a:latin typeface="+mj-lt"/>
              </a:rPr>
              <a:t> dan </a:t>
            </a:r>
            <a:r>
              <a:rPr lang="en-US" sz="1600" dirty="0" err="1">
                <a:latin typeface="+mj-lt"/>
              </a:rPr>
              <a:t>dependen</a:t>
            </a:r>
            <a:r>
              <a:rPr lang="en-US" sz="1600" dirty="0">
                <a:latin typeface="+mj-lt"/>
              </a:rPr>
              <a:t>.</a:t>
            </a: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623806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en-US" dirty="0"/>
              <a:t>Linear Regression</a:t>
            </a:r>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r>
              <a:rPr lang="en-US" sz="1600" dirty="0">
                <a:latin typeface="+mj-lt"/>
              </a:rPr>
              <a:t>Variabel </a:t>
            </a:r>
            <a:r>
              <a:rPr lang="en-US" sz="1600" dirty="0" err="1">
                <a:latin typeface="+mj-lt"/>
              </a:rPr>
              <a:t>independen</a:t>
            </a:r>
            <a:r>
              <a:rPr lang="en-US" sz="1600" dirty="0">
                <a:latin typeface="+mj-lt"/>
              </a:rPr>
              <a:t> </a:t>
            </a:r>
            <a:r>
              <a:rPr lang="en-US" sz="1600" dirty="0" err="1">
                <a:latin typeface="+mj-lt"/>
              </a:rPr>
              <a:t>adalah</a:t>
            </a:r>
            <a:r>
              <a:rPr lang="en-US" sz="1600" dirty="0">
                <a:latin typeface="+mj-lt"/>
              </a:rPr>
              <a:t> </a:t>
            </a:r>
            <a:r>
              <a:rPr lang="en-US" sz="1600" dirty="0" err="1">
                <a:latin typeface="+mj-lt"/>
              </a:rPr>
              <a:t>variabel</a:t>
            </a:r>
            <a:r>
              <a:rPr lang="en-US" sz="1600" dirty="0">
                <a:latin typeface="+mj-lt"/>
              </a:rPr>
              <a:t> yang </a:t>
            </a:r>
            <a:r>
              <a:rPr lang="en-US" sz="1600" dirty="0" err="1">
                <a:latin typeface="+mj-lt"/>
              </a:rPr>
              <a:t>berfungsi</a:t>
            </a:r>
            <a:r>
              <a:rPr lang="en-US" sz="1600" dirty="0">
                <a:latin typeface="+mj-lt"/>
              </a:rPr>
              <a:t> </a:t>
            </a:r>
            <a:r>
              <a:rPr lang="en-US" sz="1600" dirty="0" err="1">
                <a:latin typeface="+mj-lt"/>
              </a:rPr>
              <a:t>sebagai</a:t>
            </a:r>
            <a:r>
              <a:rPr lang="en-US" sz="1600" dirty="0">
                <a:latin typeface="+mj-lt"/>
              </a:rPr>
              <a:t> </a:t>
            </a:r>
            <a:r>
              <a:rPr lang="en-US" sz="1600" dirty="0" err="1">
                <a:latin typeface="+mj-lt"/>
              </a:rPr>
              <a:t>prediktor</a:t>
            </a:r>
            <a:r>
              <a:rPr lang="en-US" sz="1600" dirty="0">
                <a:latin typeface="+mj-lt"/>
              </a:rPr>
              <a:t> </a:t>
            </a:r>
            <a:r>
              <a:rPr lang="en-US" sz="1600" dirty="0" err="1">
                <a:latin typeface="+mj-lt"/>
              </a:rPr>
              <a:t>atau</a:t>
            </a:r>
            <a:r>
              <a:rPr lang="en-US" sz="1600" dirty="0">
                <a:latin typeface="+mj-lt"/>
              </a:rPr>
              <a:t> </a:t>
            </a:r>
            <a:r>
              <a:rPr lang="en-US" sz="1600" dirty="0" err="1">
                <a:latin typeface="+mj-lt"/>
              </a:rPr>
              <a:t>faktor-faktor</a:t>
            </a:r>
            <a:r>
              <a:rPr lang="en-US" sz="1600" dirty="0">
                <a:latin typeface="+mj-lt"/>
              </a:rPr>
              <a:t> yang </a:t>
            </a:r>
            <a:r>
              <a:rPr lang="en-US" sz="1600" dirty="0" err="1">
                <a:latin typeface="+mj-lt"/>
              </a:rPr>
              <a:t>mempengaruhi</a:t>
            </a:r>
            <a:r>
              <a:rPr lang="en-US" sz="1600" dirty="0">
                <a:latin typeface="+mj-lt"/>
              </a:rPr>
              <a:t> target. </a:t>
            </a:r>
            <a:r>
              <a:rPr lang="en-US" sz="1600" dirty="0" err="1">
                <a:latin typeface="+mj-lt"/>
              </a:rPr>
              <a:t>Contohnya</a:t>
            </a:r>
            <a:r>
              <a:rPr lang="en-US" sz="1600" dirty="0">
                <a:latin typeface="+mj-lt"/>
              </a:rPr>
              <a:t> </a:t>
            </a:r>
            <a:r>
              <a:rPr lang="en-US" sz="1600" dirty="0" err="1">
                <a:latin typeface="+mj-lt"/>
              </a:rPr>
              <a:t>dalam</a:t>
            </a:r>
            <a:r>
              <a:rPr lang="en-US" sz="1600" dirty="0">
                <a:latin typeface="+mj-lt"/>
              </a:rPr>
              <a:t> dataset </a:t>
            </a:r>
            <a:r>
              <a:rPr lang="en-US" sz="1600" dirty="0" err="1">
                <a:latin typeface="+mj-lt"/>
              </a:rPr>
              <a:t>calon</a:t>
            </a:r>
            <a:r>
              <a:rPr lang="en-US" sz="1600" dirty="0">
                <a:latin typeface="+mj-lt"/>
              </a:rPr>
              <a:t> </a:t>
            </a:r>
            <a:r>
              <a:rPr lang="en-US" sz="1600" dirty="0" err="1">
                <a:latin typeface="+mj-lt"/>
              </a:rPr>
              <a:t>penerima</a:t>
            </a:r>
            <a:r>
              <a:rPr lang="en-US" sz="1600" dirty="0">
                <a:latin typeface="+mj-lt"/>
              </a:rPr>
              <a:t> </a:t>
            </a:r>
            <a:r>
              <a:rPr lang="en-US" sz="1600" dirty="0" err="1">
                <a:latin typeface="+mj-lt"/>
              </a:rPr>
              <a:t>beasiswa</a:t>
            </a:r>
            <a:r>
              <a:rPr lang="en-US" sz="1600" dirty="0">
                <a:latin typeface="+mj-lt"/>
              </a:rPr>
              <a:t>, </a:t>
            </a:r>
            <a:r>
              <a:rPr lang="en-US" sz="1600" dirty="0" err="1">
                <a:latin typeface="+mj-lt"/>
              </a:rPr>
              <a:t>variabel</a:t>
            </a:r>
            <a:r>
              <a:rPr lang="en-US" sz="1600" dirty="0">
                <a:latin typeface="+mj-lt"/>
              </a:rPr>
              <a:t> </a:t>
            </a:r>
            <a:r>
              <a:rPr lang="en-US" sz="1600" dirty="0" err="1">
                <a:latin typeface="+mj-lt"/>
              </a:rPr>
              <a:t>independen</a:t>
            </a:r>
            <a:r>
              <a:rPr lang="en-US" sz="1600" dirty="0">
                <a:latin typeface="+mj-lt"/>
              </a:rPr>
              <a:t> </a:t>
            </a:r>
            <a:r>
              <a:rPr lang="en-US" sz="1600" dirty="0" err="1">
                <a:latin typeface="+mj-lt"/>
              </a:rPr>
              <a:t>seperti</a:t>
            </a:r>
            <a:r>
              <a:rPr lang="en-US" sz="1600" dirty="0">
                <a:latin typeface="+mj-lt"/>
              </a:rPr>
              <a:t> </a:t>
            </a:r>
            <a:r>
              <a:rPr lang="en-US" sz="1600" dirty="0" err="1">
                <a:latin typeface="+mj-lt"/>
              </a:rPr>
              <a:t>gaji</a:t>
            </a:r>
            <a:r>
              <a:rPr lang="en-US" sz="1600" dirty="0">
                <a:latin typeface="+mj-lt"/>
              </a:rPr>
              <a:t> orang </a:t>
            </a:r>
            <a:r>
              <a:rPr lang="en-US" sz="1600" dirty="0" err="1">
                <a:latin typeface="+mj-lt"/>
              </a:rPr>
              <a:t>tua</a:t>
            </a:r>
            <a:r>
              <a:rPr lang="en-US" sz="1600" dirty="0">
                <a:latin typeface="+mj-lt"/>
              </a:rPr>
              <a:t>, </a:t>
            </a:r>
            <a:r>
              <a:rPr lang="en-US" sz="1600" dirty="0" err="1">
                <a:latin typeface="+mj-lt"/>
              </a:rPr>
              <a:t>nilai</a:t>
            </a:r>
            <a:r>
              <a:rPr lang="en-US" sz="1600" dirty="0">
                <a:latin typeface="+mj-lt"/>
              </a:rPr>
              <a:t> IPK, </a:t>
            </a:r>
            <a:r>
              <a:rPr lang="en-US" sz="1600" dirty="0" err="1">
                <a:latin typeface="+mj-lt"/>
              </a:rPr>
              <a:t>jarak</a:t>
            </a:r>
            <a:r>
              <a:rPr lang="en-US" sz="1600" dirty="0">
                <a:latin typeface="+mj-lt"/>
              </a:rPr>
              <a:t> </a:t>
            </a:r>
            <a:r>
              <a:rPr lang="en-US" sz="1600" dirty="0" err="1">
                <a:latin typeface="+mj-lt"/>
              </a:rPr>
              <a:t>rumah</a:t>
            </a:r>
            <a:r>
              <a:rPr lang="en-US" sz="1600" dirty="0">
                <a:latin typeface="+mj-lt"/>
              </a:rPr>
              <a:t> dan lain </a:t>
            </a:r>
            <a:r>
              <a:rPr lang="en-US" sz="1600" dirty="0" err="1">
                <a:latin typeface="+mj-lt"/>
              </a:rPr>
              <a:t>sebagainya</a:t>
            </a:r>
            <a:r>
              <a:rPr lang="en-US" sz="1600" dirty="0">
                <a:latin typeface="+mj-lt"/>
              </a:rPr>
              <a:t>.</a:t>
            </a:r>
          </a:p>
          <a:p>
            <a:r>
              <a:rPr lang="en-US" sz="1600" dirty="0">
                <a:latin typeface="+mj-lt"/>
              </a:rPr>
              <a:t>Variabel </a:t>
            </a:r>
            <a:r>
              <a:rPr lang="en-US" sz="1600" dirty="0" err="1">
                <a:latin typeface="+mj-lt"/>
              </a:rPr>
              <a:t>dependen</a:t>
            </a:r>
            <a:r>
              <a:rPr lang="en-US" sz="1600" dirty="0">
                <a:latin typeface="+mj-lt"/>
              </a:rPr>
              <a:t> </a:t>
            </a:r>
            <a:r>
              <a:rPr lang="en-US" sz="1600" dirty="0" err="1">
                <a:latin typeface="+mj-lt"/>
              </a:rPr>
              <a:t>adalah</a:t>
            </a:r>
            <a:r>
              <a:rPr lang="en-US" sz="1600" dirty="0">
                <a:latin typeface="+mj-lt"/>
              </a:rPr>
              <a:t> </a:t>
            </a:r>
            <a:r>
              <a:rPr lang="en-US" sz="1600" dirty="0" err="1">
                <a:latin typeface="+mj-lt"/>
              </a:rPr>
              <a:t>variabel</a:t>
            </a:r>
            <a:r>
              <a:rPr lang="en-US" sz="1600" dirty="0">
                <a:latin typeface="+mj-lt"/>
              </a:rPr>
              <a:t> target yang </a:t>
            </a:r>
            <a:r>
              <a:rPr lang="en-US" sz="1600" dirty="0" err="1">
                <a:latin typeface="+mj-lt"/>
              </a:rPr>
              <a:t>akan</a:t>
            </a:r>
            <a:r>
              <a:rPr lang="en-US" sz="1600" dirty="0">
                <a:latin typeface="+mj-lt"/>
              </a:rPr>
              <a:t> </a:t>
            </a:r>
            <a:r>
              <a:rPr lang="en-US" sz="1600" dirty="0" err="1">
                <a:latin typeface="+mj-lt"/>
              </a:rPr>
              <a:t>dijadikan</a:t>
            </a:r>
            <a:r>
              <a:rPr lang="en-US" sz="1600" dirty="0">
                <a:latin typeface="+mj-lt"/>
              </a:rPr>
              <a:t> </a:t>
            </a:r>
            <a:r>
              <a:rPr lang="en-US" sz="1600" dirty="0" err="1">
                <a:latin typeface="+mj-lt"/>
              </a:rPr>
              <a:t>prediksi</a:t>
            </a:r>
            <a:r>
              <a:rPr lang="en-US" sz="1600" dirty="0">
                <a:latin typeface="+mj-lt"/>
              </a:rPr>
              <a:t>. Pada </a:t>
            </a:r>
            <a:r>
              <a:rPr lang="en-US" sz="1600" dirty="0" err="1">
                <a:latin typeface="+mj-lt"/>
              </a:rPr>
              <a:t>contoh</a:t>
            </a:r>
            <a:r>
              <a:rPr lang="en-US" sz="1600" dirty="0">
                <a:latin typeface="+mj-lt"/>
              </a:rPr>
              <a:t> dataset </a:t>
            </a:r>
            <a:r>
              <a:rPr lang="en-US" sz="1600" dirty="0" err="1">
                <a:latin typeface="+mj-lt"/>
              </a:rPr>
              <a:t>calon</a:t>
            </a:r>
            <a:r>
              <a:rPr lang="en-US" sz="1600" dirty="0">
                <a:latin typeface="+mj-lt"/>
              </a:rPr>
              <a:t> </a:t>
            </a:r>
            <a:r>
              <a:rPr lang="en-US" sz="1600" dirty="0" err="1">
                <a:latin typeface="+mj-lt"/>
              </a:rPr>
              <a:t>penerima</a:t>
            </a:r>
            <a:r>
              <a:rPr lang="en-US" sz="1600" dirty="0">
                <a:latin typeface="+mj-lt"/>
              </a:rPr>
              <a:t> </a:t>
            </a:r>
            <a:r>
              <a:rPr lang="en-US" sz="1600" dirty="0" err="1">
                <a:latin typeface="+mj-lt"/>
              </a:rPr>
              <a:t>beasiswa</a:t>
            </a:r>
            <a:r>
              <a:rPr lang="en-US" sz="1600" dirty="0">
                <a:latin typeface="+mj-lt"/>
              </a:rPr>
              <a:t>, </a:t>
            </a:r>
            <a:r>
              <a:rPr lang="en-US" sz="1600" dirty="0" err="1">
                <a:latin typeface="+mj-lt"/>
              </a:rPr>
              <a:t>variabel</a:t>
            </a:r>
            <a:r>
              <a:rPr lang="en-US" sz="1600" dirty="0">
                <a:latin typeface="+mj-lt"/>
              </a:rPr>
              <a:t> </a:t>
            </a:r>
            <a:r>
              <a:rPr lang="en-US" sz="1600" dirty="0" err="1">
                <a:latin typeface="+mj-lt"/>
              </a:rPr>
              <a:t>dependen</a:t>
            </a:r>
            <a:r>
              <a:rPr lang="en-US" sz="1600" dirty="0">
                <a:latin typeface="+mj-lt"/>
              </a:rPr>
              <a:t> </a:t>
            </a:r>
            <a:r>
              <a:rPr lang="en-US" sz="1600" dirty="0" err="1">
                <a:latin typeface="+mj-lt"/>
              </a:rPr>
              <a:t>adalah</a:t>
            </a:r>
            <a:r>
              <a:rPr lang="en-US" sz="1600" dirty="0">
                <a:latin typeface="+mj-lt"/>
              </a:rPr>
              <a:t> </a:t>
            </a:r>
            <a:r>
              <a:rPr lang="en-US" sz="1600" dirty="0" err="1">
                <a:latin typeface="+mj-lt"/>
              </a:rPr>
              <a:t>keterangan</a:t>
            </a:r>
            <a:r>
              <a:rPr lang="en-US" sz="1600" dirty="0">
                <a:latin typeface="+mj-lt"/>
              </a:rPr>
              <a:t> yang </a:t>
            </a:r>
            <a:r>
              <a:rPr lang="en-US" sz="1600" dirty="0" err="1">
                <a:latin typeface="+mj-lt"/>
              </a:rPr>
              <a:t>berisi</a:t>
            </a:r>
            <a:r>
              <a:rPr lang="en-US" sz="1600" dirty="0">
                <a:latin typeface="+mj-lt"/>
              </a:rPr>
              <a:t> “</a:t>
            </a:r>
            <a:r>
              <a:rPr lang="en-US" sz="1600" dirty="0" err="1">
                <a:latin typeface="+mj-lt"/>
              </a:rPr>
              <a:t>diterima</a:t>
            </a:r>
            <a:r>
              <a:rPr lang="en-US" sz="1600" dirty="0">
                <a:latin typeface="+mj-lt"/>
              </a:rPr>
              <a:t>” </a:t>
            </a:r>
            <a:r>
              <a:rPr lang="en-US" sz="1600" dirty="0" err="1">
                <a:latin typeface="+mj-lt"/>
              </a:rPr>
              <a:t>atau</a:t>
            </a:r>
            <a:r>
              <a:rPr lang="en-US" sz="1600" dirty="0">
                <a:latin typeface="+mj-lt"/>
              </a:rPr>
              <a:t> “</a:t>
            </a:r>
            <a:r>
              <a:rPr lang="en-US" sz="1600" dirty="0" err="1">
                <a:latin typeface="+mj-lt"/>
              </a:rPr>
              <a:t>ditolak</a:t>
            </a:r>
            <a:r>
              <a:rPr lang="en-US" sz="1600" dirty="0">
                <a:latin typeface="+mj-lt"/>
              </a:rPr>
              <a:t>”.</a:t>
            </a:r>
          </a:p>
          <a:p>
            <a:r>
              <a:rPr lang="en-US" sz="1600" dirty="0" err="1">
                <a:latin typeface="+mj-lt"/>
              </a:rPr>
              <a:t>Biasanya</a:t>
            </a:r>
            <a:r>
              <a:rPr lang="en-US" sz="1600" dirty="0">
                <a:latin typeface="+mj-lt"/>
              </a:rPr>
              <a:t> </a:t>
            </a:r>
            <a:r>
              <a:rPr lang="en-US" sz="1600" dirty="0" err="1">
                <a:latin typeface="+mj-lt"/>
              </a:rPr>
              <a:t>regresi</a:t>
            </a:r>
            <a:r>
              <a:rPr lang="en-US" sz="1600" dirty="0">
                <a:latin typeface="+mj-lt"/>
              </a:rPr>
              <a:t> </a:t>
            </a:r>
            <a:r>
              <a:rPr lang="en-US" sz="1600" dirty="0" err="1">
                <a:latin typeface="+mj-lt"/>
              </a:rPr>
              <a:t>memiliki</a:t>
            </a:r>
            <a:r>
              <a:rPr lang="en-US" sz="1600" dirty="0">
                <a:latin typeface="+mj-lt"/>
              </a:rPr>
              <a:t> </a:t>
            </a:r>
            <a:r>
              <a:rPr lang="en-US" sz="1600" dirty="0" err="1">
                <a:latin typeface="+mj-lt"/>
              </a:rPr>
              <a:t>satu</a:t>
            </a:r>
            <a:r>
              <a:rPr lang="en-US" sz="1600" dirty="0">
                <a:latin typeface="+mj-lt"/>
              </a:rPr>
              <a:t> </a:t>
            </a:r>
            <a:r>
              <a:rPr lang="en-US" sz="1600" dirty="0" err="1">
                <a:latin typeface="+mj-lt"/>
              </a:rPr>
              <a:t>variabel</a:t>
            </a:r>
            <a:r>
              <a:rPr lang="en-US" sz="1600" dirty="0">
                <a:latin typeface="+mj-lt"/>
              </a:rPr>
              <a:t> </a:t>
            </a:r>
            <a:r>
              <a:rPr lang="en-US" sz="1600" dirty="0" err="1">
                <a:latin typeface="+mj-lt"/>
              </a:rPr>
              <a:t>dependen</a:t>
            </a:r>
            <a:r>
              <a:rPr lang="en-US" sz="1600" dirty="0">
                <a:latin typeface="+mj-lt"/>
              </a:rPr>
              <a:t> dan </a:t>
            </a:r>
            <a:r>
              <a:rPr lang="en-US" sz="1600" dirty="0" err="1">
                <a:latin typeface="+mj-lt"/>
              </a:rPr>
              <a:t>memiliki</a:t>
            </a:r>
            <a:r>
              <a:rPr lang="en-US" sz="1600" dirty="0">
                <a:latin typeface="+mj-lt"/>
              </a:rPr>
              <a:t> </a:t>
            </a:r>
            <a:r>
              <a:rPr lang="en-US" sz="1600" dirty="0" err="1">
                <a:latin typeface="+mj-lt"/>
              </a:rPr>
              <a:t>lebih</a:t>
            </a:r>
            <a:r>
              <a:rPr lang="en-US" sz="1600" dirty="0">
                <a:latin typeface="+mj-lt"/>
              </a:rPr>
              <a:t> </a:t>
            </a:r>
            <a:r>
              <a:rPr lang="en-US" sz="1600" dirty="0" err="1">
                <a:latin typeface="+mj-lt"/>
              </a:rPr>
              <a:t>dari</a:t>
            </a:r>
            <a:r>
              <a:rPr lang="en-US" sz="1600" dirty="0">
                <a:latin typeface="+mj-lt"/>
              </a:rPr>
              <a:t> </a:t>
            </a:r>
            <a:r>
              <a:rPr lang="en-US" sz="1600" dirty="0" err="1">
                <a:latin typeface="+mj-lt"/>
              </a:rPr>
              <a:t>satu</a:t>
            </a:r>
            <a:r>
              <a:rPr lang="en-US" sz="1600" dirty="0">
                <a:latin typeface="+mj-lt"/>
              </a:rPr>
              <a:t> </a:t>
            </a:r>
            <a:r>
              <a:rPr lang="en-US" sz="1600" dirty="0" err="1">
                <a:latin typeface="+mj-lt"/>
              </a:rPr>
              <a:t>variabel</a:t>
            </a:r>
            <a:r>
              <a:rPr lang="en-US" sz="1600" dirty="0">
                <a:latin typeface="+mj-lt"/>
              </a:rPr>
              <a:t> </a:t>
            </a:r>
            <a:r>
              <a:rPr lang="en-US" sz="1600" dirty="0" err="1">
                <a:latin typeface="+mj-lt"/>
              </a:rPr>
              <a:t>independen</a:t>
            </a:r>
            <a:r>
              <a:rPr lang="en-US" sz="1600" dirty="0">
                <a:latin typeface="+mj-lt"/>
              </a:rPr>
              <a:t>. </a:t>
            </a:r>
            <a:endParaRPr lang="id-ID" sz="1600" dirty="0">
              <a:latin typeface="+mj-lt"/>
            </a:endParaRPr>
          </a:p>
          <a:p>
            <a:r>
              <a:rPr lang="id-ID" sz="1600" dirty="0">
                <a:latin typeface="+mj-lt"/>
              </a:rPr>
              <a:t>Hubungan bersifat statistik, bukan </a:t>
            </a:r>
            <a:r>
              <a:rPr lang="id-ID" sz="1600" dirty="0" err="1">
                <a:latin typeface="+mj-lt"/>
              </a:rPr>
              <a:t>deterministik</a:t>
            </a:r>
            <a:r>
              <a:rPr lang="id-ID" sz="1600" dirty="0">
                <a:latin typeface="+mj-lt"/>
              </a:rPr>
              <a:t>.</a:t>
            </a:r>
            <a:endParaRPr lang="en-US" sz="1600" dirty="0">
              <a:latin typeface="+mj-lt"/>
            </a:endParaRP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357389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en-US" dirty="0"/>
              <a:t>Linear Regression</a:t>
            </a:r>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r>
              <a:rPr lang="en-US" sz="1600" dirty="0">
                <a:latin typeface="+mj-lt"/>
              </a:rPr>
              <a:t>Misalnya pada dataset nilai.csv , </a:t>
            </a:r>
            <a:r>
              <a:rPr lang="en-US" sz="1600" dirty="0" err="1">
                <a:latin typeface="+mj-lt"/>
              </a:rPr>
              <a:t>terdapat</a:t>
            </a:r>
            <a:r>
              <a:rPr lang="en-US" sz="1600" dirty="0">
                <a:latin typeface="+mj-lt"/>
              </a:rPr>
              <a:t> </a:t>
            </a:r>
            <a:r>
              <a:rPr lang="en-US" sz="1600" dirty="0" err="1">
                <a:latin typeface="+mj-lt"/>
              </a:rPr>
              <a:t>hubungan</a:t>
            </a:r>
            <a:r>
              <a:rPr lang="en-US" sz="1600" dirty="0">
                <a:latin typeface="+mj-lt"/>
              </a:rPr>
              <a:t> linear (</a:t>
            </a:r>
            <a:r>
              <a:rPr lang="en-US" sz="1600" dirty="0" err="1">
                <a:latin typeface="+mj-lt"/>
              </a:rPr>
              <a:t>searah</a:t>
            </a:r>
            <a:r>
              <a:rPr lang="en-US" sz="1600" dirty="0">
                <a:latin typeface="+mj-lt"/>
              </a:rPr>
              <a:t>) </a:t>
            </a:r>
            <a:r>
              <a:rPr lang="en-US" sz="1600" dirty="0" err="1">
                <a:latin typeface="+mj-lt"/>
              </a:rPr>
              <a:t>antara</a:t>
            </a:r>
            <a:r>
              <a:rPr lang="en-US" sz="1600" dirty="0">
                <a:latin typeface="+mj-lt"/>
              </a:rPr>
              <a:t> jam </a:t>
            </a:r>
            <a:r>
              <a:rPr lang="en-US" sz="1600" dirty="0" err="1">
                <a:latin typeface="+mj-lt"/>
              </a:rPr>
              <a:t>belajar</a:t>
            </a:r>
            <a:r>
              <a:rPr lang="en-US" sz="1600" dirty="0">
                <a:latin typeface="+mj-lt"/>
              </a:rPr>
              <a:t> </a:t>
            </a:r>
            <a:r>
              <a:rPr lang="en-US" sz="1600" dirty="0" err="1">
                <a:latin typeface="+mj-lt"/>
              </a:rPr>
              <a:t>dengan</a:t>
            </a:r>
            <a:r>
              <a:rPr lang="en-US" sz="1600" dirty="0">
                <a:latin typeface="+mj-lt"/>
              </a:rPr>
              <a:t> </a:t>
            </a:r>
            <a:r>
              <a:rPr lang="en-US" sz="1600" dirty="0" err="1">
                <a:latin typeface="+mj-lt"/>
              </a:rPr>
              <a:t>harga</a:t>
            </a:r>
            <a:r>
              <a:rPr lang="en-US" sz="1600" dirty="0">
                <a:latin typeface="+mj-lt"/>
              </a:rPr>
              <a:t> </a:t>
            </a:r>
            <a:r>
              <a:rPr lang="en-US" sz="1600" dirty="0" err="1">
                <a:latin typeface="+mj-lt"/>
              </a:rPr>
              <a:t>nilai</a:t>
            </a:r>
            <a:r>
              <a:rPr lang="en-US" sz="1600" dirty="0">
                <a:latin typeface="+mj-lt"/>
              </a:rPr>
              <a:t> yang </a:t>
            </a:r>
            <a:r>
              <a:rPr lang="en-US" sz="1600" dirty="0" err="1">
                <a:latin typeface="+mj-lt"/>
              </a:rPr>
              <a:t>didapatkan</a:t>
            </a:r>
            <a:r>
              <a:rPr lang="en-US" sz="1600" dirty="0">
                <a:latin typeface="+mj-lt"/>
              </a:rPr>
              <a:t>. </a:t>
            </a:r>
            <a:endParaRPr lang="id-ID" sz="1600" dirty="0">
              <a:latin typeface="+mj-lt"/>
            </a:endParaRPr>
          </a:p>
          <a:p>
            <a:pPr marL="0" indent="0">
              <a:buNone/>
            </a:pPr>
            <a:endParaRPr lang="en-US" sz="1600" dirty="0">
              <a:latin typeface="+mj-lt"/>
            </a:endParaRP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Gambar 4">
            <a:extLst>
              <a:ext uri="{FF2B5EF4-FFF2-40B4-BE49-F238E27FC236}">
                <a16:creationId xmlns:a16="http://schemas.microsoft.com/office/drawing/2014/main" id="{18D7B2B5-1013-49ED-9A7B-C75E79313A5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71681" y="1921510"/>
            <a:ext cx="3868420" cy="2812415"/>
          </a:xfrm>
          <a:prstGeom prst="rect">
            <a:avLst/>
          </a:prstGeom>
          <a:noFill/>
          <a:ln>
            <a:noFill/>
          </a:ln>
        </p:spPr>
      </p:pic>
      <p:sp>
        <p:nvSpPr>
          <p:cNvPr id="7" name="Kotak Teks 6">
            <a:extLst>
              <a:ext uri="{FF2B5EF4-FFF2-40B4-BE49-F238E27FC236}">
                <a16:creationId xmlns:a16="http://schemas.microsoft.com/office/drawing/2014/main" id="{01CBAB16-325E-4606-ADA2-0AB1435DDDE8}"/>
              </a:ext>
            </a:extLst>
          </p:cNvPr>
          <p:cNvSpPr txBox="1"/>
          <p:nvPr/>
        </p:nvSpPr>
        <p:spPr>
          <a:xfrm>
            <a:off x="4040101" y="2539306"/>
            <a:ext cx="2734772" cy="738664"/>
          </a:xfrm>
          <a:prstGeom prst="rect">
            <a:avLst/>
          </a:prstGeom>
          <a:noFill/>
        </p:spPr>
        <p:txBody>
          <a:bodyPr wrap="square">
            <a:spAutoFit/>
          </a:bodyPr>
          <a:lstStyle/>
          <a:p>
            <a:r>
              <a:rPr lang="id-ID" sz="1400" dirty="0">
                <a:latin typeface="+mj-lt"/>
              </a:rPr>
              <a:t>K</a:t>
            </a:r>
            <a:r>
              <a:rPr lang="en-US" sz="1400" dirty="0" err="1">
                <a:latin typeface="+mj-lt"/>
              </a:rPr>
              <a:t>alau</a:t>
            </a:r>
            <a:r>
              <a:rPr lang="en-US" sz="1400" dirty="0">
                <a:latin typeface="+mj-lt"/>
              </a:rPr>
              <a:t> </a:t>
            </a:r>
            <a:r>
              <a:rPr lang="en-US" sz="1400" dirty="0" err="1">
                <a:latin typeface="+mj-lt"/>
              </a:rPr>
              <a:t>jumlah</a:t>
            </a:r>
            <a:r>
              <a:rPr lang="en-US" sz="1400" dirty="0">
                <a:latin typeface="+mj-lt"/>
              </a:rPr>
              <a:t> jam </a:t>
            </a:r>
            <a:r>
              <a:rPr lang="en-US" sz="1400" dirty="0" err="1">
                <a:latin typeface="+mj-lt"/>
              </a:rPr>
              <a:t>belajarnya</a:t>
            </a:r>
            <a:r>
              <a:rPr lang="en-US" sz="1400" dirty="0">
                <a:latin typeface="+mj-lt"/>
              </a:rPr>
              <a:t> </a:t>
            </a:r>
            <a:r>
              <a:rPr lang="en-US" sz="1400" dirty="0" err="1">
                <a:latin typeface="+mj-lt"/>
              </a:rPr>
              <a:t>adalah</a:t>
            </a:r>
            <a:r>
              <a:rPr lang="en-US" sz="1400" dirty="0">
                <a:latin typeface="+mj-lt"/>
              </a:rPr>
              <a:t> 6.5 jam, </a:t>
            </a:r>
            <a:r>
              <a:rPr lang="en-US" sz="1400" dirty="0" err="1">
                <a:latin typeface="+mj-lt"/>
              </a:rPr>
              <a:t>berapakah</a:t>
            </a:r>
            <a:r>
              <a:rPr lang="en-US" sz="1400" dirty="0">
                <a:latin typeface="+mj-lt"/>
              </a:rPr>
              <a:t> </a:t>
            </a:r>
            <a:r>
              <a:rPr lang="en-US" sz="1400" dirty="0" err="1">
                <a:latin typeface="+mj-lt"/>
              </a:rPr>
              <a:t>nilai</a:t>
            </a:r>
            <a:r>
              <a:rPr lang="en-US" sz="1400" dirty="0">
                <a:latin typeface="+mj-lt"/>
              </a:rPr>
              <a:t> yang </a:t>
            </a:r>
            <a:r>
              <a:rPr lang="en-US" sz="1400" dirty="0" err="1">
                <a:latin typeface="+mj-lt"/>
              </a:rPr>
              <a:t>didapatkan</a:t>
            </a:r>
            <a:r>
              <a:rPr lang="en-US" sz="1400" dirty="0">
                <a:latin typeface="+mj-lt"/>
              </a:rPr>
              <a:t>?</a:t>
            </a:r>
          </a:p>
        </p:txBody>
      </p:sp>
    </p:spTree>
    <p:extLst>
      <p:ext uri="{BB962C8B-B14F-4D97-AF65-F5344CB8AC3E}">
        <p14:creationId xmlns:p14="http://schemas.microsoft.com/office/powerpoint/2010/main" val="2981346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en-US" dirty="0"/>
              <a:t>Linear Regression</a:t>
            </a:r>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r>
                  <a:rPr lang="pt-BR" sz="1400" dirty="0">
                    <a:latin typeface="+mj-lt"/>
                  </a:rPr>
                  <a:t>Rumus regresi secara umum adalah:</a:t>
                </a:r>
                <a:endParaRPr lang="id-ID" sz="1400" dirty="0">
                  <a:latin typeface="+mj-lt"/>
                </a:endParaRPr>
              </a:p>
              <a:p>
                <a:pPr marL="0" indent="0">
                  <a:buNone/>
                </a:pPr>
                <a14:m>
                  <m:oMathPara xmlns:m="http://schemas.openxmlformats.org/officeDocument/2006/math">
                    <m:oMathParaPr>
                      <m:jc m:val="centerGroup"/>
                    </m:oMathParaPr>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𝑌</m:t>
                      </m:r>
                      <m:r>
                        <a:rPr lang="id-ID" sz="1400" i="1" smtClean="0">
                          <a:effectLst/>
                          <a:latin typeface="Cambria Math" panose="02040503050406030204" pitchFamily="18" charset="0"/>
                          <a:ea typeface="Calibri" panose="020F0502020204030204" pitchFamily="34" charset="0"/>
                          <a:cs typeface="Arial" panose="020B0604020202020204" pitchFamily="34" charset="0"/>
                        </a:rPr>
                        <m:t>=</m:t>
                      </m:r>
                      <m:r>
                        <a:rPr lang="id-ID" sz="1400" i="1" smtClean="0">
                          <a:effectLst/>
                          <a:latin typeface="Cambria Math" panose="02040503050406030204" pitchFamily="18" charset="0"/>
                          <a:ea typeface="Calibri" panose="020F0502020204030204" pitchFamily="34" charset="0"/>
                          <a:cs typeface="Arial" panose="020B0604020202020204" pitchFamily="34" charset="0"/>
                        </a:rPr>
                        <m:t>𝑓</m:t>
                      </m:r>
                      <m:d>
                        <m:dPr>
                          <m:ctrlPr>
                            <a:rPr lang="en-US" sz="1400" i="1">
                              <a:effectLst/>
                              <a:latin typeface="Cambria Math" panose="02040503050406030204" pitchFamily="18" charset="0"/>
                            </a:rPr>
                          </m:ctrlPr>
                        </m:dPr>
                        <m:e>
                          <m:r>
                            <a:rPr lang="id-ID" sz="1400" i="1">
                              <a:effectLst/>
                              <a:latin typeface="Cambria Math" panose="02040503050406030204" pitchFamily="18" charset="0"/>
                              <a:ea typeface="Calibri" panose="020F0502020204030204" pitchFamily="34" charset="0"/>
                              <a:cs typeface="Arial" panose="020B0604020202020204" pitchFamily="34" charset="0"/>
                            </a:rPr>
                            <m:t>𝑥</m:t>
                          </m:r>
                        </m:e>
                      </m:d>
                    </m:oMath>
                  </m:oMathPara>
                </a14:m>
                <a:endParaRPr lang="id-ID" sz="1400" dirty="0">
                  <a:latin typeface="+mj-lt"/>
                </a:endParaRPr>
              </a:p>
              <a:p>
                <a:pPr marL="0" indent="0">
                  <a:buNone/>
                </a:pPr>
                <a:r>
                  <a:rPr lang="en-US" sz="1400" dirty="0" err="1">
                    <a:latin typeface="+mj-lt"/>
                  </a:rPr>
                  <a:t>Keterangan</a:t>
                </a:r>
                <a:r>
                  <a:rPr lang="en-US" sz="1400" dirty="0">
                    <a:latin typeface="+mj-lt"/>
                  </a:rPr>
                  <a:t>:</a:t>
                </a:r>
              </a:p>
              <a:p>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𝑌</m:t>
                    </m:r>
                    <m:r>
                      <a:rPr lang="id-ID" sz="1400" i="1" smtClean="0">
                        <a:effectLst/>
                        <a:latin typeface="Cambria Math" panose="02040503050406030204" pitchFamily="18" charset="0"/>
                        <a:ea typeface="Calibri" panose="020F0502020204030204" pitchFamily="34" charset="0"/>
                        <a:cs typeface="Arial" panose="020B0604020202020204" pitchFamily="34" charset="0"/>
                      </a:rPr>
                      <m:t> </m:t>
                    </m:r>
                  </m:oMath>
                </a14:m>
                <a:r>
                  <a:rPr lang="en-US" sz="1400" dirty="0">
                    <a:latin typeface="+mj-lt"/>
                  </a:rPr>
                  <a:t>	= </a:t>
                </a:r>
                <a:r>
                  <a:rPr lang="en-US" sz="1400" dirty="0" err="1">
                    <a:latin typeface="+mj-lt"/>
                  </a:rPr>
                  <a:t>variabel</a:t>
                </a:r>
                <a:r>
                  <a:rPr lang="en-US" sz="1400" dirty="0">
                    <a:latin typeface="+mj-lt"/>
                  </a:rPr>
                  <a:t> </a:t>
                </a:r>
                <a:r>
                  <a:rPr lang="en-US" sz="1400" dirty="0" err="1">
                    <a:latin typeface="+mj-lt"/>
                  </a:rPr>
                  <a:t>dependen</a:t>
                </a:r>
                <a:r>
                  <a:rPr lang="en-US" sz="1400" dirty="0">
                    <a:latin typeface="+mj-lt"/>
                  </a:rPr>
                  <a:t>. </a:t>
                </a:r>
                <a:r>
                  <a:rPr lang="en-US" sz="1400" dirty="0" err="1">
                    <a:latin typeface="+mj-lt"/>
                  </a:rPr>
                  <a:t>Dalam</a:t>
                </a:r>
                <a:r>
                  <a:rPr lang="en-US" sz="1400" dirty="0">
                    <a:latin typeface="+mj-lt"/>
                  </a:rPr>
                  <a:t> </a:t>
                </a:r>
                <a:r>
                  <a:rPr lang="en-US" sz="1400" dirty="0" err="1">
                    <a:latin typeface="+mj-lt"/>
                  </a:rPr>
                  <a:t>kasus</a:t>
                </a:r>
                <a:r>
                  <a:rPr lang="en-US" sz="1400" dirty="0">
                    <a:latin typeface="+mj-lt"/>
                  </a:rPr>
                  <a:t> </a:t>
                </a:r>
                <a:r>
                  <a:rPr lang="en-US" sz="1400" dirty="0" err="1">
                    <a:latin typeface="+mj-lt"/>
                  </a:rPr>
                  <a:t>ini</a:t>
                </a:r>
                <a:r>
                  <a:rPr lang="en-US" sz="1400" dirty="0">
                    <a:latin typeface="+mj-lt"/>
                  </a:rPr>
                  <a:t> </a:t>
                </a:r>
                <a:r>
                  <a:rPr lang="en-US" sz="1400" dirty="0" err="1">
                    <a:latin typeface="+mj-lt"/>
                  </a:rPr>
                  <a:t>adalah</a:t>
                </a:r>
                <a:r>
                  <a:rPr lang="en-US" sz="1400" dirty="0">
                    <a:latin typeface="+mj-lt"/>
                  </a:rPr>
                  <a:t> </a:t>
                </a:r>
                <a:r>
                  <a:rPr lang="en-US" sz="1400" dirty="0" err="1">
                    <a:latin typeface="+mj-lt"/>
                  </a:rPr>
                  <a:t>nilai</a:t>
                </a:r>
                <a:r>
                  <a:rPr lang="en-US" sz="1400" dirty="0">
                    <a:latin typeface="+mj-lt"/>
                  </a:rPr>
                  <a:t>.</a:t>
                </a:r>
              </a:p>
              <a:p>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𝑥</m:t>
                    </m:r>
                    <m:r>
                      <a:rPr lang="id-ID" sz="1400" i="1" smtClean="0">
                        <a:effectLst/>
                        <a:latin typeface="Cambria Math" panose="02040503050406030204" pitchFamily="18" charset="0"/>
                        <a:ea typeface="Calibri" panose="020F0502020204030204" pitchFamily="34" charset="0"/>
                        <a:cs typeface="Arial" panose="020B0604020202020204" pitchFamily="34" charset="0"/>
                      </a:rPr>
                      <m:t> </m:t>
                    </m:r>
                  </m:oMath>
                </a14:m>
                <a:r>
                  <a:rPr lang="en-US" sz="1400" dirty="0">
                    <a:latin typeface="+mj-lt"/>
                  </a:rPr>
                  <a:t>	= </a:t>
                </a:r>
                <a:r>
                  <a:rPr lang="en-US" sz="1400" dirty="0" err="1">
                    <a:latin typeface="+mj-lt"/>
                  </a:rPr>
                  <a:t>variabel</a:t>
                </a:r>
                <a:r>
                  <a:rPr lang="en-US" sz="1400" dirty="0">
                    <a:latin typeface="+mj-lt"/>
                  </a:rPr>
                  <a:t> </a:t>
                </a:r>
                <a:r>
                  <a:rPr lang="en-US" sz="1400" dirty="0" err="1">
                    <a:latin typeface="+mj-lt"/>
                  </a:rPr>
                  <a:t>independen</a:t>
                </a:r>
                <a:r>
                  <a:rPr lang="en-US" sz="1400" dirty="0">
                    <a:latin typeface="+mj-lt"/>
                  </a:rPr>
                  <a:t>. </a:t>
                </a:r>
                <a:r>
                  <a:rPr lang="en-US" sz="1400" dirty="0" err="1">
                    <a:latin typeface="+mj-lt"/>
                  </a:rPr>
                  <a:t>Dalam</a:t>
                </a:r>
                <a:r>
                  <a:rPr lang="en-US" sz="1400" dirty="0">
                    <a:latin typeface="+mj-lt"/>
                  </a:rPr>
                  <a:t> </a:t>
                </a:r>
                <a:r>
                  <a:rPr lang="en-US" sz="1400" dirty="0" err="1">
                    <a:latin typeface="+mj-lt"/>
                  </a:rPr>
                  <a:t>kasus</a:t>
                </a:r>
                <a:r>
                  <a:rPr lang="en-US" sz="1400" dirty="0">
                    <a:latin typeface="+mj-lt"/>
                  </a:rPr>
                  <a:t> </a:t>
                </a:r>
                <a:r>
                  <a:rPr lang="en-US" sz="1400" dirty="0" err="1">
                    <a:latin typeface="+mj-lt"/>
                  </a:rPr>
                  <a:t>ini</a:t>
                </a:r>
                <a:r>
                  <a:rPr lang="en-US" sz="1400" dirty="0">
                    <a:latin typeface="+mj-lt"/>
                  </a:rPr>
                  <a:t> </a:t>
                </a:r>
                <a:r>
                  <a:rPr lang="en-US" sz="1400" dirty="0" err="1">
                    <a:latin typeface="+mj-lt"/>
                  </a:rPr>
                  <a:t>adalah</a:t>
                </a:r>
                <a:r>
                  <a:rPr lang="en-US" sz="1400" dirty="0">
                    <a:latin typeface="+mj-lt"/>
                  </a:rPr>
                  <a:t> </a:t>
                </a:r>
                <a:r>
                  <a:rPr lang="en-US" sz="1400" dirty="0" err="1">
                    <a:latin typeface="+mj-lt"/>
                  </a:rPr>
                  <a:t>jumlah</a:t>
                </a:r>
                <a:r>
                  <a:rPr lang="en-US" sz="1400" dirty="0">
                    <a:latin typeface="+mj-lt"/>
                  </a:rPr>
                  <a:t> jam.</a:t>
                </a:r>
              </a:p>
              <a:p>
                <a:r>
                  <a:rPr lang="en-US" sz="1400" dirty="0">
                    <a:latin typeface="+mj-lt"/>
                  </a:rPr>
                  <a:t>Kinerja linear regression </a:t>
                </a:r>
                <a:r>
                  <a:rPr lang="en-US" sz="1400" dirty="0" err="1">
                    <a:latin typeface="+mj-lt"/>
                  </a:rPr>
                  <a:t>dapat</a:t>
                </a:r>
                <a:r>
                  <a:rPr lang="en-US" sz="1400" dirty="0">
                    <a:latin typeface="+mj-lt"/>
                  </a:rPr>
                  <a:t> </a:t>
                </a:r>
                <a:r>
                  <a:rPr lang="en-US" sz="1400" dirty="0" err="1">
                    <a:latin typeface="+mj-lt"/>
                  </a:rPr>
                  <a:t>diukur</a:t>
                </a:r>
                <a:r>
                  <a:rPr lang="en-US" sz="1400" dirty="0">
                    <a:latin typeface="+mj-lt"/>
                  </a:rPr>
                  <a:t> </a:t>
                </a:r>
                <a:r>
                  <a:rPr lang="en-US" sz="1400" dirty="0" err="1">
                    <a:latin typeface="+mj-lt"/>
                  </a:rPr>
                  <a:t>dengan</a:t>
                </a:r>
                <a:r>
                  <a:rPr lang="en-US" sz="1400" dirty="0">
                    <a:latin typeface="+mj-lt"/>
                  </a:rPr>
                  <a:t> </a:t>
                </a:r>
                <a:r>
                  <a:rPr lang="en-US" sz="1400" dirty="0" err="1">
                    <a:latin typeface="+mj-lt"/>
                  </a:rPr>
                  <a:t>beberapa</a:t>
                </a:r>
                <a:r>
                  <a:rPr lang="en-US" sz="1400" dirty="0">
                    <a:latin typeface="+mj-lt"/>
                  </a:rPr>
                  <a:t> </a:t>
                </a:r>
                <a:r>
                  <a:rPr lang="en-US" sz="1400" dirty="0" err="1">
                    <a:latin typeface="+mj-lt"/>
                  </a:rPr>
                  <a:t>pendekatan</a:t>
                </a:r>
                <a:r>
                  <a:rPr lang="en-US" sz="1400" dirty="0">
                    <a:latin typeface="+mj-lt"/>
                  </a:rPr>
                  <a:t> </a:t>
                </a:r>
                <a:r>
                  <a:rPr lang="en-US" sz="1400" dirty="0" err="1">
                    <a:latin typeface="+mj-lt"/>
                  </a:rPr>
                  <a:t>yaitu</a:t>
                </a:r>
                <a:r>
                  <a:rPr lang="en-US" sz="1400" dirty="0">
                    <a:latin typeface="+mj-lt"/>
                  </a:rPr>
                  <a:t> Mean Absolute Error (MAE), Mean Absolute Percentage Error (MAPE), Mean Square Error (MSE), Root Mean Square Error (RMSE), R-squared values, dan Adjusted R-squared values. </a:t>
                </a: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l="-309" t="-935"/>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197002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E7306A9D-6CAD-441D-AD26-E6B1CA958C5D}"/>
              </a:ext>
            </a:extLst>
          </p:cNvPr>
          <p:cNvSpPr>
            <a:spLocks noGrp="1"/>
          </p:cNvSpPr>
          <p:nvPr>
            <p:ph type="ctrTitle"/>
          </p:nvPr>
        </p:nvSpPr>
        <p:spPr/>
        <p:txBody>
          <a:bodyPr/>
          <a:lstStyle/>
          <a:p>
            <a:r>
              <a:rPr lang="id-ID" dirty="0"/>
              <a:t>Single Linear </a:t>
            </a:r>
            <a:r>
              <a:rPr lang="id-ID" dirty="0" err="1"/>
              <a:t>Regression</a:t>
            </a:r>
            <a:endParaRPr lang="en-US" dirty="0"/>
          </a:p>
        </p:txBody>
      </p:sp>
      <p:sp>
        <p:nvSpPr>
          <p:cNvPr id="3" name="Subjudul 2">
            <a:extLst>
              <a:ext uri="{FF2B5EF4-FFF2-40B4-BE49-F238E27FC236}">
                <a16:creationId xmlns:a16="http://schemas.microsoft.com/office/drawing/2014/main" id="{91ADF75E-36CF-4073-9A6F-85A13B7A1EB1}"/>
              </a:ext>
            </a:extLst>
          </p:cNvPr>
          <p:cNvSpPr>
            <a:spLocks noGrp="1"/>
          </p:cNvSpPr>
          <p:nvPr>
            <p:ph type="subTitle" idx="1"/>
          </p:nvPr>
        </p:nvSpPr>
        <p:spPr/>
        <p:txBody>
          <a:bodyPr/>
          <a:lstStyle/>
          <a:p>
            <a:pPr>
              <a:lnSpc>
                <a:spcPct val="100000"/>
              </a:lnSpc>
              <a:spcBef>
                <a:spcPts val="0"/>
              </a:spcBef>
            </a:pPr>
            <a:r>
              <a:rPr lang="id-ID" dirty="0">
                <a:latin typeface="+mj-lt"/>
              </a:rPr>
              <a:t>Irwansyah Saputra, S.Kom., M.Kom., MTA</a:t>
            </a:r>
          </a:p>
          <a:p>
            <a:pPr>
              <a:lnSpc>
                <a:spcPct val="100000"/>
              </a:lnSpc>
              <a:spcBef>
                <a:spcPts val="0"/>
              </a:spcBef>
            </a:pPr>
            <a:r>
              <a:rPr lang="id-ID" sz="1200" dirty="0" err="1">
                <a:latin typeface="+mj-lt"/>
              </a:rPr>
              <a:t>Founder</a:t>
            </a:r>
            <a:r>
              <a:rPr lang="id-ID" sz="1200" dirty="0">
                <a:latin typeface="+mj-lt"/>
              </a:rPr>
              <a:t> </a:t>
            </a:r>
            <a:r>
              <a:rPr lang="id-ID" sz="1200" dirty="0" err="1">
                <a:latin typeface="+mj-lt"/>
              </a:rPr>
              <a:t>of</a:t>
            </a:r>
            <a:r>
              <a:rPr lang="id-ID" sz="1200" dirty="0">
                <a:latin typeface="+mj-lt"/>
              </a:rPr>
              <a:t> Multinity Indonesia</a:t>
            </a:r>
            <a:endParaRPr lang="en-US" sz="1200" dirty="0">
              <a:latin typeface="+mj-lt"/>
            </a:endParaRPr>
          </a:p>
          <a:p>
            <a:endParaRPr lang="en-US" dirty="0"/>
          </a:p>
        </p:txBody>
      </p:sp>
    </p:spTree>
    <p:extLst>
      <p:ext uri="{BB962C8B-B14F-4D97-AF65-F5344CB8AC3E}">
        <p14:creationId xmlns:p14="http://schemas.microsoft.com/office/powerpoint/2010/main" val="1432743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id-ID" dirty="0"/>
              <a:t>Single Linear </a:t>
            </a:r>
            <a:r>
              <a:rPr lang="id-ID" dirty="0" err="1"/>
              <a:t>Regression</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r>
                  <a:rPr lang="pt-BR" sz="1400" dirty="0">
                    <a:latin typeface="+mj-lt"/>
                  </a:rPr>
                  <a:t>Sesuai dengan namanya, SLR adalah metode sederhana karena terdiri dari satu variabel independen (X) yang akan memprediksi variabel dependen (Y). Rumus SLR adalah:</a:t>
                </a:r>
                <a:endParaRPr lang="id-ID" sz="1400" dirty="0">
                  <a:latin typeface="+mj-lt"/>
                </a:endParaRPr>
              </a:p>
              <a:p>
                <a:pPr marL="0" indent="0">
                  <a:buNone/>
                </a:pPr>
                <a14:m>
                  <m:oMathPara xmlns:m="http://schemas.openxmlformats.org/officeDocument/2006/math">
                    <m:oMathParaPr>
                      <m:jc m:val="centerGroup"/>
                    </m:oMathParaPr>
                    <m:oMath xmlns:m="http://schemas.openxmlformats.org/officeDocument/2006/math">
                      <m:r>
                        <a:rPr lang="id-ID" sz="1800" i="1" smtClean="0">
                          <a:effectLst/>
                          <a:latin typeface="Cambria Math" panose="02040503050406030204" pitchFamily="18" charset="0"/>
                          <a:ea typeface="Calibri" panose="020F0502020204030204" pitchFamily="34" charset="0"/>
                          <a:cs typeface="Arial" panose="020B0604020202020204" pitchFamily="34" charset="0"/>
                        </a:rPr>
                        <m:t>𝑌</m:t>
                      </m:r>
                      <m:r>
                        <a:rPr lang="id-ID" sz="1800" i="1" smtClean="0">
                          <a:effectLst/>
                          <a:latin typeface="Cambria Math" panose="02040503050406030204" pitchFamily="18" charset="0"/>
                          <a:ea typeface="Calibri" panose="020F0502020204030204" pitchFamily="34" charset="0"/>
                          <a:cs typeface="Arial" panose="020B0604020202020204" pitchFamily="34" charset="0"/>
                        </a:rPr>
                        <m:t> = </m:t>
                      </m:r>
                      <m:sSub>
                        <m:sSubPr>
                          <m:ctrlPr>
                            <a:rPr lang="en-US" sz="1100" i="1">
                              <a:effectLst/>
                              <a:latin typeface="Cambria Math" panose="02040503050406030204" pitchFamily="18" charset="0"/>
                            </a:rPr>
                          </m:ctrlPr>
                        </m:sSubPr>
                        <m:e>
                          <m:r>
                            <a:rPr lang="id-ID" sz="1800" i="1">
                              <a:effectLst/>
                              <a:latin typeface="Cambria Math" panose="02040503050406030204" pitchFamily="18" charset="0"/>
                              <a:ea typeface="Calibri" panose="020F0502020204030204" pitchFamily="34" charset="0"/>
                              <a:cs typeface="Arial" panose="020B0604020202020204" pitchFamily="34" charset="0"/>
                            </a:rPr>
                            <m:t>𝛽</m:t>
                          </m:r>
                        </m:e>
                        <m:sub>
                          <m:r>
                            <a:rPr lang="id-ID" sz="1800" i="1">
                              <a:effectLst/>
                              <a:latin typeface="Cambria Math" panose="02040503050406030204" pitchFamily="18" charset="0"/>
                              <a:ea typeface="Calibri" panose="020F0502020204030204" pitchFamily="34" charset="0"/>
                              <a:cs typeface="Arial" panose="020B0604020202020204" pitchFamily="34" charset="0"/>
                            </a:rPr>
                            <m:t>0</m:t>
                          </m:r>
                        </m:sub>
                      </m:sSub>
                      <m:r>
                        <a:rPr lang="id-ID" sz="1800" i="1">
                          <a:effectLst/>
                          <a:latin typeface="Cambria Math" panose="02040503050406030204" pitchFamily="18" charset="0"/>
                          <a:ea typeface="Calibri" panose="020F0502020204030204" pitchFamily="34" charset="0"/>
                          <a:cs typeface="Arial" panose="020B0604020202020204" pitchFamily="34" charset="0"/>
                        </a:rPr>
                        <m:t> + </m:t>
                      </m:r>
                      <m:sSub>
                        <m:sSubPr>
                          <m:ctrlPr>
                            <a:rPr lang="en-US" sz="1100" i="1">
                              <a:effectLst/>
                              <a:latin typeface="Cambria Math" panose="02040503050406030204" pitchFamily="18" charset="0"/>
                            </a:rPr>
                          </m:ctrlPr>
                        </m:sSubPr>
                        <m:e>
                          <m:r>
                            <a:rPr lang="id-ID" sz="1800" i="1">
                              <a:effectLst/>
                              <a:latin typeface="Cambria Math" panose="02040503050406030204" pitchFamily="18" charset="0"/>
                              <a:ea typeface="Calibri" panose="020F0502020204030204" pitchFamily="34" charset="0"/>
                              <a:cs typeface="Arial" panose="020B0604020202020204" pitchFamily="34" charset="0"/>
                            </a:rPr>
                            <m:t>𝛽</m:t>
                          </m:r>
                        </m:e>
                        <m:sub>
                          <m:r>
                            <a:rPr lang="id-ID" sz="1800" i="1">
                              <a:effectLst/>
                              <a:latin typeface="Cambria Math" panose="02040503050406030204" pitchFamily="18" charset="0"/>
                              <a:ea typeface="Calibri" panose="020F0502020204030204" pitchFamily="34" charset="0"/>
                              <a:cs typeface="Arial" panose="020B0604020202020204" pitchFamily="34" charset="0"/>
                            </a:rPr>
                            <m:t>1</m:t>
                          </m:r>
                        </m:sub>
                      </m:sSub>
                      <m:r>
                        <a:rPr lang="id-ID" sz="1800" i="1" smtClean="0">
                          <a:effectLst/>
                          <a:latin typeface="Cambria Math" panose="02040503050406030204" pitchFamily="18" charset="0"/>
                          <a:ea typeface="Calibri" panose="020F0502020204030204" pitchFamily="34" charset="0"/>
                          <a:cs typeface="Arial" panose="020B0604020202020204" pitchFamily="34" charset="0"/>
                        </a:rPr>
                        <m:t>𝑋</m:t>
                      </m:r>
                    </m:oMath>
                  </m:oMathPara>
                </a14:m>
                <a:endParaRPr lang="id-ID" sz="1400" dirty="0">
                  <a:latin typeface="+mj-lt"/>
                </a:endParaRPr>
              </a:p>
              <a:p>
                <a:pPr marL="0" indent="0">
                  <a:buNone/>
                </a:pPr>
                <a:r>
                  <a:rPr lang="en-US" sz="1400" dirty="0" err="1">
                    <a:latin typeface="+mj-lt"/>
                  </a:rPr>
                  <a:t>Keterangan</a:t>
                </a:r>
                <a:r>
                  <a:rPr lang="en-US" sz="1400" dirty="0">
                    <a:latin typeface="+mj-lt"/>
                  </a:rPr>
                  <a:t>:</a:t>
                </a:r>
              </a:p>
              <a:p>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𝑌</m:t>
                    </m:r>
                  </m:oMath>
                </a14:m>
                <a:r>
                  <a:rPr lang="en-US" sz="1400" dirty="0">
                    <a:latin typeface="+mj-lt"/>
                  </a:rPr>
                  <a:t> 	= Variabel </a:t>
                </a:r>
                <a:r>
                  <a:rPr lang="en-US" sz="1400" dirty="0" err="1">
                    <a:latin typeface="+mj-lt"/>
                  </a:rPr>
                  <a:t>terikat</a:t>
                </a:r>
                <a:r>
                  <a:rPr lang="en-US" sz="1400" dirty="0">
                    <a:latin typeface="+mj-lt"/>
                  </a:rPr>
                  <a:t> (</a:t>
                </a:r>
                <a:r>
                  <a:rPr lang="en-US" sz="1400" dirty="0" err="1">
                    <a:latin typeface="+mj-lt"/>
                  </a:rPr>
                  <a:t>Dependen</a:t>
                </a:r>
                <a:r>
                  <a:rPr lang="en-US" sz="1400" dirty="0">
                    <a:latin typeface="+mj-lt"/>
                  </a:rPr>
                  <a:t>)</a:t>
                </a:r>
              </a:p>
              <a:p>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𝑋</m:t>
                    </m:r>
                  </m:oMath>
                </a14:m>
                <a:r>
                  <a:rPr lang="en-US" sz="1400" dirty="0">
                    <a:latin typeface="+mj-lt"/>
                  </a:rPr>
                  <a:t>	= Variabel </a:t>
                </a:r>
                <a:r>
                  <a:rPr lang="en-US" sz="1400" dirty="0" err="1">
                    <a:latin typeface="+mj-lt"/>
                  </a:rPr>
                  <a:t>tidak</a:t>
                </a:r>
                <a:r>
                  <a:rPr lang="en-US" sz="1400" dirty="0">
                    <a:latin typeface="+mj-lt"/>
                  </a:rPr>
                  <a:t> </a:t>
                </a:r>
                <a:r>
                  <a:rPr lang="en-US" sz="1400" dirty="0" err="1">
                    <a:latin typeface="+mj-lt"/>
                  </a:rPr>
                  <a:t>terikat</a:t>
                </a:r>
                <a:r>
                  <a:rPr lang="en-US" sz="1400" dirty="0">
                    <a:latin typeface="+mj-lt"/>
                  </a:rPr>
                  <a:t> (</a:t>
                </a:r>
                <a:r>
                  <a:rPr lang="en-US" sz="1400" dirty="0" err="1">
                    <a:latin typeface="+mj-lt"/>
                  </a:rPr>
                  <a:t>Independen</a:t>
                </a:r>
                <a:r>
                  <a:rPr lang="en-US" sz="1400" dirty="0">
                    <a:latin typeface="+mj-lt"/>
                  </a:rPr>
                  <a:t>)</a:t>
                </a:r>
              </a:p>
              <a:p>
                <a14:m>
                  <m:oMath xmlns:m="http://schemas.openxmlformats.org/officeDocument/2006/math">
                    <m:sSub>
                      <m:sSubPr>
                        <m:ctrlPr>
                          <a:rPr lang="en-US" sz="1000" i="1" smtClean="0">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𝛽</m:t>
                        </m:r>
                      </m:e>
                      <m:sub>
                        <m:r>
                          <a:rPr lang="id-ID" sz="1400" i="1">
                            <a:effectLst/>
                            <a:latin typeface="Cambria Math" panose="02040503050406030204" pitchFamily="18" charset="0"/>
                            <a:ea typeface="Calibri" panose="020F0502020204030204" pitchFamily="34" charset="0"/>
                            <a:cs typeface="Arial" panose="020B0604020202020204" pitchFamily="34" charset="0"/>
                          </a:rPr>
                          <m:t>0</m:t>
                        </m:r>
                      </m:sub>
                    </m:sSub>
                    <m:r>
                      <a:rPr lang="id-ID" sz="1400" i="1">
                        <a:effectLst/>
                        <a:latin typeface="Cambria Math" panose="02040503050406030204" pitchFamily="18" charset="0"/>
                        <a:ea typeface="Calibri" panose="020F0502020204030204" pitchFamily="34" charset="0"/>
                        <a:cs typeface="Arial" panose="020B0604020202020204" pitchFamily="34" charset="0"/>
                      </a:rPr>
                      <m:t> </m:t>
                    </m:r>
                  </m:oMath>
                </a14:m>
                <a:r>
                  <a:rPr lang="el-GR" sz="1400" dirty="0">
                    <a:latin typeface="+mj-lt"/>
                  </a:rPr>
                  <a:t>	= </a:t>
                </a:r>
                <a:r>
                  <a:rPr lang="en-US" sz="1400" dirty="0" err="1">
                    <a:latin typeface="+mj-lt"/>
                  </a:rPr>
                  <a:t>Konstanta</a:t>
                </a:r>
                <a:r>
                  <a:rPr lang="en-US" sz="1400" dirty="0">
                    <a:latin typeface="+mj-lt"/>
                  </a:rPr>
                  <a:t>, </a:t>
                </a:r>
                <a:r>
                  <a:rPr lang="en-US" sz="1400" dirty="0" err="1">
                    <a:latin typeface="+mj-lt"/>
                  </a:rPr>
                  <a:t>perpotongan</a:t>
                </a:r>
                <a:r>
                  <a:rPr lang="en-US" sz="1400" dirty="0">
                    <a:latin typeface="+mj-lt"/>
                  </a:rPr>
                  <a:t> garis </a:t>
                </a:r>
                <a:r>
                  <a:rPr lang="en-US" sz="1400" dirty="0" err="1">
                    <a:latin typeface="+mj-lt"/>
                  </a:rPr>
                  <a:t>regresi</a:t>
                </a:r>
                <a:r>
                  <a:rPr lang="en-US" sz="1400" dirty="0">
                    <a:latin typeface="+mj-lt"/>
                  </a:rPr>
                  <a:t> </a:t>
                </a:r>
                <a:r>
                  <a:rPr lang="en-US" sz="1400" dirty="0" err="1">
                    <a:latin typeface="+mj-lt"/>
                  </a:rPr>
                  <a:t>dengan</a:t>
                </a:r>
                <a:r>
                  <a:rPr lang="en-US" sz="1400" dirty="0">
                    <a:latin typeface="+mj-lt"/>
                  </a:rPr>
                  <a:t> </a:t>
                </a:r>
                <a:r>
                  <a:rPr lang="en-US" sz="1400" dirty="0" err="1">
                    <a:latin typeface="+mj-lt"/>
                  </a:rPr>
                  <a:t>sumbu</a:t>
                </a:r>
                <a:r>
                  <a:rPr lang="en-US" sz="1400" dirty="0">
                    <a:latin typeface="+mj-lt"/>
                  </a:rPr>
                  <a:t> Y (</a:t>
                </a:r>
                <a:r>
                  <a:rPr lang="en-US" sz="1400" dirty="0" err="1">
                    <a:latin typeface="+mj-lt"/>
                  </a:rPr>
                  <a:t>nilai</a:t>
                </a:r>
                <a:r>
                  <a:rPr lang="en-US" sz="1400" dirty="0">
                    <a:latin typeface="+mj-lt"/>
                  </a:rPr>
                  <a:t> </a:t>
                </a:r>
                <a:r>
                  <a:rPr lang="en-US" sz="1400" dirty="0" err="1">
                    <a:latin typeface="+mj-lt"/>
                  </a:rPr>
                  <a:t>estimasi</a:t>
                </a:r>
                <a:r>
                  <a:rPr lang="en-US" sz="1400" dirty="0">
                    <a:latin typeface="+mj-lt"/>
                  </a:rPr>
                  <a:t> </a:t>
                </a:r>
                <a:r>
                  <a:rPr lang="en-US" sz="1400" dirty="0" err="1">
                    <a:latin typeface="+mj-lt"/>
                  </a:rPr>
                  <a:t>jika</a:t>
                </a:r>
                <a:r>
                  <a:rPr lang="en-US" sz="1400" dirty="0">
                    <a:latin typeface="+mj-lt"/>
                  </a:rPr>
                  <a:t> x = 0).</a:t>
                </a:r>
              </a:p>
              <a:p>
                <a14:m>
                  <m:oMath xmlns:m="http://schemas.openxmlformats.org/officeDocument/2006/math">
                    <m:sSub>
                      <m:sSubPr>
                        <m:ctrlPr>
                          <a:rPr lang="en-US" sz="1000" i="1" smtClean="0">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𝛽</m:t>
                        </m:r>
                      </m:e>
                      <m:sub>
                        <m:r>
                          <a:rPr lang="id-ID" sz="1400" i="1">
                            <a:effectLst/>
                            <a:latin typeface="Cambria Math" panose="02040503050406030204" pitchFamily="18" charset="0"/>
                            <a:ea typeface="Calibri" panose="020F0502020204030204" pitchFamily="34" charset="0"/>
                            <a:cs typeface="Arial" panose="020B0604020202020204" pitchFamily="34" charset="0"/>
                          </a:rPr>
                          <m:t>1</m:t>
                        </m:r>
                      </m:sub>
                    </m:sSub>
                    <m:r>
                      <a:rPr lang="id-ID" sz="1400" i="1">
                        <a:effectLst/>
                        <a:latin typeface="Cambria Math" panose="02040503050406030204" pitchFamily="18" charset="0"/>
                        <a:ea typeface="Calibri" panose="020F0502020204030204" pitchFamily="34" charset="0"/>
                        <a:cs typeface="Arial" panose="020B0604020202020204" pitchFamily="34" charset="0"/>
                      </a:rPr>
                      <m:t> </m:t>
                    </m:r>
                  </m:oMath>
                </a14:m>
                <a:r>
                  <a:rPr lang="el-GR" sz="1400" dirty="0">
                    <a:latin typeface="+mj-lt"/>
                  </a:rPr>
                  <a:t>	= </a:t>
                </a:r>
                <a:r>
                  <a:rPr lang="en-US" sz="1400" dirty="0" err="1">
                    <a:latin typeface="+mj-lt"/>
                  </a:rPr>
                  <a:t>Koefisien</a:t>
                </a:r>
                <a:r>
                  <a:rPr lang="en-US" sz="1400" dirty="0">
                    <a:latin typeface="+mj-lt"/>
                  </a:rPr>
                  <a:t> </a:t>
                </a:r>
                <a:r>
                  <a:rPr lang="en-US" sz="1400" dirty="0" err="1">
                    <a:latin typeface="+mj-lt"/>
                  </a:rPr>
                  <a:t>regresi</a:t>
                </a:r>
                <a:r>
                  <a:rPr lang="en-US" sz="1400" dirty="0">
                    <a:latin typeface="+mj-lt"/>
                  </a:rPr>
                  <a:t> (</a:t>
                </a:r>
                <a:r>
                  <a:rPr lang="en-US" sz="1400" dirty="0" err="1">
                    <a:latin typeface="+mj-lt"/>
                  </a:rPr>
                  <a:t>kemiringan</a:t>
                </a:r>
                <a:r>
                  <a:rPr lang="en-US" sz="1400" dirty="0">
                    <a:latin typeface="+mj-lt"/>
                  </a:rPr>
                  <a:t>); </a:t>
                </a:r>
                <a:r>
                  <a:rPr lang="en-US" sz="1400" dirty="0" err="1">
                    <a:latin typeface="+mj-lt"/>
                  </a:rPr>
                  <a:t>besaran</a:t>
                </a:r>
                <a:r>
                  <a:rPr lang="en-US" sz="1400" dirty="0">
                    <a:latin typeface="+mj-lt"/>
                  </a:rPr>
                  <a:t> Response yang </a:t>
                </a:r>
                <a:r>
                  <a:rPr lang="en-US" sz="1400" dirty="0" err="1">
                    <a:latin typeface="+mj-lt"/>
                  </a:rPr>
                  <a:t>ditimbulkan</a:t>
                </a:r>
                <a:r>
                  <a:rPr lang="en-US" sz="1400" dirty="0">
                    <a:latin typeface="+mj-lt"/>
                  </a:rPr>
                  <a:t> oleh </a:t>
                </a:r>
                <a:r>
                  <a:rPr lang="en-US" sz="1400" dirty="0" err="1">
                    <a:latin typeface="+mj-lt"/>
                  </a:rPr>
                  <a:t>variabel</a:t>
                </a:r>
                <a:r>
                  <a:rPr lang="en-US" sz="1400" dirty="0">
                    <a:latin typeface="+mj-lt"/>
                  </a:rPr>
                  <a:t>.</a:t>
                </a:r>
              </a:p>
              <a:p>
                <a:pPr marL="0" indent="0">
                  <a:buNone/>
                </a:pPr>
                <a:endParaRPr lang="en-US" sz="14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l="-309" t="-935"/>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49480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id-ID" dirty="0"/>
              <a:t>Single Linear </a:t>
            </a:r>
            <a:r>
              <a:rPr lang="id-ID" dirty="0" err="1"/>
              <a:t>Regression</a:t>
            </a:r>
            <a:endParaRPr lang="en-US" dirty="0"/>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r>
              <a:rPr lang="pt-BR" sz="1400" dirty="0">
                <a:latin typeface="+mj-lt"/>
              </a:rPr>
              <a:t>Tahapan dalam melakukan teknik SLR adalah:</a:t>
            </a:r>
            <a:endParaRPr lang="id-ID" sz="1400" dirty="0">
              <a:latin typeface="+mj-lt"/>
            </a:endParaRPr>
          </a:p>
          <a:p>
            <a:pPr>
              <a:buFont typeface="Wingdings" panose="05000000000000000000" pitchFamily="2" charset="2"/>
              <a:buChar char="ü"/>
            </a:pPr>
            <a:r>
              <a:rPr lang="en-US" sz="1400" dirty="0" err="1">
                <a:latin typeface="+mj-lt"/>
              </a:rPr>
              <a:t>Mencari</a:t>
            </a:r>
            <a:r>
              <a:rPr lang="en-US" sz="1400" dirty="0">
                <a:latin typeface="+mj-lt"/>
              </a:rPr>
              <a:t> </a:t>
            </a:r>
            <a:r>
              <a:rPr lang="en-US" sz="1400" dirty="0" err="1">
                <a:latin typeface="+mj-lt"/>
              </a:rPr>
              <a:t>apakah</a:t>
            </a:r>
            <a:r>
              <a:rPr lang="en-US" sz="1400" dirty="0">
                <a:latin typeface="+mj-lt"/>
              </a:rPr>
              <a:t> </a:t>
            </a:r>
            <a:r>
              <a:rPr lang="en-US" sz="1400" dirty="0" err="1">
                <a:latin typeface="+mj-lt"/>
              </a:rPr>
              <a:t>ada</a:t>
            </a:r>
            <a:r>
              <a:rPr lang="en-US" sz="1400" dirty="0">
                <a:latin typeface="+mj-lt"/>
              </a:rPr>
              <a:t> </a:t>
            </a:r>
            <a:r>
              <a:rPr lang="en-US" sz="1400" dirty="0" err="1">
                <a:latin typeface="+mj-lt"/>
              </a:rPr>
              <a:t>hubungan</a:t>
            </a:r>
            <a:r>
              <a:rPr lang="en-US" sz="1400" dirty="0">
                <a:latin typeface="+mj-lt"/>
              </a:rPr>
              <a:t> </a:t>
            </a:r>
            <a:r>
              <a:rPr lang="en-US" sz="1400" dirty="0" err="1">
                <a:latin typeface="+mj-lt"/>
              </a:rPr>
              <a:t>antara</a:t>
            </a:r>
            <a:r>
              <a:rPr lang="en-US" sz="1400" dirty="0">
                <a:latin typeface="+mj-lt"/>
              </a:rPr>
              <a:t> </a:t>
            </a:r>
            <a:r>
              <a:rPr lang="en-US" sz="1400" dirty="0" err="1">
                <a:latin typeface="+mj-lt"/>
              </a:rPr>
              <a:t>variabel</a:t>
            </a:r>
            <a:r>
              <a:rPr lang="en-US" sz="1400" dirty="0">
                <a:latin typeface="+mj-lt"/>
              </a:rPr>
              <a:t> x dan y.</a:t>
            </a:r>
          </a:p>
          <a:p>
            <a:pPr>
              <a:buFont typeface="Wingdings" panose="05000000000000000000" pitchFamily="2" charset="2"/>
              <a:buChar char="ü"/>
            </a:pPr>
            <a:r>
              <a:rPr lang="en-US" sz="1400" dirty="0" err="1">
                <a:latin typeface="+mj-lt"/>
              </a:rPr>
              <a:t>Menentukan</a:t>
            </a:r>
            <a:r>
              <a:rPr lang="en-US" sz="1400" dirty="0">
                <a:latin typeface="+mj-lt"/>
              </a:rPr>
              <a:t> </a:t>
            </a:r>
            <a:r>
              <a:rPr lang="en-US" sz="1400" dirty="0" err="1">
                <a:latin typeface="+mj-lt"/>
              </a:rPr>
              <a:t>variabel</a:t>
            </a:r>
            <a:r>
              <a:rPr lang="en-US" sz="1400" dirty="0">
                <a:latin typeface="+mj-lt"/>
              </a:rPr>
              <a:t> </a:t>
            </a:r>
            <a:r>
              <a:rPr lang="en-US" sz="1400" dirty="0" err="1">
                <a:latin typeface="+mj-lt"/>
              </a:rPr>
              <a:t>independen</a:t>
            </a:r>
            <a:r>
              <a:rPr lang="en-US" sz="1400" dirty="0">
                <a:latin typeface="+mj-lt"/>
              </a:rPr>
              <a:t> (x) dan </a:t>
            </a:r>
            <a:r>
              <a:rPr lang="en-US" sz="1400" dirty="0" err="1">
                <a:latin typeface="+mj-lt"/>
              </a:rPr>
              <a:t>variabel</a:t>
            </a:r>
            <a:r>
              <a:rPr lang="en-US" sz="1400" dirty="0">
                <a:latin typeface="+mj-lt"/>
              </a:rPr>
              <a:t> </a:t>
            </a:r>
            <a:r>
              <a:rPr lang="en-US" sz="1400" dirty="0" err="1">
                <a:latin typeface="+mj-lt"/>
              </a:rPr>
              <a:t>dependen</a:t>
            </a:r>
            <a:r>
              <a:rPr lang="en-US" sz="1400" dirty="0">
                <a:latin typeface="+mj-lt"/>
              </a:rPr>
              <a:t> (y).</a:t>
            </a:r>
          </a:p>
          <a:p>
            <a:pPr>
              <a:buFont typeface="Wingdings" panose="05000000000000000000" pitchFamily="2" charset="2"/>
              <a:buChar char="ü"/>
            </a:pPr>
            <a:r>
              <a:rPr lang="en-US" sz="1400" dirty="0" err="1">
                <a:latin typeface="+mj-lt"/>
              </a:rPr>
              <a:t>Membuat</a:t>
            </a:r>
            <a:r>
              <a:rPr lang="en-US" sz="1400" dirty="0">
                <a:latin typeface="+mj-lt"/>
              </a:rPr>
              <a:t> scatter plot </a:t>
            </a:r>
            <a:r>
              <a:rPr lang="en-US" sz="1400" dirty="0" err="1">
                <a:latin typeface="+mj-lt"/>
              </a:rPr>
              <a:t>dari</a:t>
            </a:r>
            <a:r>
              <a:rPr lang="en-US" sz="1400" dirty="0">
                <a:latin typeface="+mj-lt"/>
              </a:rPr>
              <a:t> </a:t>
            </a:r>
            <a:r>
              <a:rPr lang="en-US" sz="1400" dirty="0" err="1">
                <a:latin typeface="+mj-lt"/>
              </a:rPr>
              <a:t>variabel</a:t>
            </a:r>
            <a:r>
              <a:rPr lang="en-US" sz="1400" dirty="0">
                <a:latin typeface="+mj-lt"/>
              </a:rPr>
              <a:t> x dan y.</a:t>
            </a:r>
          </a:p>
          <a:p>
            <a:pPr>
              <a:buFont typeface="Wingdings" panose="05000000000000000000" pitchFamily="2" charset="2"/>
              <a:buChar char="ü"/>
            </a:pPr>
            <a:r>
              <a:rPr lang="en-US" sz="1400" dirty="0" err="1">
                <a:latin typeface="+mj-lt"/>
              </a:rPr>
              <a:t>Terlihat</a:t>
            </a:r>
            <a:r>
              <a:rPr lang="en-US" sz="1400" dirty="0">
                <a:latin typeface="+mj-lt"/>
              </a:rPr>
              <a:t> </a:t>
            </a:r>
            <a:r>
              <a:rPr lang="en-US" sz="1400" dirty="0" err="1">
                <a:latin typeface="+mj-lt"/>
              </a:rPr>
              <a:t>gambaran</a:t>
            </a:r>
            <a:r>
              <a:rPr lang="en-US" sz="1400" dirty="0">
                <a:latin typeface="+mj-lt"/>
              </a:rPr>
              <a:t> yang </a:t>
            </a:r>
            <a:r>
              <a:rPr lang="en-US" sz="1400" dirty="0" err="1">
                <a:latin typeface="+mj-lt"/>
              </a:rPr>
              <a:t>didapatkan</a:t>
            </a:r>
            <a:r>
              <a:rPr lang="en-US" sz="1400" dirty="0">
                <a:latin typeface="+mj-lt"/>
              </a:rPr>
              <a:t> </a:t>
            </a:r>
            <a:r>
              <a:rPr lang="en-US" sz="1400" dirty="0" err="1">
                <a:latin typeface="+mj-lt"/>
              </a:rPr>
              <a:t>dari</a:t>
            </a:r>
            <a:r>
              <a:rPr lang="en-US" sz="1400" dirty="0">
                <a:latin typeface="+mj-lt"/>
              </a:rPr>
              <a:t> scatter plot, </a:t>
            </a:r>
            <a:r>
              <a:rPr lang="en-US" sz="1400" dirty="0" err="1">
                <a:latin typeface="+mj-lt"/>
              </a:rPr>
              <a:t>apakah</a:t>
            </a:r>
            <a:r>
              <a:rPr lang="en-US" sz="1400" dirty="0">
                <a:latin typeface="+mj-lt"/>
              </a:rPr>
              <a:t> </a:t>
            </a:r>
            <a:r>
              <a:rPr lang="en-US" sz="1400" dirty="0" err="1">
                <a:latin typeface="+mj-lt"/>
              </a:rPr>
              <a:t>terbentuk</a:t>
            </a:r>
            <a:r>
              <a:rPr lang="en-US" sz="1400" dirty="0">
                <a:latin typeface="+mj-lt"/>
              </a:rPr>
              <a:t> </a:t>
            </a:r>
            <a:r>
              <a:rPr lang="en-US" sz="1400" dirty="0" err="1">
                <a:latin typeface="+mj-lt"/>
              </a:rPr>
              <a:t>hubungan</a:t>
            </a:r>
            <a:r>
              <a:rPr lang="en-US" sz="1400" dirty="0">
                <a:latin typeface="+mj-lt"/>
              </a:rPr>
              <a:t> yang linear? </a:t>
            </a:r>
            <a:r>
              <a:rPr lang="en-US" sz="1400" dirty="0" err="1">
                <a:latin typeface="+mj-lt"/>
              </a:rPr>
              <a:t>jika</a:t>
            </a:r>
            <a:r>
              <a:rPr lang="en-US" sz="1400" dirty="0">
                <a:latin typeface="+mj-lt"/>
              </a:rPr>
              <a:t> </a:t>
            </a:r>
            <a:r>
              <a:rPr lang="en-US" sz="1400" dirty="0" err="1">
                <a:latin typeface="+mj-lt"/>
              </a:rPr>
              <a:t>ya</a:t>
            </a:r>
            <a:r>
              <a:rPr lang="en-US" sz="1400" dirty="0">
                <a:latin typeface="+mj-lt"/>
              </a:rPr>
              <a:t>, </a:t>
            </a:r>
            <a:r>
              <a:rPr lang="en-US" sz="1400" dirty="0" err="1">
                <a:latin typeface="+mj-lt"/>
              </a:rPr>
              <a:t>maka</a:t>
            </a:r>
            <a:r>
              <a:rPr lang="en-US" sz="1400" dirty="0">
                <a:latin typeface="+mj-lt"/>
              </a:rPr>
              <a:t> model </a:t>
            </a:r>
            <a:r>
              <a:rPr lang="en-US" sz="1400" dirty="0" err="1">
                <a:latin typeface="+mj-lt"/>
              </a:rPr>
              <a:t>regresinya</a:t>
            </a:r>
            <a:r>
              <a:rPr lang="en-US" sz="1400" dirty="0">
                <a:latin typeface="+mj-lt"/>
              </a:rPr>
              <a:t> </a:t>
            </a:r>
            <a:r>
              <a:rPr lang="en-US" sz="1400" dirty="0" err="1">
                <a:latin typeface="+mj-lt"/>
              </a:rPr>
              <a:t>adalah</a:t>
            </a:r>
            <a:r>
              <a:rPr lang="en-US" sz="1400" dirty="0">
                <a:latin typeface="+mj-lt"/>
              </a:rPr>
              <a:t> </a:t>
            </a:r>
            <a:r>
              <a:rPr lang="en-US" sz="1400" dirty="0" err="1">
                <a:latin typeface="+mj-lt"/>
              </a:rPr>
              <a:t>regresi</a:t>
            </a:r>
            <a:r>
              <a:rPr lang="en-US" sz="1400" dirty="0">
                <a:latin typeface="+mj-lt"/>
              </a:rPr>
              <a:t> linear </a:t>
            </a:r>
            <a:r>
              <a:rPr lang="en-US" sz="1400" dirty="0" err="1">
                <a:latin typeface="+mj-lt"/>
              </a:rPr>
              <a:t>sederhana</a:t>
            </a:r>
            <a:r>
              <a:rPr lang="en-US" sz="1400" dirty="0">
                <a:latin typeface="+mj-lt"/>
              </a:rPr>
              <a:t>, </a:t>
            </a:r>
            <a:r>
              <a:rPr lang="en-US" sz="1400" dirty="0" err="1">
                <a:latin typeface="+mj-lt"/>
              </a:rPr>
              <a:t>kalau</a:t>
            </a:r>
            <a:r>
              <a:rPr lang="en-US" sz="1400" dirty="0">
                <a:latin typeface="+mj-lt"/>
              </a:rPr>
              <a:t> </a:t>
            </a:r>
            <a:r>
              <a:rPr lang="en-US" sz="1400" dirty="0" err="1">
                <a:latin typeface="+mj-lt"/>
              </a:rPr>
              <a:t>tidak</a:t>
            </a:r>
            <a:r>
              <a:rPr lang="en-US" sz="1400" dirty="0">
                <a:latin typeface="+mj-lt"/>
              </a:rPr>
              <a:t> linear </a:t>
            </a:r>
            <a:r>
              <a:rPr lang="en-US" sz="1400" dirty="0" err="1">
                <a:latin typeface="+mj-lt"/>
              </a:rPr>
              <a:t>dapat</a:t>
            </a:r>
            <a:r>
              <a:rPr lang="en-US" sz="1400" dirty="0">
                <a:latin typeface="+mj-lt"/>
              </a:rPr>
              <a:t> </a:t>
            </a:r>
            <a:r>
              <a:rPr lang="en-US" sz="1400" dirty="0" err="1">
                <a:latin typeface="+mj-lt"/>
              </a:rPr>
              <a:t>dicari</a:t>
            </a:r>
            <a:r>
              <a:rPr lang="en-US" sz="1400" dirty="0">
                <a:latin typeface="+mj-lt"/>
              </a:rPr>
              <a:t> </a:t>
            </a:r>
            <a:r>
              <a:rPr lang="en-US" sz="1400" dirty="0" err="1">
                <a:latin typeface="+mj-lt"/>
              </a:rPr>
              <a:t>regresinya</a:t>
            </a:r>
            <a:r>
              <a:rPr lang="en-US" sz="1400" dirty="0">
                <a:latin typeface="+mj-lt"/>
              </a:rPr>
              <a:t>.</a:t>
            </a:r>
          </a:p>
          <a:p>
            <a:pPr>
              <a:buFont typeface="Wingdings" panose="05000000000000000000" pitchFamily="2" charset="2"/>
              <a:buChar char="ü"/>
            </a:pPr>
            <a:r>
              <a:rPr lang="en-US" sz="1400" dirty="0" err="1">
                <a:latin typeface="+mj-lt"/>
              </a:rPr>
              <a:t>Menghitung</a:t>
            </a:r>
            <a:r>
              <a:rPr lang="en-US" sz="1400" dirty="0">
                <a:latin typeface="+mj-lt"/>
              </a:rPr>
              <a:t> a dan b.</a:t>
            </a:r>
          </a:p>
          <a:p>
            <a:pPr>
              <a:buFont typeface="Wingdings" panose="05000000000000000000" pitchFamily="2" charset="2"/>
              <a:buChar char="ü"/>
            </a:pPr>
            <a:r>
              <a:rPr lang="en-US" sz="1400" dirty="0" err="1">
                <a:latin typeface="+mj-lt"/>
              </a:rPr>
              <a:t>Menghitung</a:t>
            </a:r>
            <a:r>
              <a:rPr lang="en-US" sz="1400" dirty="0">
                <a:latin typeface="+mj-lt"/>
              </a:rPr>
              <a:t> Ŷ = b_0  + </a:t>
            </a:r>
            <a:r>
              <a:rPr lang="en-US" sz="1400" dirty="0" err="1">
                <a:latin typeface="+mj-lt"/>
              </a:rPr>
              <a:t>bX</a:t>
            </a:r>
            <a:r>
              <a:rPr lang="en-US" sz="1400" dirty="0">
                <a:latin typeface="+mj-lt"/>
              </a:rPr>
              <a:t>,  </a:t>
            </a:r>
            <a:r>
              <a:rPr lang="en-US" sz="1400" dirty="0" err="1">
                <a:latin typeface="+mj-lt"/>
              </a:rPr>
              <a:t>dimana</a:t>
            </a:r>
            <a:r>
              <a:rPr lang="en-US" sz="1400" dirty="0">
                <a:latin typeface="+mj-lt"/>
              </a:rPr>
              <a:t> Ŷ = </a:t>
            </a:r>
            <a:r>
              <a:rPr lang="en-US" sz="1400" dirty="0" err="1">
                <a:latin typeface="+mj-lt"/>
              </a:rPr>
              <a:t>estimasi</a:t>
            </a:r>
            <a:r>
              <a:rPr lang="en-US" sz="1400" dirty="0">
                <a:latin typeface="+mj-lt"/>
              </a:rPr>
              <a:t> </a:t>
            </a:r>
            <a:r>
              <a:rPr lang="en-US" sz="1400" dirty="0" err="1">
                <a:latin typeface="+mj-lt"/>
              </a:rPr>
              <a:t>harga</a:t>
            </a:r>
            <a:r>
              <a:rPr lang="en-US" sz="1400" dirty="0">
                <a:latin typeface="+mj-lt"/>
              </a:rPr>
              <a:t> y </a:t>
            </a:r>
            <a:r>
              <a:rPr lang="en-US" sz="1400" dirty="0" err="1">
                <a:latin typeface="+mj-lt"/>
              </a:rPr>
              <a:t>jika</a:t>
            </a:r>
            <a:r>
              <a:rPr lang="en-US" sz="1400" dirty="0">
                <a:latin typeface="+mj-lt"/>
              </a:rPr>
              <a:t> x </a:t>
            </a:r>
            <a:r>
              <a:rPr lang="en-US" sz="1400" dirty="0" err="1">
                <a:latin typeface="+mj-lt"/>
              </a:rPr>
              <a:t>disubstitusikan</a:t>
            </a:r>
            <a:r>
              <a:rPr lang="en-US" sz="1400" dirty="0">
                <a:latin typeface="+mj-lt"/>
              </a:rPr>
              <a:t> </a:t>
            </a:r>
            <a:r>
              <a:rPr lang="en-US" sz="1400" dirty="0" err="1">
                <a:latin typeface="+mj-lt"/>
              </a:rPr>
              <a:t>ke</a:t>
            </a:r>
            <a:r>
              <a:rPr lang="en-US" sz="1400" dirty="0">
                <a:latin typeface="+mj-lt"/>
              </a:rPr>
              <a:t> </a:t>
            </a:r>
            <a:r>
              <a:rPr lang="en-US" sz="1400" dirty="0" err="1">
                <a:latin typeface="+mj-lt"/>
              </a:rPr>
              <a:t>dalam</a:t>
            </a:r>
            <a:r>
              <a:rPr lang="en-US" sz="1400" dirty="0">
                <a:latin typeface="+mj-lt"/>
              </a:rPr>
              <a:t> </a:t>
            </a:r>
            <a:r>
              <a:rPr lang="en-US" sz="1400" dirty="0" err="1">
                <a:latin typeface="+mj-lt"/>
              </a:rPr>
              <a:t>persamaan</a:t>
            </a:r>
            <a:r>
              <a:rPr lang="en-US" sz="1400" dirty="0">
                <a:latin typeface="+mj-lt"/>
              </a:rPr>
              <a:t> </a:t>
            </a:r>
            <a:r>
              <a:rPr lang="en-US" sz="1400" dirty="0" err="1">
                <a:latin typeface="+mj-lt"/>
              </a:rPr>
              <a:t>regresi</a:t>
            </a:r>
            <a:r>
              <a:rPr lang="en-US" sz="1400" dirty="0">
                <a:latin typeface="+mj-lt"/>
              </a:rPr>
              <a:t>.</a:t>
            </a:r>
          </a:p>
          <a:p>
            <a:pPr>
              <a:buFont typeface="Wingdings" panose="05000000000000000000" pitchFamily="2" charset="2"/>
              <a:buChar char="ü"/>
            </a:pPr>
            <a:r>
              <a:rPr lang="en-US" sz="1400" dirty="0" err="1">
                <a:latin typeface="+mj-lt"/>
              </a:rPr>
              <a:t>Membuat</a:t>
            </a:r>
            <a:r>
              <a:rPr lang="en-US" sz="1400" dirty="0">
                <a:latin typeface="+mj-lt"/>
              </a:rPr>
              <a:t> garis Ŷ = b_0  + b_1 X  pada </a:t>
            </a:r>
            <a:r>
              <a:rPr lang="en-US" sz="1400" dirty="0" err="1">
                <a:latin typeface="+mj-lt"/>
              </a:rPr>
              <a:t>sumbu</a:t>
            </a:r>
            <a:r>
              <a:rPr lang="en-US" sz="1400" dirty="0">
                <a:latin typeface="+mj-lt"/>
              </a:rPr>
              <a:t> x dan y.</a:t>
            </a:r>
          </a:p>
          <a:p>
            <a:pPr marL="0" indent="0">
              <a:buNone/>
            </a:pPr>
            <a:endParaRPr lang="en-US" sz="1400" dirty="0">
              <a:latin typeface="+mj-lt"/>
            </a:endParaRP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588843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id-ID" dirty="0"/>
              <a:t>Contoh Kasus</a:t>
            </a:r>
            <a:endParaRPr lang="en-US" dirty="0"/>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r>
              <a:rPr lang="pt-BR" sz="1200" dirty="0">
                <a:latin typeface="+mj-lt"/>
              </a:rPr>
              <a:t>Kasus yang akan kita gunakan adalah hubungan antara jam belajar terhadap nilai siswa di suatu sekolah. </a:t>
            </a:r>
            <a:endParaRPr lang="id-ID" sz="1200" dirty="0">
              <a:latin typeface="+mj-lt"/>
            </a:endParaRPr>
          </a:p>
          <a:p>
            <a:r>
              <a:rPr lang="en-US" sz="1200" dirty="0" err="1">
                <a:latin typeface="+mj-lt"/>
              </a:rPr>
              <a:t>Jumlah</a:t>
            </a:r>
            <a:r>
              <a:rPr lang="en-US" sz="1200" dirty="0">
                <a:latin typeface="+mj-lt"/>
              </a:rPr>
              <a:t> jam  </a:t>
            </a:r>
            <a:r>
              <a:rPr lang="en-US" sz="1200" dirty="0" err="1">
                <a:latin typeface="+mj-lt"/>
              </a:rPr>
              <a:t>belajar</a:t>
            </a:r>
            <a:r>
              <a:rPr lang="en-US" sz="1200" dirty="0">
                <a:latin typeface="+mj-lt"/>
              </a:rPr>
              <a:t> </a:t>
            </a:r>
            <a:r>
              <a:rPr lang="en-US" sz="1200" dirty="0" err="1">
                <a:latin typeface="+mj-lt"/>
              </a:rPr>
              <a:t>diwakili</a:t>
            </a:r>
            <a:r>
              <a:rPr lang="en-US" sz="1200" dirty="0">
                <a:latin typeface="+mj-lt"/>
              </a:rPr>
              <a:t> oleh </a:t>
            </a:r>
            <a:r>
              <a:rPr lang="en-US" sz="1200" dirty="0" err="1">
                <a:latin typeface="+mj-lt"/>
              </a:rPr>
              <a:t>variabel</a:t>
            </a:r>
            <a:r>
              <a:rPr lang="en-US" sz="1200" dirty="0">
                <a:latin typeface="+mj-lt"/>
              </a:rPr>
              <a:t> </a:t>
            </a:r>
            <a:r>
              <a:rPr lang="en-US" sz="1200" dirty="0" err="1">
                <a:latin typeface="+mj-lt"/>
              </a:rPr>
              <a:t>independen</a:t>
            </a:r>
            <a:r>
              <a:rPr lang="en-US" sz="1200" dirty="0">
                <a:latin typeface="+mj-lt"/>
              </a:rPr>
              <a:t> </a:t>
            </a:r>
            <a:r>
              <a:rPr lang="en-US" sz="1200" dirty="0" err="1">
                <a:latin typeface="+mj-lt"/>
              </a:rPr>
              <a:t>bernama</a:t>
            </a:r>
            <a:r>
              <a:rPr lang="en-US" sz="1200" dirty="0">
                <a:latin typeface="+mj-lt"/>
              </a:rPr>
              <a:t> “Hours”, </a:t>
            </a:r>
            <a:r>
              <a:rPr lang="en-US" sz="1200" dirty="0" err="1">
                <a:latin typeface="+mj-lt"/>
              </a:rPr>
              <a:t>sedangkan</a:t>
            </a:r>
            <a:r>
              <a:rPr lang="en-US" sz="1200" dirty="0">
                <a:latin typeface="+mj-lt"/>
              </a:rPr>
              <a:t> </a:t>
            </a:r>
            <a:r>
              <a:rPr lang="en-US" sz="1200" dirty="0" err="1">
                <a:latin typeface="+mj-lt"/>
              </a:rPr>
              <a:t>nilai</a:t>
            </a:r>
            <a:r>
              <a:rPr lang="en-US" sz="1200" dirty="0">
                <a:latin typeface="+mj-lt"/>
              </a:rPr>
              <a:t> </a:t>
            </a:r>
            <a:r>
              <a:rPr lang="en-US" sz="1200" dirty="0" err="1">
                <a:latin typeface="+mj-lt"/>
              </a:rPr>
              <a:t>siswa</a:t>
            </a:r>
            <a:r>
              <a:rPr lang="en-US" sz="1200" dirty="0">
                <a:latin typeface="+mj-lt"/>
              </a:rPr>
              <a:t> </a:t>
            </a:r>
            <a:r>
              <a:rPr lang="en-US" sz="1200" dirty="0" err="1">
                <a:latin typeface="+mj-lt"/>
              </a:rPr>
              <a:t>diwakili</a:t>
            </a:r>
            <a:r>
              <a:rPr lang="en-US" sz="1200" dirty="0">
                <a:latin typeface="+mj-lt"/>
              </a:rPr>
              <a:t> oleh </a:t>
            </a:r>
            <a:r>
              <a:rPr lang="en-US" sz="1200" dirty="0" err="1">
                <a:latin typeface="+mj-lt"/>
              </a:rPr>
              <a:t>variabel</a:t>
            </a:r>
            <a:r>
              <a:rPr lang="en-US" sz="1200" dirty="0">
                <a:latin typeface="+mj-lt"/>
              </a:rPr>
              <a:t> </a:t>
            </a:r>
            <a:r>
              <a:rPr lang="en-US" sz="1200" dirty="0" err="1">
                <a:latin typeface="+mj-lt"/>
              </a:rPr>
              <a:t>dependen</a:t>
            </a:r>
            <a:r>
              <a:rPr lang="en-US" sz="1200" dirty="0">
                <a:latin typeface="+mj-lt"/>
              </a:rPr>
              <a:t> </a:t>
            </a:r>
            <a:r>
              <a:rPr lang="en-US" sz="1200" dirty="0" err="1">
                <a:latin typeface="+mj-lt"/>
              </a:rPr>
              <a:t>bernama</a:t>
            </a:r>
            <a:r>
              <a:rPr lang="en-US" sz="1200" dirty="0">
                <a:latin typeface="+mj-lt"/>
              </a:rPr>
              <a:t> “Scores”. </a:t>
            </a:r>
            <a:r>
              <a:rPr lang="en-US" sz="1200" dirty="0" err="1">
                <a:latin typeface="+mj-lt"/>
              </a:rPr>
              <a:t>Rincian</a:t>
            </a:r>
            <a:r>
              <a:rPr lang="en-US" sz="1200" dirty="0">
                <a:latin typeface="+mj-lt"/>
              </a:rPr>
              <a:t> </a:t>
            </a:r>
            <a:r>
              <a:rPr lang="en-US" sz="1200" dirty="0" err="1">
                <a:latin typeface="+mj-lt"/>
              </a:rPr>
              <a:t>datasetnya</a:t>
            </a:r>
            <a:r>
              <a:rPr lang="en-US" sz="1200" dirty="0">
                <a:latin typeface="+mj-lt"/>
              </a:rPr>
              <a:t> </a:t>
            </a:r>
            <a:r>
              <a:rPr lang="en-US" sz="1200" dirty="0" err="1">
                <a:latin typeface="+mj-lt"/>
              </a:rPr>
              <a:t>dapat</a:t>
            </a:r>
            <a:r>
              <a:rPr lang="en-US" sz="1200" dirty="0">
                <a:latin typeface="+mj-lt"/>
              </a:rPr>
              <a:t> </a:t>
            </a:r>
            <a:r>
              <a:rPr lang="en-US" sz="1200" dirty="0" err="1">
                <a:latin typeface="+mj-lt"/>
              </a:rPr>
              <a:t>dilihat</a:t>
            </a:r>
            <a:r>
              <a:rPr lang="en-US" sz="1200" dirty="0">
                <a:latin typeface="+mj-lt"/>
              </a:rPr>
              <a:t> </a:t>
            </a:r>
            <a:r>
              <a:rPr lang="en-US" sz="1200" dirty="0" err="1">
                <a:latin typeface="+mj-lt"/>
              </a:rPr>
              <a:t>sebagai</a:t>
            </a:r>
            <a:r>
              <a:rPr lang="en-US" sz="1200" dirty="0">
                <a:latin typeface="+mj-lt"/>
              </a:rPr>
              <a:t> </a:t>
            </a:r>
            <a:r>
              <a:rPr lang="en-US" sz="1200" dirty="0" err="1">
                <a:latin typeface="+mj-lt"/>
              </a:rPr>
              <a:t>berikut</a:t>
            </a:r>
            <a:r>
              <a:rPr lang="en-US" sz="1200" dirty="0">
                <a:latin typeface="+mj-lt"/>
              </a:rPr>
              <a:t>:</a:t>
            </a:r>
            <a:endParaRPr lang="id-ID" sz="1200" dirty="0">
              <a:latin typeface="+mj-lt"/>
            </a:endParaRPr>
          </a:p>
          <a:p>
            <a:pPr marL="0" indent="0">
              <a:buNone/>
            </a:pPr>
            <a:endParaRPr lang="en-US" sz="1200" dirty="0">
              <a:latin typeface="+mj-lt"/>
            </a:endParaRP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Tabel 4">
            <a:extLst>
              <a:ext uri="{FF2B5EF4-FFF2-40B4-BE49-F238E27FC236}">
                <a16:creationId xmlns:a16="http://schemas.microsoft.com/office/drawing/2014/main" id="{A29177F8-D10A-46C6-B3A3-9DF006E10630}"/>
              </a:ext>
            </a:extLst>
          </p:cNvPr>
          <p:cNvGraphicFramePr>
            <a:graphicFrameLocks noGrp="1"/>
          </p:cNvGraphicFramePr>
          <p:nvPr>
            <p:extLst>
              <p:ext uri="{D42A27DB-BD31-4B8C-83A1-F6EECF244321}">
                <p14:modId xmlns:p14="http://schemas.microsoft.com/office/powerpoint/2010/main" val="4051450365"/>
              </p:ext>
            </p:extLst>
          </p:nvPr>
        </p:nvGraphicFramePr>
        <p:xfrm>
          <a:off x="1040824" y="2411000"/>
          <a:ext cx="4776352" cy="390525"/>
        </p:xfrm>
        <a:graphic>
          <a:graphicData uri="http://schemas.openxmlformats.org/drawingml/2006/table">
            <a:tbl>
              <a:tblPr firstRow="1" firstCol="1" bandRow="1">
                <a:tableStyleId>{C083E6E3-FA7D-4D7B-A595-EF9225AFEA82}</a:tableStyleId>
              </a:tblPr>
              <a:tblGrid>
                <a:gridCol w="548107">
                  <a:extLst>
                    <a:ext uri="{9D8B030D-6E8A-4147-A177-3AD203B41FA5}">
                      <a16:colId xmlns:a16="http://schemas.microsoft.com/office/drawing/2014/main" val="4214185957"/>
                    </a:ext>
                  </a:extLst>
                </a:gridCol>
                <a:gridCol w="281883">
                  <a:extLst>
                    <a:ext uri="{9D8B030D-6E8A-4147-A177-3AD203B41FA5}">
                      <a16:colId xmlns:a16="http://schemas.microsoft.com/office/drawing/2014/main" val="2066407958"/>
                    </a:ext>
                  </a:extLst>
                </a:gridCol>
                <a:gridCol w="281883">
                  <a:extLst>
                    <a:ext uri="{9D8B030D-6E8A-4147-A177-3AD203B41FA5}">
                      <a16:colId xmlns:a16="http://schemas.microsoft.com/office/drawing/2014/main" val="2435226698"/>
                    </a:ext>
                  </a:extLst>
                </a:gridCol>
                <a:gridCol w="281883">
                  <a:extLst>
                    <a:ext uri="{9D8B030D-6E8A-4147-A177-3AD203B41FA5}">
                      <a16:colId xmlns:a16="http://schemas.microsoft.com/office/drawing/2014/main" val="3576975834"/>
                    </a:ext>
                  </a:extLst>
                </a:gridCol>
                <a:gridCol w="281883">
                  <a:extLst>
                    <a:ext uri="{9D8B030D-6E8A-4147-A177-3AD203B41FA5}">
                      <a16:colId xmlns:a16="http://schemas.microsoft.com/office/drawing/2014/main" val="133231306"/>
                    </a:ext>
                  </a:extLst>
                </a:gridCol>
                <a:gridCol w="281883">
                  <a:extLst>
                    <a:ext uri="{9D8B030D-6E8A-4147-A177-3AD203B41FA5}">
                      <a16:colId xmlns:a16="http://schemas.microsoft.com/office/drawing/2014/main" val="1445701292"/>
                    </a:ext>
                  </a:extLst>
                </a:gridCol>
                <a:gridCol w="281883">
                  <a:extLst>
                    <a:ext uri="{9D8B030D-6E8A-4147-A177-3AD203B41FA5}">
                      <a16:colId xmlns:a16="http://schemas.microsoft.com/office/drawing/2014/main" val="44789766"/>
                    </a:ext>
                  </a:extLst>
                </a:gridCol>
                <a:gridCol w="281883">
                  <a:extLst>
                    <a:ext uri="{9D8B030D-6E8A-4147-A177-3AD203B41FA5}">
                      <a16:colId xmlns:a16="http://schemas.microsoft.com/office/drawing/2014/main" val="3677673799"/>
                    </a:ext>
                  </a:extLst>
                </a:gridCol>
                <a:gridCol w="281883">
                  <a:extLst>
                    <a:ext uri="{9D8B030D-6E8A-4147-A177-3AD203B41FA5}">
                      <a16:colId xmlns:a16="http://schemas.microsoft.com/office/drawing/2014/main" val="1139090375"/>
                    </a:ext>
                  </a:extLst>
                </a:gridCol>
                <a:gridCol w="281883">
                  <a:extLst>
                    <a:ext uri="{9D8B030D-6E8A-4147-A177-3AD203B41FA5}">
                      <a16:colId xmlns:a16="http://schemas.microsoft.com/office/drawing/2014/main" val="3210904063"/>
                    </a:ext>
                  </a:extLst>
                </a:gridCol>
                <a:gridCol w="281883">
                  <a:extLst>
                    <a:ext uri="{9D8B030D-6E8A-4147-A177-3AD203B41FA5}">
                      <a16:colId xmlns:a16="http://schemas.microsoft.com/office/drawing/2014/main" val="3541621926"/>
                    </a:ext>
                  </a:extLst>
                </a:gridCol>
                <a:gridCol w="281883">
                  <a:extLst>
                    <a:ext uri="{9D8B030D-6E8A-4147-A177-3AD203B41FA5}">
                      <a16:colId xmlns:a16="http://schemas.microsoft.com/office/drawing/2014/main" val="3987426488"/>
                    </a:ext>
                  </a:extLst>
                </a:gridCol>
                <a:gridCol w="281883">
                  <a:extLst>
                    <a:ext uri="{9D8B030D-6E8A-4147-A177-3AD203B41FA5}">
                      <a16:colId xmlns:a16="http://schemas.microsoft.com/office/drawing/2014/main" val="2452845206"/>
                    </a:ext>
                  </a:extLst>
                </a:gridCol>
                <a:gridCol w="281883">
                  <a:extLst>
                    <a:ext uri="{9D8B030D-6E8A-4147-A177-3AD203B41FA5}">
                      <a16:colId xmlns:a16="http://schemas.microsoft.com/office/drawing/2014/main" val="1989758381"/>
                    </a:ext>
                  </a:extLst>
                </a:gridCol>
                <a:gridCol w="281883">
                  <a:extLst>
                    <a:ext uri="{9D8B030D-6E8A-4147-A177-3AD203B41FA5}">
                      <a16:colId xmlns:a16="http://schemas.microsoft.com/office/drawing/2014/main" val="2801021588"/>
                    </a:ext>
                  </a:extLst>
                </a:gridCol>
                <a:gridCol w="281883">
                  <a:extLst>
                    <a:ext uri="{9D8B030D-6E8A-4147-A177-3AD203B41FA5}">
                      <a16:colId xmlns:a16="http://schemas.microsoft.com/office/drawing/2014/main" val="1239182429"/>
                    </a:ext>
                  </a:extLst>
                </a:gridCol>
              </a:tblGrid>
              <a:tr h="190500">
                <a:tc>
                  <a:txBody>
                    <a:bodyPr/>
                    <a:lstStyle/>
                    <a:p>
                      <a:pPr>
                        <a:lnSpc>
                          <a:spcPct val="107000"/>
                        </a:lnSpc>
                        <a:spcAft>
                          <a:spcPts val="800"/>
                        </a:spcAft>
                      </a:pPr>
                      <a:r>
                        <a:rPr lang="en-US" sz="1100" b="1" dirty="0">
                          <a:effectLst/>
                        </a:rPr>
                        <a:t>Hours</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3</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5</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3</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9</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dirty="0">
                          <a:effectLst/>
                        </a:rPr>
                        <a:t>4</a:t>
                      </a:r>
                      <a:endParaRPr lang="en-US" sz="16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2</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9</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6</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8</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3</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8</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6</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5</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3</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dirty="0">
                          <a:effectLst/>
                        </a:rPr>
                        <a:t>1</a:t>
                      </a:r>
                      <a:endParaRPr lang="en-US" sz="16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63319144"/>
                  </a:ext>
                </a:extLst>
              </a:tr>
              <a:tr h="200025">
                <a:tc>
                  <a:txBody>
                    <a:bodyPr/>
                    <a:lstStyle/>
                    <a:p>
                      <a:pPr>
                        <a:lnSpc>
                          <a:spcPct val="107000"/>
                        </a:lnSpc>
                        <a:spcAft>
                          <a:spcPts val="800"/>
                        </a:spcAft>
                      </a:pPr>
                      <a:r>
                        <a:rPr lang="en-US" sz="1100" b="1" dirty="0">
                          <a:effectLst/>
                        </a:rPr>
                        <a:t>Scores</a:t>
                      </a:r>
                      <a:endParaRPr lang="en-US" sz="16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21</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47</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27</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dirty="0">
                          <a:effectLst/>
                        </a:rPr>
                        <a:t>75</a:t>
                      </a:r>
                      <a:endParaRPr lang="en-US" sz="16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30</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dirty="0">
                          <a:effectLst/>
                        </a:rPr>
                        <a:t>20</a:t>
                      </a:r>
                      <a:endParaRPr lang="en-US" sz="16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dirty="0">
                          <a:effectLst/>
                        </a:rPr>
                        <a:t>88</a:t>
                      </a:r>
                      <a:endParaRPr lang="en-US" sz="16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60</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81</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25</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85</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62</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41</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a:effectLst/>
                        </a:rPr>
                        <a:t>42</a:t>
                      </a:r>
                      <a:endParaRPr lang="en-US" sz="16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spcAft>
                          <a:spcPts val="800"/>
                        </a:spcAft>
                      </a:pPr>
                      <a:r>
                        <a:rPr lang="en-US" sz="1100" b="0" dirty="0">
                          <a:effectLst/>
                        </a:rPr>
                        <a:t>17</a:t>
                      </a:r>
                      <a:endParaRPr lang="en-US" sz="16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00994925"/>
                  </a:ext>
                </a:extLst>
              </a:tr>
            </a:tbl>
          </a:graphicData>
        </a:graphic>
      </p:graphicFrame>
      <p:pic>
        <p:nvPicPr>
          <p:cNvPr id="6" name="Gambar 5">
            <a:extLst>
              <a:ext uri="{FF2B5EF4-FFF2-40B4-BE49-F238E27FC236}">
                <a16:creationId xmlns:a16="http://schemas.microsoft.com/office/drawing/2014/main" id="{20AA7570-E420-436A-80AE-C4F65F5FE9C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456718" y="2801525"/>
            <a:ext cx="2221654" cy="2195638"/>
          </a:xfrm>
          <a:prstGeom prst="rect">
            <a:avLst/>
          </a:prstGeom>
          <a:noFill/>
          <a:ln>
            <a:noFill/>
          </a:ln>
        </p:spPr>
      </p:pic>
    </p:spTree>
    <p:extLst>
      <p:ext uri="{BB962C8B-B14F-4D97-AF65-F5344CB8AC3E}">
        <p14:creationId xmlns:p14="http://schemas.microsoft.com/office/powerpoint/2010/main" val="1614396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id-ID" dirty="0"/>
              <a:t>Penyelesaian</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a:xfrm>
                <a:off x="326015" y="1373765"/>
                <a:ext cx="2902093" cy="2618994"/>
              </a:xfrm>
            </p:spPr>
            <p:txBody>
              <a:bodyPr>
                <a:normAutofit/>
              </a:bodyPr>
              <a:lstStyle/>
              <a:p>
                <a:pPr>
                  <a:spcBef>
                    <a:spcPts val="0"/>
                  </a:spcBef>
                </a:pPr>
                <a:r>
                  <a:rPr lang="id-ID" sz="1200" dirty="0">
                    <a:latin typeface="+mj-lt"/>
                  </a:rPr>
                  <a:t>Jika kita melihat adanya hubungan dua variabel tersebut, lanjutkan dengan rumus:</a:t>
                </a:r>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sSub>
                        <m:sSubPr>
                          <m:ctrlPr>
                            <a:rPr lang="en-US" sz="1200" i="1" smtClean="0">
                              <a:effectLst/>
                              <a:latin typeface="Cambria Math" panose="02040503050406030204" pitchFamily="18" charset="0"/>
                            </a:rPr>
                          </m:ctrlPr>
                        </m:sSubPr>
                        <m:e>
                          <m:r>
                            <a:rPr lang="id-ID" sz="1200" i="1">
                              <a:effectLst/>
                              <a:latin typeface="Cambria Math" panose="02040503050406030204" pitchFamily="18" charset="0"/>
                              <a:ea typeface="Calibri" panose="020F0502020204030204" pitchFamily="34" charset="0"/>
                              <a:cs typeface="Arial" panose="020B0604020202020204" pitchFamily="34" charset="0"/>
                            </a:rPr>
                            <m:t>𝑏</m:t>
                          </m:r>
                        </m:e>
                        <m:sub>
                          <m:r>
                            <a:rPr lang="id-ID" sz="1200" i="1">
                              <a:effectLst/>
                              <a:latin typeface="Cambria Math" panose="02040503050406030204" pitchFamily="18" charset="0"/>
                              <a:ea typeface="Calibri" panose="020F0502020204030204" pitchFamily="34" charset="0"/>
                              <a:cs typeface="Arial" panose="020B0604020202020204" pitchFamily="34" charset="0"/>
                            </a:rPr>
                            <m:t>0</m:t>
                          </m:r>
                        </m:sub>
                      </m:sSub>
                      <m:r>
                        <a:rPr lang="id-ID" sz="1200" i="1">
                          <a:effectLst/>
                          <a:latin typeface="Cambria Math" panose="02040503050406030204" pitchFamily="18" charset="0"/>
                          <a:ea typeface="Calibri" panose="020F0502020204030204" pitchFamily="34" charset="0"/>
                          <a:cs typeface="Arial" panose="020B0604020202020204" pitchFamily="34" charset="0"/>
                        </a:rPr>
                        <m:t> =   </m:t>
                      </m:r>
                      <m:f>
                        <m:fPr>
                          <m:ctrlPr>
                            <a:rPr lang="en-US" sz="1200" i="1">
                              <a:effectLst/>
                              <a:latin typeface="Cambria Math" panose="02040503050406030204" pitchFamily="18" charset="0"/>
                            </a:rPr>
                          </m:ctrlPr>
                        </m:fPr>
                        <m:num>
                          <m:d>
                            <m:dPr>
                              <m:ctrlPr>
                                <a:rPr lang="en-US" sz="1200" i="1">
                                  <a:effectLst/>
                                  <a:latin typeface="Cambria Math" panose="02040503050406030204" pitchFamily="18" charset="0"/>
                                </a:rPr>
                              </m:ctrlPr>
                            </m:dPr>
                            <m:e>
                              <m:r>
                                <a:rPr lang="id-ID" sz="1200" i="1">
                                  <a:effectLst/>
                                  <a:latin typeface="Cambria Math" panose="02040503050406030204" pitchFamily="18" charset="0"/>
                                  <a:ea typeface="Calibri" panose="020F0502020204030204" pitchFamily="34" charset="0"/>
                                  <a:cs typeface="Arial" panose="020B0604020202020204" pitchFamily="34" charset="0"/>
                                </a:rPr>
                                <m:t>𝛴</m:t>
                              </m:r>
                              <m:r>
                                <a:rPr lang="id-ID" sz="1200" i="1">
                                  <a:effectLst/>
                                  <a:latin typeface="Cambria Math" panose="02040503050406030204" pitchFamily="18" charset="0"/>
                                  <a:ea typeface="Calibri" panose="020F0502020204030204" pitchFamily="34" charset="0"/>
                                  <a:cs typeface="Arial" panose="020B0604020202020204" pitchFamily="34" charset="0"/>
                                </a:rPr>
                                <m:t>𝑦</m:t>
                              </m:r>
                            </m:e>
                          </m:d>
                          <m:d>
                            <m:dPr>
                              <m:ctrlPr>
                                <a:rPr lang="en-US" sz="1200" i="1">
                                  <a:effectLst/>
                                  <a:latin typeface="Cambria Math" panose="02040503050406030204" pitchFamily="18" charset="0"/>
                                </a:rPr>
                              </m:ctrlPr>
                            </m:dPr>
                            <m:e>
                              <m:r>
                                <a:rPr lang="id-ID" sz="1200" i="1">
                                  <a:effectLst/>
                                  <a:latin typeface="Cambria Math" panose="02040503050406030204" pitchFamily="18" charset="0"/>
                                  <a:ea typeface="Calibri" panose="020F0502020204030204" pitchFamily="34" charset="0"/>
                                  <a:cs typeface="Arial" panose="020B0604020202020204" pitchFamily="34" charset="0"/>
                                </a:rPr>
                                <m:t>𝛴</m:t>
                              </m:r>
                              <m:sSup>
                                <m:sSupPr>
                                  <m:ctrlPr>
                                    <a:rPr lang="en-US" sz="1200" i="1">
                                      <a:effectLst/>
                                      <a:latin typeface="Cambria Math" panose="02040503050406030204" pitchFamily="18" charset="0"/>
                                    </a:rPr>
                                  </m:ctrlPr>
                                </m:sSupPr>
                                <m:e>
                                  <m:r>
                                    <a:rPr lang="id-ID" sz="1200" i="1">
                                      <a:effectLst/>
                                      <a:latin typeface="Cambria Math" panose="02040503050406030204" pitchFamily="18" charset="0"/>
                                      <a:ea typeface="Calibri" panose="020F0502020204030204" pitchFamily="34" charset="0"/>
                                      <a:cs typeface="Arial" panose="020B0604020202020204" pitchFamily="34" charset="0"/>
                                    </a:rPr>
                                    <m:t>𝑥</m:t>
                                  </m:r>
                                </m:e>
                                <m:sup>
                                  <m:r>
                                    <a:rPr lang="id-ID" sz="1200" i="1">
                                      <a:effectLst/>
                                      <a:latin typeface="Cambria Math" panose="02040503050406030204" pitchFamily="18" charset="0"/>
                                      <a:ea typeface="Calibri" panose="020F0502020204030204" pitchFamily="34" charset="0"/>
                                      <a:cs typeface="Arial" panose="020B0604020202020204" pitchFamily="34" charset="0"/>
                                    </a:rPr>
                                    <m:t>2</m:t>
                                  </m:r>
                                </m:sup>
                              </m:sSup>
                            </m:e>
                          </m:d>
                          <m:r>
                            <a:rPr lang="id-ID" sz="1200" i="1">
                              <a:effectLst/>
                              <a:latin typeface="Cambria Math" panose="02040503050406030204" pitchFamily="18" charset="0"/>
                              <a:ea typeface="Calibri" panose="020F0502020204030204" pitchFamily="34" charset="0"/>
                              <a:cs typeface="Arial" panose="020B0604020202020204" pitchFamily="34" charset="0"/>
                            </a:rPr>
                            <m:t>– </m:t>
                          </m:r>
                          <m:d>
                            <m:dPr>
                              <m:ctrlPr>
                                <a:rPr lang="en-US" sz="1200" i="1">
                                  <a:effectLst/>
                                  <a:latin typeface="Cambria Math" panose="02040503050406030204" pitchFamily="18" charset="0"/>
                                </a:rPr>
                              </m:ctrlPr>
                            </m:dPr>
                            <m:e>
                              <m:r>
                                <a:rPr lang="id-ID" sz="1200" i="1">
                                  <a:effectLst/>
                                  <a:latin typeface="Cambria Math" panose="02040503050406030204" pitchFamily="18" charset="0"/>
                                  <a:ea typeface="Calibri" panose="020F0502020204030204" pitchFamily="34" charset="0"/>
                                  <a:cs typeface="Arial" panose="020B0604020202020204" pitchFamily="34" charset="0"/>
                                </a:rPr>
                                <m:t>𝛴</m:t>
                              </m:r>
                              <m:r>
                                <a:rPr lang="id-ID" sz="1200" i="1">
                                  <a:effectLst/>
                                  <a:latin typeface="Cambria Math" panose="02040503050406030204" pitchFamily="18" charset="0"/>
                                  <a:ea typeface="Calibri" panose="020F0502020204030204" pitchFamily="34" charset="0"/>
                                  <a:cs typeface="Arial" panose="020B0604020202020204" pitchFamily="34" charset="0"/>
                                </a:rPr>
                                <m:t>𝑥</m:t>
                              </m:r>
                            </m:e>
                          </m:d>
                          <m:d>
                            <m:dPr>
                              <m:ctrlPr>
                                <a:rPr lang="en-US" sz="1200" i="1">
                                  <a:effectLst/>
                                  <a:latin typeface="Cambria Math" panose="02040503050406030204" pitchFamily="18" charset="0"/>
                                </a:rPr>
                              </m:ctrlPr>
                            </m:dPr>
                            <m:e>
                              <m:r>
                                <a:rPr lang="id-ID" sz="1200" i="1">
                                  <a:effectLst/>
                                  <a:latin typeface="Cambria Math" panose="02040503050406030204" pitchFamily="18" charset="0"/>
                                  <a:ea typeface="Calibri" panose="020F0502020204030204" pitchFamily="34" charset="0"/>
                                  <a:cs typeface="Arial" panose="020B0604020202020204" pitchFamily="34" charset="0"/>
                                </a:rPr>
                                <m:t>𝛴</m:t>
                              </m:r>
                              <m:r>
                                <a:rPr lang="id-ID" sz="1200" i="1">
                                  <a:effectLst/>
                                  <a:latin typeface="Cambria Math" panose="02040503050406030204" pitchFamily="18" charset="0"/>
                                  <a:ea typeface="Calibri" panose="020F0502020204030204" pitchFamily="34" charset="0"/>
                                  <a:cs typeface="Arial" panose="020B0604020202020204" pitchFamily="34" charset="0"/>
                                </a:rPr>
                                <m:t>𝑥𝑦</m:t>
                              </m:r>
                            </m:e>
                          </m:d>
                        </m:num>
                        <m:den>
                          <m:r>
                            <a:rPr lang="id-ID" sz="1200" i="1">
                              <a:effectLst/>
                              <a:latin typeface="Cambria Math" panose="02040503050406030204" pitchFamily="18" charset="0"/>
                              <a:ea typeface="Calibri" panose="020F0502020204030204" pitchFamily="34" charset="0"/>
                              <a:cs typeface="Arial" panose="020B0604020202020204" pitchFamily="34" charset="0"/>
                            </a:rPr>
                            <m:t>𝑛</m:t>
                          </m:r>
                          <m:d>
                            <m:dPr>
                              <m:ctrlPr>
                                <a:rPr lang="en-US" sz="1200" i="1">
                                  <a:effectLst/>
                                  <a:latin typeface="Cambria Math" panose="02040503050406030204" pitchFamily="18" charset="0"/>
                                </a:rPr>
                              </m:ctrlPr>
                            </m:dPr>
                            <m:e>
                              <m:sSup>
                                <m:sSupPr>
                                  <m:ctrlPr>
                                    <a:rPr lang="en-US" sz="1200" i="1">
                                      <a:effectLst/>
                                      <a:latin typeface="Cambria Math" panose="02040503050406030204" pitchFamily="18" charset="0"/>
                                    </a:rPr>
                                  </m:ctrlPr>
                                </m:sSupPr>
                                <m:e>
                                  <m:r>
                                    <a:rPr lang="id-ID" sz="1200" i="1">
                                      <a:effectLst/>
                                      <a:latin typeface="Cambria Math" panose="02040503050406030204" pitchFamily="18" charset="0"/>
                                      <a:ea typeface="Calibri" panose="020F0502020204030204" pitchFamily="34" charset="0"/>
                                      <a:cs typeface="Arial" panose="020B0604020202020204" pitchFamily="34" charset="0"/>
                                    </a:rPr>
                                    <m:t>𝛴</m:t>
                                  </m:r>
                                  <m:r>
                                    <a:rPr lang="id-ID" sz="1200" i="1">
                                      <a:effectLst/>
                                      <a:latin typeface="Cambria Math" panose="02040503050406030204" pitchFamily="18" charset="0"/>
                                      <a:ea typeface="Calibri" panose="020F0502020204030204" pitchFamily="34" charset="0"/>
                                      <a:cs typeface="Arial" panose="020B0604020202020204" pitchFamily="34" charset="0"/>
                                    </a:rPr>
                                    <m:t>𝑥</m:t>
                                  </m:r>
                                </m:e>
                                <m:sup>
                                  <m:r>
                                    <a:rPr lang="id-ID" sz="1200" i="1">
                                      <a:effectLst/>
                                      <a:latin typeface="Cambria Math" panose="02040503050406030204" pitchFamily="18" charset="0"/>
                                      <a:ea typeface="Calibri" panose="020F0502020204030204" pitchFamily="34" charset="0"/>
                                      <a:cs typeface="Arial" panose="020B0604020202020204" pitchFamily="34" charset="0"/>
                                    </a:rPr>
                                    <m:t>2</m:t>
                                  </m:r>
                                </m:sup>
                              </m:sSup>
                            </m:e>
                          </m:d>
                          <m:r>
                            <a:rPr lang="id-ID" sz="1200" i="1">
                              <a:effectLst/>
                              <a:latin typeface="Cambria Math" panose="02040503050406030204" pitchFamily="18" charset="0"/>
                              <a:ea typeface="Calibri" panose="020F0502020204030204" pitchFamily="34" charset="0"/>
                              <a:cs typeface="Arial" panose="020B0604020202020204" pitchFamily="34" charset="0"/>
                            </a:rPr>
                            <m:t>−</m:t>
                          </m:r>
                          <m:d>
                            <m:dPr>
                              <m:ctrlPr>
                                <a:rPr lang="en-US" sz="1200" i="1">
                                  <a:effectLst/>
                                  <a:latin typeface="Cambria Math" panose="02040503050406030204" pitchFamily="18" charset="0"/>
                                </a:rPr>
                              </m:ctrlPr>
                            </m:dPr>
                            <m:e>
                              <m:sSup>
                                <m:sSupPr>
                                  <m:ctrlPr>
                                    <a:rPr lang="en-US" sz="1200" i="1">
                                      <a:effectLst/>
                                      <a:latin typeface="Cambria Math" panose="02040503050406030204" pitchFamily="18" charset="0"/>
                                    </a:rPr>
                                  </m:ctrlPr>
                                </m:sSupPr>
                                <m:e>
                                  <m:r>
                                    <a:rPr lang="id-ID" sz="1200" i="1">
                                      <a:effectLst/>
                                      <a:latin typeface="Cambria Math" panose="02040503050406030204" pitchFamily="18" charset="0"/>
                                      <a:ea typeface="Calibri" panose="020F0502020204030204" pitchFamily="34" charset="0"/>
                                      <a:cs typeface="Arial" panose="020B0604020202020204" pitchFamily="34" charset="0"/>
                                    </a:rPr>
                                    <m:t>𝛴</m:t>
                                  </m:r>
                                  <m:r>
                                    <a:rPr lang="id-ID" sz="1200" i="1">
                                      <a:effectLst/>
                                      <a:latin typeface="Cambria Math" panose="02040503050406030204" pitchFamily="18" charset="0"/>
                                      <a:ea typeface="Calibri" panose="020F0502020204030204" pitchFamily="34" charset="0"/>
                                      <a:cs typeface="Arial" panose="020B0604020202020204" pitchFamily="34" charset="0"/>
                                    </a:rPr>
                                    <m:t>𝑥</m:t>
                                  </m:r>
                                </m:e>
                                <m:sup>
                                  <m:r>
                                    <a:rPr lang="id-ID" sz="1200" i="1">
                                      <a:effectLst/>
                                      <a:latin typeface="Cambria Math" panose="02040503050406030204" pitchFamily="18" charset="0"/>
                                      <a:ea typeface="Calibri" panose="020F0502020204030204" pitchFamily="34" charset="0"/>
                                      <a:cs typeface="Arial" panose="020B0604020202020204" pitchFamily="34" charset="0"/>
                                    </a:rPr>
                                    <m:t>2</m:t>
                                  </m:r>
                                </m:sup>
                              </m:sSup>
                            </m:e>
                          </m:d>
                        </m:den>
                      </m:f>
                    </m:oMath>
                  </m:oMathPara>
                </a14:m>
                <a:endParaRPr lang="id-ID" sz="1200" dirty="0">
                  <a:latin typeface="+mj-lt"/>
                </a:endParaRPr>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sSub>
                        <m:sSubPr>
                          <m:ctrlPr>
                            <a:rPr lang="en-US" sz="1200" i="1" smtClean="0">
                              <a:effectLst/>
                              <a:latin typeface="Cambria Math" panose="02040503050406030204" pitchFamily="18" charset="0"/>
                            </a:rPr>
                          </m:ctrlPr>
                        </m:sSubPr>
                        <m:e>
                          <m:r>
                            <a:rPr lang="id-ID" sz="1200" i="1">
                              <a:effectLst/>
                              <a:latin typeface="Cambria Math" panose="02040503050406030204" pitchFamily="18" charset="0"/>
                              <a:ea typeface="Calibri" panose="020F0502020204030204" pitchFamily="34" charset="0"/>
                              <a:cs typeface="Arial" panose="020B0604020202020204" pitchFamily="34" charset="0"/>
                            </a:rPr>
                            <m:t>𝑏</m:t>
                          </m:r>
                        </m:e>
                        <m:sub>
                          <m:r>
                            <a:rPr lang="id-ID" sz="1200" i="1">
                              <a:effectLst/>
                              <a:latin typeface="Cambria Math" panose="02040503050406030204" pitchFamily="18" charset="0"/>
                              <a:ea typeface="Calibri" panose="020F0502020204030204" pitchFamily="34" charset="0"/>
                              <a:cs typeface="Arial" panose="020B0604020202020204" pitchFamily="34" charset="0"/>
                            </a:rPr>
                            <m:t>1</m:t>
                          </m:r>
                        </m:sub>
                      </m:sSub>
                      <m:r>
                        <a:rPr lang="id-ID" sz="1200" i="1">
                          <a:effectLst/>
                          <a:latin typeface="Cambria Math" panose="02040503050406030204" pitchFamily="18" charset="0"/>
                          <a:ea typeface="Calibri" panose="020F0502020204030204" pitchFamily="34" charset="0"/>
                          <a:cs typeface="Arial" panose="020B0604020202020204" pitchFamily="34" charset="0"/>
                        </a:rPr>
                        <m:t>=   </m:t>
                      </m:r>
                      <m:f>
                        <m:fPr>
                          <m:ctrlPr>
                            <a:rPr lang="en-US" sz="1200" i="1">
                              <a:effectLst/>
                              <a:latin typeface="Cambria Math" panose="02040503050406030204" pitchFamily="18" charset="0"/>
                            </a:rPr>
                          </m:ctrlPr>
                        </m:fPr>
                        <m:num>
                          <m:r>
                            <a:rPr lang="id-ID" sz="1200" i="1">
                              <a:effectLst/>
                              <a:latin typeface="Cambria Math" panose="02040503050406030204" pitchFamily="18" charset="0"/>
                              <a:ea typeface="Calibri" panose="020F0502020204030204" pitchFamily="34" charset="0"/>
                              <a:cs typeface="Arial" panose="020B0604020202020204" pitchFamily="34" charset="0"/>
                            </a:rPr>
                            <m:t>𝑛</m:t>
                          </m:r>
                          <m:d>
                            <m:dPr>
                              <m:ctrlPr>
                                <a:rPr lang="en-US" sz="1200" i="1">
                                  <a:effectLst/>
                                  <a:latin typeface="Cambria Math" panose="02040503050406030204" pitchFamily="18" charset="0"/>
                                </a:rPr>
                              </m:ctrlPr>
                            </m:dPr>
                            <m:e>
                              <m:r>
                                <a:rPr lang="id-ID" sz="1200" i="1">
                                  <a:effectLst/>
                                  <a:latin typeface="Cambria Math" panose="02040503050406030204" pitchFamily="18" charset="0"/>
                                  <a:ea typeface="Calibri" panose="020F0502020204030204" pitchFamily="34" charset="0"/>
                                  <a:cs typeface="Arial" panose="020B0604020202020204" pitchFamily="34" charset="0"/>
                                </a:rPr>
                                <m:t>𝛴</m:t>
                              </m:r>
                              <m:r>
                                <a:rPr lang="id-ID" sz="1200" i="1">
                                  <a:effectLst/>
                                  <a:latin typeface="Cambria Math" panose="02040503050406030204" pitchFamily="18" charset="0"/>
                                  <a:ea typeface="Calibri" panose="020F0502020204030204" pitchFamily="34" charset="0"/>
                                  <a:cs typeface="Arial" panose="020B0604020202020204" pitchFamily="34" charset="0"/>
                                </a:rPr>
                                <m:t>𝑥𝑦</m:t>
                              </m:r>
                            </m:e>
                          </m:d>
                          <m:r>
                            <a:rPr lang="id-ID" sz="1200" i="1">
                              <a:effectLst/>
                              <a:latin typeface="Cambria Math" panose="02040503050406030204" pitchFamily="18" charset="0"/>
                              <a:ea typeface="Calibri" panose="020F0502020204030204" pitchFamily="34" charset="0"/>
                              <a:cs typeface="Arial" panose="020B0604020202020204" pitchFamily="34" charset="0"/>
                            </a:rPr>
                            <m:t> – </m:t>
                          </m:r>
                          <m:d>
                            <m:dPr>
                              <m:ctrlPr>
                                <a:rPr lang="en-US" sz="1200" i="1">
                                  <a:effectLst/>
                                  <a:latin typeface="Cambria Math" panose="02040503050406030204" pitchFamily="18" charset="0"/>
                                </a:rPr>
                              </m:ctrlPr>
                            </m:dPr>
                            <m:e>
                              <m:r>
                                <a:rPr lang="id-ID" sz="1200" i="1">
                                  <a:effectLst/>
                                  <a:latin typeface="Cambria Math" panose="02040503050406030204" pitchFamily="18" charset="0"/>
                                  <a:ea typeface="Calibri" panose="020F0502020204030204" pitchFamily="34" charset="0"/>
                                  <a:cs typeface="Arial" panose="020B0604020202020204" pitchFamily="34" charset="0"/>
                                </a:rPr>
                                <m:t>𝛴</m:t>
                              </m:r>
                              <m:r>
                                <a:rPr lang="id-ID" sz="1200" i="1">
                                  <a:effectLst/>
                                  <a:latin typeface="Cambria Math" panose="02040503050406030204" pitchFamily="18" charset="0"/>
                                  <a:ea typeface="Calibri" panose="020F0502020204030204" pitchFamily="34" charset="0"/>
                                  <a:cs typeface="Arial" panose="020B0604020202020204" pitchFamily="34" charset="0"/>
                                </a:rPr>
                                <m:t>𝑥</m:t>
                              </m:r>
                            </m:e>
                          </m:d>
                          <m:d>
                            <m:dPr>
                              <m:ctrlPr>
                                <a:rPr lang="en-US" sz="1200" i="1">
                                  <a:effectLst/>
                                  <a:latin typeface="Cambria Math" panose="02040503050406030204" pitchFamily="18" charset="0"/>
                                </a:rPr>
                              </m:ctrlPr>
                            </m:dPr>
                            <m:e>
                              <m:r>
                                <a:rPr lang="id-ID" sz="1200" i="1">
                                  <a:effectLst/>
                                  <a:latin typeface="Cambria Math" panose="02040503050406030204" pitchFamily="18" charset="0"/>
                                  <a:ea typeface="Calibri" panose="020F0502020204030204" pitchFamily="34" charset="0"/>
                                  <a:cs typeface="Arial" panose="020B0604020202020204" pitchFamily="34" charset="0"/>
                                </a:rPr>
                                <m:t>𝛴</m:t>
                              </m:r>
                              <m:r>
                                <a:rPr lang="id-ID" sz="1200" i="1">
                                  <a:effectLst/>
                                  <a:latin typeface="Cambria Math" panose="02040503050406030204" pitchFamily="18" charset="0"/>
                                  <a:ea typeface="Calibri" panose="020F0502020204030204" pitchFamily="34" charset="0"/>
                                  <a:cs typeface="Arial" panose="020B0604020202020204" pitchFamily="34" charset="0"/>
                                </a:rPr>
                                <m:t>𝑦</m:t>
                              </m:r>
                            </m:e>
                          </m:d>
                        </m:num>
                        <m:den>
                          <m:r>
                            <a:rPr lang="id-ID" sz="1200" i="1">
                              <a:effectLst/>
                              <a:latin typeface="Cambria Math" panose="02040503050406030204" pitchFamily="18" charset="0"/>
                              <a:ea typeface="Calibri" panose="020F0502020204030204" pitchFamily="34" charset="0"/>
                              <a:cs typeface="Arial" panose="020B0604020202020204" pitchFamily="34" charset="0"/>
                            </a:rPr>
                            <m:t>𝑛</m:t>
                          </m:r>
                          <m:d>
                            <m:dPr>
                              <m:ctrlPr>
                                <a:rPr lang="en-US" sz="1200" i="1">
                                  <a:effectLst/>
                                  <a:latin typeface="Cambria Math" panose="02040503050406030204" pitchFamily="18" charset="0"/>
                                </a:rPr>
                              </m:ctrlPr>
                            </m:dPr>
                            <m:e>
                              <m:sSup>
                                <m:sSupPr>
                                  <m:ctrlPr>
                                    <a:rPr lang="en-US" sz="1200" i="1">
                                      <a:effectLst/>
                                      <a:latin typeface="Cambria Math" panose="02040503050406030204" pitchFamily="18" charset="0"/>
                                    </a:rPr>
                                  </m:ctrlPr>
                                </m:sSupPr>
                                <m:e>
                                  <m:r>
                                    <a:rPr lang="id-ID" sz="1200" i="1">
                                      <a:effectLst/>
                                      <a:latin typeface="Cambria Math" panose="02040503050406030204" pitchFamily="18" charset="0"/>
                                      <a:ea typeface="Calibri" panose="020F0502020204030204" pitchFamily="34" charset="0"/>
                                      <a:cs typeface="Arial" panose="020B0604020202020204" pitchFamily="34" charset="0"/>
                                    </a:rPr>
                                    <m:t>𝛴</m:t>
                                  </m:r>
                                  <m:r>
                                    <a:rPr lang="id-ID" sz="1200" i="1">
                                      <a:effectLst/>
                                      <a:latin typeface="Cambria Math" panose="02040503050406030204" pitchFamily="18" charset="0"/>
                                      <a:ea typeface="Calibri" panose="020F0502020204030204" pitchFamily="34" charset="0"/>
                                      <a:cs typeface="Arial" panose="020B0604020202020204" pitchFamily="34" charset="0"/>
                                    </a:rPr>
                                    <m:t>𝑥</m:t>
                                  </m:r>
                                </m:e>
                                <m:sup>
                                  <m:r>
                                    <a:rPr lang="id-ID" sz="1200" i="1">
                                      <a:effectLst/>
                                      <a:latin typeface="Cambria Math" panose="02040503050406030204" pitchFamily="18" charset="0"/>
                                      <a:ea typeface="Calibri" panose="020F0502020204030204" pitchFamily="34" charset="0"/>
                                      <a:cs typeface="Arial" panose="020B0604020202020204" pitchFamily="34" charset="0"/>
                                    </a:rPr>
                                    <m:t>2</m:t>
                                  </m:r>
                                </m:sup>
                              </m:sSup>
                            </m:e>
                          </m:d>
                          <m:r>
                            <a:rPr lang="id-ID" sz="1200" i="1">
                              <a:effectLst/>
                              <a:latin typeface="Cambria Math" panose="02040503050406030204" pitchFamily="18" charset="0"/>
                              <a:ea typeface="Calibri" panose="020F0502020204030204" pitchFamily="34" charset="0"/>
                              <a:cs typeface="Arial" panose="020B0604020202020204" pitchFamily="34" charset="0"/>
                            </a:rPr>
                            <m:t>−</m:t>
                          </m:r>
                          <m:d>
                            <m:dPr>
                              <m:ctrlPr>
                                <a:rPr lang="en-US" sz="1200" i="1">
                                  <a:effectLst/>
                                  <a:latin typeface="Cambria Math" panose="02040503050406030204" pitchFamily="18" charset="0"/>
                                </a:rPr>
                              </m:ctrlPr>
                            </m:dPr>
                            <m:e>
                              <m:sSup>
                                <m:sSupPr>
                                  <m:ctrlPr>
                                    <a:rPr lang="en-US" sz="1200" i="1">
                                      <a:effectLst/>
                                      <a:latin typeface="Cambria Math" panose="02040503050406030204" pitchFamily="18" charset="0"/>
                                    </a:rPr>
                                  </m:ctrlPr>
                                </m:sSupPr>
                                <m:e>
                                  <m:r>
                                    <a:rPr lang="id-ID" sz="1200" i="1">
                                      <a:effectLst/>
                                      <a:latin typeface="Cambria Math" panose="02040503050406030204" pitchFamily="18" charset="0"/>
                                      <a:ea typeface="Calibri" panose="020F0502020204030204" pitchFamily="34" charset="0"/>
                                      <a:cs typeface="Arial" panose="020B0604020202020204" pitchFamily="34" charset="0"/>
                                    </a:rPr>
                                    <m:t>𝛴</m:t>
                                  </m:r>
                                  <m:r>
                                    <a:rPr lang="id-ID" sz="1200" i="1">
                                      <a:effectLst/>
                                      <a:latin typeface="Cambria Math" panose="02040503050406030204" pitchFamily="18" charset="0"/>
                                      <a:ea typeface="Calibri" panose="020F0502020204030204" pitchFamily="34" charset="0"/>
                                      <a:cs typeface="Arial" panose="020B0604020202020204" pitchFamily="34" charset="0"/>
                                    </a:rPr>
                                    <m:t>𝑥</m:t>
                                  </m:r>
                                </m:e>
                                <m:sup>
                                  <m:r>
                                    <a:rPr lang="id-ID" sz="1200" i="1">
                                      <a:effectLst/>
                                      <a:latin typeface="Cambria Math" panose="02040503050406030204" pitchFamily="18" charset="0"/>
                                      <a:ea typeface="Calibri" panose="020F0502020204030204" pitchFamily="34" charset="0"/>
                                      <a:cs typeface="Arial" panose="020B0604020202020204" pitchFamily="34" charset="0"/>
                                    </a:rPr>
                                    <m:t>2</m:t>
                                  </m:r>
                                </m:sup>
                              </m:sSup>
                            </m:e>
                          </m:d>
                        </m:den>
                      </m:f>
                    </m:oMath>
                  </m:oMathPara>
                </a14:m>
                <a:endParaRPr lang="id-ID" sz="1200" dirty="0">
                  <a:latin typeface="+mj-lt"/>
                </a:endParaRPr>
              </a:p>
              <a:p>
                <a:pPr>
                  <a:lnSpc>
                    <a:spcPct val="100000"/>
                  </a:lnSpc>
                  <a:spcBef>
                    <a:spcPts val="0"/>
                  </a:spcBef>
                </a:pPr>
                <a:r>
                  <a:rPr lang="id-ID" sz="1200" dirty="0">
                    <a:latin typeface="+mj-lt"/>
                  </a:rPr>
                  <a:t>Untuk memudahkan perhitungan, langkah yang harus kita lakukan adalah </a:t>
                </a:r>
                <a:r>
                  <a:rPr lang="id-ID" sz="1200" dirty="0" err="1">
                    <a:latin typeface="+mj-lt"/>
                  </a:rPr>
                  <a:t>mengkuadratkan</a:t>
                </a:r>
                <a:r>
                  <a:rPr lang="id-ID" sz="1200" dirty="0">
                    <a:latin typeface="+mj-lt"/>
                  </a:rPr>
                  <a:t> tiap variabel menjadi seperti pada tabel berikut:</a:t>
                </a:r>
              </a:p>
              <a:p>
                <a:pPr marL="0" indent="0">
                  <a:lnSpc>
                    <a:spcPct val="150000"/>
                  </a:lnSpc>
                  <a:spcBef>
                    <a:spcPts val="0"/>
                  </a:spcBef>
                  <a:buNone/>
                </a:pPr>
                <a:endParaRPr lang="id-ID" sz="12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xfrm>
                <a:off x="326015" y="1373765"/>
                <a:ext cx="2902093" cy="2618994"/>
              </a:xfrm>
              <a:blipFill>
                <a:blip r:embed="rId3"/>
                <a:stretch>
                  <a:fillRect t="-698"/>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 name="Tabel 7">
            <a:extLst>
              <a:ext uri="{FF2B5EF4-FFF2-40B4-BE49-F238E27FC236}">
                <a16:creationId xmlns:a16="http://schemas.microsoft.com/office/drawing/2014/main" id="{ADB1ABF5-01D3-4584-9A52-272C3440AF2B}"/>
              </a:ext>
            </a:extLst>
          </p:cNvPr>
          <p:cNvGraphicFramePr>
            <a:graphicFrameLocks noGrp="1"/>
          </p:cNvGraphicFramePr>
          <p:nvPr>
            <p:extLst>
              <p:ext uri="{D42A27DB-BD31-4B8C-83A1-F6EECF244321}">
                <p14:modId xmlns:p14="http://schemas.microsoft.com/office/powerpoint/2010/main" val="2675504618"/>
              </p:ext>
            </p:extLst>
          </p:nvPr>
        </p:nvGraphicFramePr>
        <p:xfrm>
          <a:off x="3311236" y="1369219"/>
          <a:ext cx="3415397" cy="2618994"/>
        </p:xfrm>
        <a:graphic>
          <a:graphicData uri="http://schemas.openxmlformats.org/drawingml/2006/table">
            <a:tbl>
              <a:tblPr firstRow="1" firstCol="1" bandRow="1">
                <a:tableStyleId>{69012ECD-51FC-41F1-AA8D-1B2483CD663E}</a:tableStyleId>
              </a:tblPr>
              <a:tblGrid>
                <a:gridCol w="761350">
                  <a:extLst>
                    <a:ext uri="{9D8B030D-6E8A-4147-A177-3AD203B41FA5}">
                      <a16:colId xmlns:a16="http://schemas.microsoft.com/office/drawing/2014/main" val="3617719094"/>
                    </a:ext>
                  </a:extLst>
                </a:gridCol>
                <a:gridCol w="832503">
                  <a:extLst>
                    <a:ext uri="{9D8B030D-6E8A-4147-A177-3AD203B41FA5}">
                      <a16:colId xmlns:a16="http://schemas.microsoft.com/office/drawing/2014/main" val="633461157"/>
                    </a:ext>
                  </a:extLst>
                </a:gridCol>
                <a:gridCol w="532820">
                  <a:extLst>
                    <a:ext uri="{9D8B030D-6E8A-4147-A177-3AD203B41FA5}">
                      <a16:colId xmlns:a16="http://schemas.microsoft.com/office/drawing/2014/main" val="3284808559"/>
                    </a:ext>
                  </a:extLst>
                </a:gridCol>
                <a:gridCol w="605645">
                  <a:extLst>
                    <a:ext uri="{9D8B030D-6E8A-4147-A177-3AD203B41FA5}">
                      <a16:colId xmlns:a16="http://schemas.microsoft.com/office/drawing/2014/main" val="4148036720"/>
                    </a:ext>
                  </a:extLst>
                </a:gridCol>
                <a:gridCol w="683079">
                  <a:extLst>
                    <a:ext uri="{9D8B030D-6E8A-4147-A177-3AD203B41FA5}">
                      <a16:colId xmlns:a16="http://schemas.microsoft.com/office/drawing/2014/main" val="1458892914"/>
                    </a:ext>
                  </a:extLst>
                </a:gridCol>
              </a:tblGrid>
              <a:tr h="124184">
                <a:tc>
                  <a:txBody>
                    <a:bodyPr/>
                    <a:lstStyle/>
                    <a:p>
                      <a:pPr algn="ctr">
                        <a:lnSpc>
                          <a:spcPct val="107000"/>
                        </a:lnSpc>
                        <a:spcAft>
                          <a:spcPts val="800"/>
                        </a:spcAft>
                      </a:pPr>
                      <a:r>
                        <a:rPr lang="en-US" sz="1200" dirty="0">
                          <a:effectLst/>
                          <a:latin typeface="+mj-lt"/>
                        </a:rPr>
                        <a:t>Hours (x)</a:t>
                      </a:r>
                      <a:endParaRPr lang="en-US" sz="1200" dirty="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Scores (y)</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X</a:t>
                      </a:r>
                      <a:r>
                        <a:rPr lang="en-US" sz="1200" baseline="30000">
                          <a:effectLst/>
                          <a:latin typeface="+mj-lt"/>
                        </a:rPr>
                        <a:t>2</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dirty="0">
                          <a:effectLst/>
                          <a:latin typeface="+mj-lt"/>
                        </a:rPr>
                        <a:t>y</a:t>
                      </a:r>
                      <a:r>
                        <a:rPr lang="en-US" sz="1200" baseline="30000" dirty="0">
                          <a:effectLst/>
                          <a:latin typeface="+mj-lt"/>
                        </a:rPr>
                        <a:t>2</a:t>
                      </a:r>
                      <a:endParaRPr lang="en-US" sz="1200" dirty="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dirty="0" err="1">
                          <a:effectLst/>
                          <a:latin typeface="+mj-lt"/>
                        </a:rPr>
                        <a:t>x.y</a:t>
                      </a:r>
                      <a:endParaRPr lang="en-US" sz="1200" dirty="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1139889100"/>
                  </a:ext>
                </a:extLst>
              </a:tr>
              <a:tr h="124184">
                <a:tc>
                  <a:txBody>
                    <a:bodyPr/>
                    <a:lstStyle/>
                    <a:p>
                      <a:pPr algn="ctr">
                        <a:lnSpc>
                          <a:spcPct val="107000"/>
                        </a:lnSpc>
                        <a:spcAft>
                          <a:spcPts val="800"/>
                        </a:spcAft>
                      </a:pPr>
                      <a:r>
                        <a:rPr lang="en-US" sz="1200" b="0" dirty="0">
                          <a:effectLst/>
                          <a:latin typeface="+mj-lt"/>
                        </a:rPr>
                        <a:t>2.5</a:t>
                      </a:r>
                      <a:endParaRPr lang="en-US" sz="1200" b="0" dirty="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21</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6.25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441</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52.5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1029885119"/>
                  </a:ext>
                </a:extLst>
              </a:tr>
              <a:tr h="124184">
                <a:tc>
                  <a:txBody>
                    <a:bodyPr/>
                    <a:lstStyle/>
                    <a:p>
                      <a:pPr algn="ctr">
                        <a:lnSpc>
                          <a:spcPct val="107000"/>
                        </a:lnSpc>
                        <a:spcAft>
                          <a:spcPts val="800"/>
                        </a:spcAft>
                      </a:pPr>
                      <a:r>
                        <a:rPr lang="en-US" sz="1200" b="0" dirty="0">
                          <a:effectLst/>
                          <a:latin typeface="+mj-lt"/>
                        </a:rPr>
                        <a:t>3.2</a:t>
                      </a:r>
                      <a:endParaRPr lang="en-US" sz="1200" b="0" dirty="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27</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10.24</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729</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86.4</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3087917223"/>
                  </a:ext>
                </a:extLst>
              </a:tr>
              <a:tr h="124184">
                <a:tc>
                  <a:txBody>
                    <a:bodyPr/>
                    <a:lstStyle/>
                    <a:p>
                      <a:pPr algn="ctr">
                        <a:lnSpc>
                          <a:spcPct val="107000"/>
                        </a:lnSpc>
                        <a:spcAft>
                          <a:spcPts val="800"/>
                        </a:spcAft>
                      </a:pPr>
                      <a:r>
                        <a:rPr lang="en-US" sz="1200" b="0" dirty="0">
                          <a:effectLst/>
                          <a:latin typeface="+mj-lt"/>
                        </a:rPr>
                        <a:t>8.5</a:t>
                      </a:r>
                      <a:endParaRPr lang="en-US" sz="1200" b="0" dirty="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75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72.25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5625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637.5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2916791432"/>
                  </a:ext>
                </a:extLst>
              </a:tr>
              <a:tr h="124184">
                <a:tc>
                  <a:txBody>
                    <a:bodyPr/>
                    <a:lstStyle/>
                    <a:p>
                      <a:pPr algn="ctr">
                        <a:lnSpc>
                          <a:spcPct val="107000"/>
                        </a:lnSpc>
                        <a:spcAft>
                          <a:spcPts val="800"/>
                        </a:spcAft>
                      </a:pPr>
                      <a:r>
                        <a:rPr lang="en-US" sz="1200" b="0">
                          <a:effectLst/>
                          <a:latin typeface="+mj-lt"/>
                        </a:rPr>
                        <a:t>3.5</a:t>
                      </a:r>
                      <a:endParaRPr lang="en-US" sz="1200" b="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30</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12.25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900</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105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3420204483"/>
                  </a:ext>
                </a:extLst>
              </a:tr>
              <a:tr h="124184">
                <a:tc>
                  <a:txBody>
                    <a:bodyPr/>
                    <a:lstStyle/>
                    <a:p>
                      <a:pPr algn="ctr">
                        <a:lnSpc>
                          <a:spcPct val="107000"/>
                        </a:lnSpc>
                        <a:spcAft>
                          <a:spcPts val="800"/>
                        </a:spcAft>
                      </a:pPr>
                      <a:r>
                        <a:rPr lang="en-US" sz="1200" b="0" dirty="0">
                          <a:effectLst/>
                          <a:latin typeface="+mj-lt"/>
                        </a:rPr>
                        <a:t>1.5</a:t>
                      </a:r>
                      <a:endParaRPr lang="en-US" sz="1200" b="0" dirty="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20</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2.25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400</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30</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2337155152"/>
                  </a:ext>
                </a:extLst>
              </a:tr>
              <a:tr h="124184">
                <a:tc>
                  <a:txBody>
                    <a:bodyPr/>
                    <a:lstStyle/>
                    <a:p>
                      <a:pPr algn="ctr">
                        <a:lnSpc>
                          <a:spcPct val="107000"/>
                        </a:lnSpc>
                        <a:spcAft>
                          <a:spcPts val="800"/>
                        </a:spcAft>
                      </a:pPr>
                      <a:r>
                        <a:rPr lang="en-US" sz="1200" b="0">
                          <a:effectLst/>
                          <a:latin typeface="+mj-lt"/>
                        </a:rPr>
                        <a:t>5.5</a:t>
                      </a:r>
                      <a:endParaRPr lang="en-US" sz="1200" b="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60</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dirty="0">
                          <a:effectLst/>
                          <a:latin typeface="+mj-lt"/>
                        </a:rPr>
                        <a:t>30.25</a:t>
                      </a:r>
                      <a:endParaRPr lang="en-US" sz="1200" dirty="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3600</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330</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4124622665"/>
                  </a:ext>
                </a:extLst>
              </a:tr>
              <a:tr h="124184">
                <a:tc>
                  <a:txBody>
                    <a:bodyPr/>
                    <a:lstStyle/>
                    <a:p>
                      <a:pPr algn="ctr">
                        <a:lnSpc>
                          <a:spcPct val="107000"/>
                        </a:lnSpc>
                        <a:spcAft>
                          <a:spcPts val="800"/>
                        </a:spcAft>
                      </a:pPr>
                      <a:r>
                        <a:rPr lang="en-US" sz="1200" b="0">
                          <a:effectLst/>
                          <a:latin typeface="+mj-lt"/>
                        </a:rPr>
                        <a:t>2.7</a:t>
                      </a:r>
                      <a:endParaRPr lang="en-US" sz="1200" b="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25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7.29</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625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67.5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3434303999"/>
                  </a:ext>
                </a:extLst>
              </a:tr>
              <a:tr h="124184">
                <a:tc>
                  <a:txBody>
                    <a:bodyPr/>
                    <a:lstStyle/>
                    <a:p>
                      <a:pPr algn="ctr">
                        <a:lnSpc>
                          <a:spcPct val="107000"/>
                        </a:lnSpc>
                        <a:spcAft>
                          <a:spcPts val="800"/>
                        </a:spcAft>
                      </a:pPr>
                      <a:r>
                        <a:rPr lang="en-US" sz="1200" b="0" dirty="0">
                          <a:effectLst/>
                          <a:latin typeface="+mj-lt"/>
                        </a:rPr>
                        <a:t>7.7</a:t>
                      </a:r>
                      <a:endParaRPr lang="en-US" sz="1200" b="0" dirty="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85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59.29</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7225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654.5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689629947"/>
                  </a:ext>
                </a:extLst>
              </a:tr>
              <a:tr h="124184">
                <a:tc>
                  <a:txBody>
                    <a:bodyPr/>
                    <a:lstStyle/>
                    <a:p>
                      <a:pPr algn="ctr">
                        <a:lnSpc>
                          <a:spcPct val="107000"/>
                        </a:lnSpc>
                        <a:spcAft>
                          <a:spcPts val="800"/>
                        </a:spcAft>
                      </a:pPr>
                      <a:r>
                        <a:rPr lang="en-US" sz="1200" b="0">
                          <a:effectLst/>
                          <a:latin typeface="+mj-lt"/>
                        </a:rPr>
                        <a:t>5.9</a:t>
                      </a:r>
                      <a:endParaRPr lang="en-US" sz="1200" b="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62</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34.81</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3844</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365.8</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1056987919"/>
                  </a:ext>
                </a:extLst>
              </a:tr>
              <a:tr h="124184">
                <a:tc>
                  <a:txBody>
                    <a:bodyPr/>
                    <a:lstStyle/>
                    <a:p>
                      <a:pPr algn="ctr">
                        <a:lnSpc>
                          <a:spcPct val="107000"/>
                        </a:lnSpc>
                        <a:spcAft>
                          <a:spcPts val="800"/>
                        </a:spcAft>
                      </a:pPr>
                      <a:r>
                        <a:rPr lang="en-US" sz="1200" b="0" dirty="0">
                          <a:effectLst/>
                          <a:latin typeface="+mj-lt"/>
                        </a:rPr>
                        <a:t>4.5</a:t>
                      </a:r>
                      <a:endParaRPr lang="en-US" sz="1200" b="0" dirty="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41</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20.25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1681</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184.5</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327025027"/>
                  </a:ext>
                </a:extLst>
              </a:tr>
              <a:tr h="124184">
                <a:tc>
                  <a:txBody>
                    <a:bodyPr/>
                    <a:lstStyle/>
                    <a:p>
                      <a:pPr algn="ctr">
                        <a:lnSpc>
                          <a:spcPct val="107000"/>
                        </a:lnSpc>
                        <a:spcAft>
                          <a:spcPts val="800"/>
                        </a:spcAft>
                      </a:pPr>
                      <a:r>
                        <a:rPr lang="en-US" sz="1200" b="0">
                          <a:effectLst/>
                          <a:latin typeface="+mj-lt"/>
                        </a:rPr>
                        <a:t>3.3</a:t>
                      </a:r>
                      <a:endParaRPr lang="en-US" sz="1200" b="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42</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10.89</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1764</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138.6</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3009416537"/>
                  </a:ext>
                </a:extLst>
              </a:tr>
              <a:tr h="124184">
                <a:tc>
                  <a:txBody>
                    <a:bodyPr/>
                    <a:lstStyle/>
                    <a:p>
                      <a:pPr algn="ctr">
                        <a:lnSpc>
                          <a:spcPct val="107000"/>
                        </a:lnSpc>
                        <a:spcAft>
                          <a:spcPts val="800"/>
                        </a:spcAft>
                      </a:pPr>
                      <a:r>
                        <a:rPr lang="en-US" sz="1200" b="0" dirty="0">
                          <a:effectLst/>
                          <a:latin typeface="+mj-lt"/>
                        </a:rPr>
                        <a:t>1.1</a:t>
                      </a:r>
                      <a:endParaRPr lang="en-US" sz="1200" b="0" dirty="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17</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1.21</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289</a:t>
                      </a:r>
                      <a:endParaRPr lang="en-US" sz="1200">
                        <a:effectLst/>
                        <a:latin typeface="+mj-lt"/>
                        <a:ea typeface="Calibri" panose="020F0502020204030204" pitchFamily="34" charset="0"/>
                        <a:cs typeface="Arial" panose="020B0604020202020204" pitchFamily="34" charset="0"/>
                      </a:endParaRPr>
                    </a:p>
                  </a:txBody>
                  <a:tcPr marL="52724" marR="52724" marT="0" marB="0" anchor="ctr"/>
                </a:tc>
                <a:tc>
                  <a:txBody>
                    <a:bodyPr/>
                    <a:lstStyle/>
                    <a:p>
                      <a:pPr algn="ctr">
                        <a:lnSpc>
                          <a:spcPct val="107000"/>
                        </a:lnSpc>
                        <a:spcAft>
                          <a:spcPts val="800"/>
                        </a:spcAft>
                      </a:pPr>
                      <a:r>
                        <a:rPr lang="en-US" sz="1200">
                          <a:effectLst/>
                          <a:latin typeface="+mj-lt"/>
                        </a:rPr>
                        <a:t>18.7</a:t>
                      </a:r>
                      <a:endParaRPr lang="en-US" sz="1200">
                        <a:effectLst/>
                        <a:latin typeface="+mj-lt"/>
                        <a:ea typeface="Calibri" panose="020F0502020204030204" pitchFamily="34" charset="0"/>
                        <a:cs typeface="Arial" panose="020B0604020202020204" pitchFamily="34" charset="0"/>
                      </a:endParaRPr>
                    </a:p>
                  </a:txBody>
                  <a:tcPr marL="52724" marR="52724" marT="0" marB="0" anchor="ctr"/>
                </a:tc>
                <a:extLst>
                  <a:ext uri="{0D108BD9-81ED-4DB2-BD59-A6C34878D82A}">
                    <a16:rowId xmlns:a16="http://schemas.microsoft.com/office/drawing/2014/main" val="1728438372"/>
                  </a:ext>
                </a:extLst>
              </a:tr>
              <a:tr h="124184">
                <a:tc>
                  <a:txBody>
                    <a:bodyPr/>
                    <a:lstStyle/>
                    <a:p>
                      <a:pPr algn="ctr">
                        <a:lnSpc>
                          <a:spcPct val="107000"/>
                        </a:lnSpc>
                        <a:spcAft>
                          <a:spcPts val="800"/>
                        </a:spcAft>
                      </a:pPr>
                      <a:r>
                        <a:rPr lang="en-US" sz="1200" b="1" dirty="0">
                          <a:solidFill>
                            <a:schemeClr val="bg1"/>
                          </a:solidFill>
                          <a:effectLst/>
                          <a:latin typeface="+mj-lt"/>
                        </a:rPr>
                        <a:t>49.9</a:t>
                      </a:r>
                      <a:endParaRPr lang="en-US" sz="1200" b="1" dirty="0">
                        <a:solidFill>
                          <a:schemeClr val="bg1"/>
                        </a:solidFill>
                        <a:effectLst/>
                        <a:latin typeface="+mj-lt"/>
                        <a:ea typeface="Calibri" panose="020F0502020204030204" pitchFamily="34" charset="0"/>
                        <a:cs typeface="Arial" panose="020B0604020202020204" pitchFamily="34" charset="0"/>
                      </a:endParaRPr>
                    </a:p>
                  </a:txBody>
                  <a:tcPr marL="52724" marR="52724" marT="0" marB="0" anchor="ctr">
                    <a:solidFill>
                      <a:schemeClr val="accent1"/>
                    </a:solidFill>
                  </a:tcPr>
                </a:tc>
                <a:tc>
                  <a:txBody>
                    <a:bodyPr/>
                    <a:lstStyle/>
                    <a:p>
                      <a:pPr algn="ctr">
                        <a:lnSpc>
                          <a:spcPct val="107000"/>
                        </a:lnSpc>
                        <a:spcAft>
                          <a:spcPts val="800"/>
                        </a:spcAft>
                      </a:pPr>
                      <a:r>
                        <a:rPr lang="en-US" sz="1200" b="1" dirty="0">
                          <a:solidFill>
                            <a:schemeClr val="bg1"/>
                          </a:solidFill>
                          <a:effectLst/>
                          <a:latin typeface="+mj-lt"/>
                        </a:rPr>
                        <a:t>505</a:t>
                      </a:r>
                      <a:endParaRPr lang="en-US" sz="1200" b="1" dirty="0">
                        <a:solidFill>
                          <a:schemeClr val="bg1"/>
                        </a:solidFill>
                        <a:effectLst/>
                        <a:latin typeface="+mj-lt"/>
                        <a:ea typeface="Calibri" panose="020F0502020204030204" pitchFamily="34" charset="0"/>
                        <a:cs typeface="Arial" panose="020B0604020202020204" pitchFamily="34" charset="0"/>
                      </a:endParaRPr>
                    </a:p>
                  </a:txBody>
                  <a:tcPr marL="52724" marR="52724" marT="0" marB="0" anchor="ctr">
                    <a:solidFill>
                      <a:schemeClr val="accent1"/>
                    </a:solidFill>
                  </a:tcPr>
                </a:tc>
                <a:tc>
                  <a:txBody>
                    <a:bodyPr/>
                    <a:lstStyle/>
                    <a:p>
                      <a:pPr algn="ctr">
                        <a:lnSpc>
                          <a:spcPct val="107000"/>
                        </a:lnSpc>
                        <a:spcAft>
                          <a:spcPts val="800"/>
                        </a:spcAft>
                      </a:pPr>
                      <a:r>
                        <a:rPr lang="en-US" sz="1200" b="1" dirty="0">
                          <a:solidFill>
                            <a:schemeClr val="bg1"/>
                          </a:solidFill>
                          <a:effectLst/>
                          <a:latin typeface="+mj-lt"/>
                        </a:rPr>
                        <a:t>267.23</a:t>
                      </a:r>
                      <a:endParaRPr lang="en-US" sz="1200" b="1" dirty="0">
                        <a:solidFill>
                          <a:schemeClr val="bg1"/>
                        </a:solidFill>
                        <a:effectLst/>
                        <a:latin typeface="+mj-lt"/>
                        <a:ea typeface="Calibri" panose="020F0502020204030204" pitchFamily="34" charset="0"/>
                        <a:cs typeface="Arial" panose="020B0604020202020204" pitchFamily="34" charset="0"/>
                      </a:endParaRPr>
                    </a:p>
                  </a:txBody>
                  <a:tcPr marL="52724" marR="52724" marT="0" marB="0" anchor="ctr">
                    <a:solidFill>
                      <a:schemeClr val="accent1"/>
                    </a:solidFill>
                  </a:tcPr>
                </a:tc>
                <a:tc>
                  <a:txBody>
                    <a:bodyPr/>
                    <a:lstStyle/>
                    <a:p>
                      <a:pPr algn="ctr">
                        <a:lnSpc>
                          <a:spcPct val="107000"/>
                        </a:lnSpc>
                        <a:spcAft>
                          <a:spcPts val="800"/>
                        </a:spcAft>
                      </a:pPr>
                      <a:r>
                        <a:rPr lang="en-US" sz="1200" b="1" dirty="0">
                          <a:solidFill>
                            <a:schemeClr val="bg1"/>
                          </a:solidFill>
                          <a:effectLst/>
                          <a:latin typeface="+mj-lt"/>
                        </a:rPr>
                        <a:t>27123</a:t>
                      </a:r>
                      <a:endParaRPr lang="en-US" sz="1200" b="1" dirty="0">
                        <a:solidFill>
                          <a:schemeClr val="bg1"/>
                        </a:solidFill>
                        <a:effectLst/>
                        <a:latin typeface="+mj-lt"/>
                        <a:ea typeface="Calibri" panose="020F0502020204030204" pitchFamily="34" charset="0"/>
                        <a:cs typeface="Arial" panose="020B0604020202020204" pitchFamily="34" charset="0"/>
                      </a:endParaRPr>
                    </a:p>
                  </a:txBody>
                  <a:tcPr marL="52724" marR="52724" marT="0" marB="0" anchor="ctr">
                    <a:solidFill>
                      <a:schemeClr val="accent1"/>
                    </a:solidFill>
                  </a:tcPr>
                </a:tc>
                <a:tc>
                  <a:txBody>
                    <a:bodyPr/>
                    <a:lstStyle/>
                    <a:p>
                      <a:pPr algn="ctr">
                        <a:lnSpc>
                          <a:spcPct val="107000"/>
                        </a:lnSpc>
                        <a:spcAft>
                          <a:spcPts val="800"/>
                        </a:spcAft>
                      </a:pPr>
                      <a:r>
                        <a:rPr lang="en-US" sz="1200" b="1" dirty="0">
                          <a:solidFill>
                            <a:schemeClr val="bg1"/>
                          </a:solidFill>
                          <a:effectLst/>
                          <a:latin typeface="+mj-lt"/>
                        </a:rPr>
                        <a:t>2671</a:t>
                      </a:r>
                      <a:endParaRPr lang="en-US" sz="1200" b="1" dirty="0">
                        <a:solidFill>
                          <a:schemeClr val="bg1"/>
                        </a:solidFill>
                        <a:effectLst/>
                        <a:latin typeface="+mj-lt"/>
                        <a:ea typeface="Calibri" panose="020F0502020204030204" pitchFamily="34" charset="0"/>
                        <a:cs typeface="Arial" panose="020B0604020202020204" pitchFamily="34" charset="0"/>
                      </a:endParaRPr>
                    </a:p>
                  </a:txBody>
                  <a:tcPr marL="52724" marR="52724" marT="0" marB="0" anchor="ctr">
                    <a:solidFill>
                      <a:schemeClr val="accent1"/>
                    </a:solidFill>
                  </a:tcPr>
                </a:tc>
                <a:extLst>
                  <a:ext uri="{0D108BD9-81ED-4DB2-BD59-A6C34878D82A}">
                    <a16:rowId xmlns:a16="http://schemas.microsoft.com/office/drawing/2014/main" val="2047786144"/>
                  </a:ext>
                </a:extLst>
              </a:tr>
            </a:tbl>
          </a:graphicData>
        </a:graphic>
      </p:graphicFrame>
    </p:spTree>
    <p:extLst>
      <p:ext uri="{BB962C8B-B14F-4D97-AF65-F5344CB8AC3E}">
        <p14:creationId xmlns:p14="http://schemas.microsoft.com/office/powerpoint/2010/main" val="3404672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id-ID" dirty="0"/>
              <a:t>Penyelesaian</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r>
                  <a:rPr lang="en-US" sz="1400" dirty="0" err="1">
                    <a:latin typeface="+mj-lt"/>
                  </a:rPr>
                  <a:t>Kemudian</a:t>
                </a:r>
                <a:r>
                  <a:rPr lang="en-US" sz="1400" dirty="0">
                    <a:latin typeface="+mj-lt"/>
                  </a:rPr>
                  <a:t> </a:t>
                </a:r>
                <a:r>
                  <a:rPr lang="en-US" sz="1400" dirty="0" err="1">
                    <a:latin typeface="+mj-lt"/>
                  </a:rPr>
                  <a:t>masukkan</a:t>
                </a:r>
                <a:r>
                  <a:rPr lang="en-US" sz="1400" dirty="0">
                    <a:latin typeface="+mj-lt"/>
                  </a:rPr>
                  <a:t> </a:t>
                </a:r>
                <a:r>
                  <a:rPr lang="en-US" sz="1400" dirty="0" err="1">
                    <a:latin typeface="+mj-lt"/>
                  </a:rPr>
                  <a:t>nilai-nilai</a:t>
                </a:r>
                <a:r>
                  <a:rPr lang="en-US" sz="1400" dirty="0">
                    <a:latin typeface="+mj-lt"/>
                  </a:rPr>
                  <a:t> </a:t>
                </a:r>
                <a:r>
                  <a:rPr lang="en-US" sz="1400" dirty="0" err="1">
                    <a:latin typeface="+mj-lt"/>
                  </a:rPr>
                  <a:t>tersebut</a:t>
                </a:r>
                <a:r>
                  <a:rPr lang="en-US" sz="1400" dirty="0">
                    <a:latin typeface="+mj-lt"/>
                  </a:rPr>
                  <a:t> </a:t>
                </a:r>
                <a:r>
                  <a:rPr lang="en-US" sz="1400" dirty="0" err="1">
                    <a:latin typeface="+mj-lt"/>
                  </a:rPr>
                  <a:t>ke</a:t>
                </a:r>
                <a:r>
                  <a:rPr lang="en-US" sz="1400" dirty="0">
                    <a:latin typeface="+mj-lt"/>
                  </a:rPr>
                  <a:t> </a:t>
                </a:r>
                <a:r>
                  <a:rPr lang="en-US" sz="1400" dirty="0" err="1">
                    <a:latin typeface="+mj-lt"/>
                  </a:rPr>
                  <a:t>dalam</a:t>
                </a:r>
                <a:r>
                  <a:rPr lang="en-US" sz="1400" dirty="0">
                    <a:latin typeface="+mj-lt"/>
                  </a:rPr>
                  <a:t> </a:t>
                </a:r>
                <a:r>
                  <a:rPr lang="en-US" sz="1400" dirty="0" err="1">
                    <a:latin typeface="+mj-lt"/>
                  </a:rPr>
                  <a:t>rumus</a:t>
                </a:r>
                <a:r>
                  <a:rPr lang="en-US" sz="1400" dirty="0">
                    <a:latin typeface="+mj-lt"/>
                  </a:rPr>
                  <a:t> yang </a:t>
                </a:r>
                <a:r>
                  <a:rPr lang="en-US" sz="1400" dirty="0" err="1">
                    <a:latin typeface="+mj-lt"/>
                  </a:rPr>
                  <a:t>sudah</a:t>
                </a:r>
                <a:r>
                  <a:rPr lang="en-US" sz="1400" dirty="0">
                    <a:latin typeface="+mj-lt"/>
                  </a:rPr>
                  <a:t> </a:t>
                </a:r>
                <a:r>
                  <a:rPr lang="en-US" sz="1400" dirty="0" err="1">
                    <a:latin typeface="+mj-lt"/>
                  </a:rPr>
                  <a:t>disediakan</a:t>
                </a:r>
                <a:r>
                  <a:rPr lang="en-US" sz="1400" dirty="0">
                    <a:latin typeface="+mj-lt"/>
                  </a:rPr>
                  <a:t> </a:t>
                </a:r>
                <a:r>
                  <a:rPr lang="en-US" sz="1400" dirty="0" err="1">
                    <a:latin typeface="+mj-lt"/>
                  </a:rPr>
                  <a:t>sebagai</a:t>
                </a:r>
                <a:r>
                  <a:rPr lang="en-US" sz="1400" dirty="0">
                    <a:latin typeface="+mj-lt"/>
                  </a:rPr>
                  <a:t> </a:t>
                </a:r>
                <a:r>
                  <a:rPr lang="en-US" sz="1400" dirty="0" err="1">
                    <a:latin typeface="+mj-lt"/>
                  </a:rPr>
                  <a:t>berikut</a:t>
                </a:r>
                <a:r>
                  <a:rPr lang="en-US" sz="1400" dirty="0">
                    <a:latin typeface="+mj-lt"/>
                  </a:rPr>
                  <a:t>:</a:t>
                </a:r>
                <a:endParaRPr lang="id-ID" sz="1400" dirty="0">
                  <a:latin typeface="+mj-lt"/>
                </a:endParaRPr>
              </a:p>
              <a:p>
                <a:endParaRPr lang="id-ID" sz="1400" dirty="0">
                  <a:latin typeface="+mj-lt"/>
                </a:endParaRPr>
              </a:p>
              <a:p>
                <a:endParaRPr lang="id-ID" sz="1400" dirty="0">
                  <a:latin typeface="+mj-lt"/>
                </a:endParaRPr>
              </a:p>
              <a:p>
                <a:endParaRPr lang="id-ID" sz="1400" dirty="0">
                  <a:latin typeface="+mj-lt"/>
                </a:endParaRPr>
              </a:p>
              <a:p>
                <a:endParaRPr lang="id-ID" sz="1400" dirty="0">
                  <a:latin typeface="+mj-lt"/>
                </a:endParaRPr>
              </a:p>
              <a:p>
                <a:endParaRPr lang="id-ID" sz="1400" dirty="0">
                  <a:latin typeface="+mj-lt"/>
                </a:endParaRPr>
              </a:p>
              <a:p>
                <a:r>
                  <a:rPr lang="fi-FI" sz="1400" dirty="0">
                    <a:latin typeface="+mj-lt"/>
                  </a:rPr>
                  <a:t>Sehingga kita mendapatkan persamaan baru yaitu:</a:t>
                </a:r>
                <a:endParaRPr lang="id-ID" sz="1400" dirty="0">
                  <a:latin typeface="+mj-lt"/>
                </a:endParaRPr>
              </a:p>
              <a:p>
                <a:pPr marL="0" indent="0">
                  <a:lnSpc>
                    <a:spcPct val="150000"/>
                  </a:lnSpc>
                  <a:buNone/>
                </a:pPr>
                <a14:m>
                  <m:oMathPara xmlns:m="http://schemas.openxmlformats.org/officeDocument/2006/math">
                    <m:oMathParaPr>
                      <m:jc m:val="centerGroup"/>
                    </m:oMathParaPr>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Ŷ = </m:t>
                      </m:r>
                      <m:sSub>
                        <m:sSubPr>
                          <m:ctrlPr>
                            <a:rPr lang="en-US" sz="1400" i="1">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𝑏</m:t>
                          </m:r>
                        </m:e>
                        <m:sub>
                          <m:r>
                            <a:rPr lang="id-ID" sz="1400" i="1">
                              <a:effectLst/>
                              <a:latin typeface="Cambria Math" panose="02040503050406030204" pitchFamily="18" charset="0"/>
                              <a:ea typeface="Calibri" panose="020F0502020204030204" pitchFamily="34" charset="0"/>
                              <a:cs typeface="Arial" panose="020B0604020202020204" pitchFamily="34" charset="0"/>
                            </a:rPr>
                            <m:t>0</m:t>
                          </m:r>
                        </m:sub>
                      </m:sSub>
                      <m:r>
                        <a:rPr lang="id-ID" sz="1400" i="1">
                          <a:effectLst/>
                          <a:latin typeface="Cambria Math" panose="02040503050406030204" pitchFamily="18" charset="0"/>
                          <a:ea typeface="Calibri" panose="020F0502020204030204" pitchFamily="34" charset="0"/>
                          <a:cs typeface="Arial" panose="020B0604020202020204" pitchFamily="34" charset="0"/>
                        </a:rPr>
                        <m:t> + </m:t>
                      </m:r>
                      <m:sSub>
                        <m:sSubPr>
                          <m:ctrlPr>
                            <a:rPr lang="en-US" sz="1400" i="1">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𝑏</m:t>
                          </m:r>
                        </m:e>
                        <m:sub>
                          <m:r>
                            <a:rPr lang="id-ID" sz="1400" i="1">
                              <a:effectLst/>
                              <a:latin typeface="Cambria Math" panose="02040503050406030204" pitchFamily="18" charset="0"/>
                              <a:ea typeface="Calibri" panose="020F0502020204030204" pitchFamily="34" charset="0"/>
                              <a:cs typeface="Arial" panose="020B0604020202020204" pitchFamily="34" charset="0"/>
                            </a:rPr>
                            <m:t>1</m:t>
                          </m:r>
                        </m:sub>
                      </m:sSub>
                      <m:r>
                        <a:rPr lang="id-ID" sz="1400" i="1">
                          <a:effectLst/>
                          <a:latin typeface="Cambria Math" panose="02040503050406030204" pitchFamily="18" charset="0"/>
                          <a:ea typeface="Calibri" panose="020F0502020204030204" pitchFamily="34" charset="0"/>
                          <a:cs typeface="Arial" panose="020B0604020202020204" pitchFamily="34" charset="0"/>
                        </a:rPr>
                        <m:t>𝑋</m:t>
                      </m:r>
                    </m:oMath>
                  </m:oMathPara>
                </a14:m>
                <a:endParaRPr lang="id-ID" sz="1400" dirty="0">
                  <a:latin typeface="+mj-lt"/>
                </a:endParaRPr>
              </a:p>
              <a:p>
                <a:pPr marL="0" indent="0">
                  <a:lnSpc>
                    <a:spcPct val="150000"/>
                  </a:lnSpc>
                  <a:buNone/>
                </a:pPr>
                <a14:m>
                  <m:oMathPara xmlns:m="http://schemas.openxmlformats.org/officeDocument/2006/math">
                    <m:oMathParaPr>
                      <m:jc m:val="centerGroup"/>
                    </m:oMathParaPr>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Ŷ= 2.327520056+9.560516219</m:t>
                      </m:r>
                      <m:r>
                        <a:rPr lang="id-ID" sz="1400" i="1" smtClean="0">
                          <a:effectLst/>
                          <a:latin typeface="Cambria Math" panose="02040503050406030204" pitchFamily="18" charset="0"/>
                          <a:ea typeface="Calibri" panose="020F0502020204030204" pitchFamily="34" charset="0"/>
                          <a:cs typeface="Arial" panose="020B0604020202020204" pitchFamily="34" charset="0"/>
                        </a:rPr>
                        <m:t>𝑋</m:t>
                      </m:r>
                      <m:r>
                        <a:rPr lang="id-ID" sz="1400" i="1" smtClean="0">
                          <a:effectLst/>
                          <a:latin typeface="Cambria Math" panose="02040503050406030204" pitchFamily="18" charset="0"/>
                          <a:ea typeface="Calibri" panose="020F0502020204030204" pitchFamily="34" charset="0"/>
                          <a:cs typeface="Arial" panose="020B0604020202020204" pitchFamily="34" charset="0"/>
                        </a:rPr>
                        <m:t> </m:t>
                      </m:r>
                    </m:oMath>
                  </m:oMathPara>
                </a14:m>
                <a:endParaRPr lang="id-ID" sz="1400" dirty="0">
                  <a:latin typeface="+mj-lt"/>
                </a:endParaRPr>
              </a:p>
              <a:p>
                <a:pPr marL="0" indent="0">
                  <a:buNone/>
                </a:pPr>
                <a:endParaRPr lang="en-US" sz="14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l="-103" t="-935"/>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graphicFrame>
            <p:nvGraphicFramePr>
              <p:cNvPr id="5" name="Tabel 4">
                <a:extLst>
                  <a:ext uri="{FF2B5EF4-FFF2-40B4-BE49-F238E27FC236}">
                    <a16:creationId xmlns:a16="http://schemas.microsoft.com/office/drawing/2014/main" id="{0087E8ED-F04F-48E1-8518-ECBA3649D691}"/>
                  </a:ext>
                </a:extLst>
              </p:cNvPr>
              <p:cNvGraphicFramePr>
                <a:graphicFrameLocks noGrp="1"/>
              </p:cNvGraphicFramePr>
              <p:nvPr>
                <p:extLst>
                  <p:ext uri="{D42A27DB-BD31-4B8C-83A1-F6EECF244321}">
                    <p14:modId xmlns:p14="http://schemas.microsoft.com/office/powerpoint/2010/main" val="2644564578"/>
                  </p:ext>
                </p:extLst>
              </p:nvPr>
            </p:nvGraphicFramePr>
            <p:xfrm>
              <a:off x="471487" y="1856168"/>
              <a:ext cx="5915024" cy="1416939"/>
            </p:xfrm>
            <a:graphic>
              <a:graphicData uri="http://schemas.openxmlformats.org/drawingml/2006/table">
                <a:tbl>
                  <a:tblPr firstRow="1" firstCol="1" bandRow="1">
                    <a:tableStyleId>{5C22544A-7EE6-4342-B048-85BDC9FD1C3A}</a:tableStyleId>
                  </a:tblPr>
                  <a:tblGrid>
                    <a:gridCol w="2957512">
                      <a:extLst>
                        <a:ext uri="{9D8B030D-6E8A-4147-A177-3AD203B41FA5}">
                          <a16:colId xmlns:a16="http://schemas.microsoft.com/office/drawing/2014/main" val="2833948884"/>
                        </a:ext>
                      </a:extLst>
                    </a:gridCol>
                    <a:gridCol w="2957512">
                      <a:extLst>
                        <a:ext uri="{9D8B030D-6E8A-4147-A177-3AD203B41FA5}">
                          <a16:colId xmlns:a16="http://schemas.microsoft.com/office/drawing/2014/main" val="774444599"/>
                        </a:ext>
                      </a:extLst>
                    </a:gridCol>
                  </a:tblGrid>
                  <a:tr h="1066799">
                    <a:tc>
                      <a:txBody>
                        <a:bodyPr/>
                        <a:lstStyle/>
                        <a:p>
                          <a:pPr>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US" sz="1100" i="1" smtClean="0">
                                        <a:solidFill>
                                          <a:schemeClr val="tx1"/>
                                        </a:solidFill>
                                        <a:effectLst/>
                                        <a:latin typeface="Cambria Math" panose="02040503050406030204" pitchFamily="18" charset="0"/>
                                      </a:rPr>
                                    </m:ctrlPr>
                                  </m:sSubPr>
                                  <m:e>
                                    <m:r>
                                      <a:rPr lang="id-ID" sz="1100">
                                        <a:solidFill>
                                          <a:schemeClr val="tx1"/>
                                        </a:solidFill>
                                        <a:effectLst/>
                                        <a:latin typeface="Cambria Math" panose="02040503050406030204" pitchFamily="18" charset="0"/>
                                      </a:rPr>
                                      <m:t>𝑏</m:t>
                                    </m:r>
                                  </m:e>
                                  <m:sub>
                                    <m:r>
                                      <a:rPr lang="id-ID" sz="1100">
                                        <a:solidFill>
                                          <a:schemeClr val="tx1"/>
                                        </a:solidFill>
                                        <a:effectLst/>
                                        <a:latin typeface="Cambria Math" panose="02040503050406030204" pitchFamily="18" charset="0"/>
                                      </a:rPr>
                                      <m:t>0</m:t>
                                    </m:r>
                                  </m:sub>
                                </m:sSub>
                                <m:r>
                                  <a:rPr lang="id-ID" sz="1100">
                                    <a:solidFill>
                                      <a:schemeClr val="tx1"/>
                                    </a:solidFill>
                                    <a:effectLst/>
                                    <a:latin typeface="Cambria Math" panose="02040503050406030204" pitchFamily="18" charset="0"/>
                                  </a:rPr>
                                  <m:t> =   </m:t>
                                </m:r>
                                <m:f>
                                  <m:fPr>
                                    <m:ctrlPr>
                                      <a:rPr lang="en-US" sz="1100" i="1">
                                        <a:solidFill>
                                          <a:schemeClr val="tx1"/>
                                        </a:solidFill>
                                        <a:effectLst/>
                                        <a:latin typeface="Cambria Math" panose="02040503050406030204" pitchFamily="18" charset="0"/>
                                      </a:rPr>
                                    </m:ctrlPr>
                                  </m:fPr>
                                  <m:num>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𝛴</m:t>
                                        </m:r>
                                        <m:r>
                                          <a:rPr lang="id-ID" sz="1100">
                                            <a:solidFill>
                                              <a:schemeClr val="tx1"/>
                                            </a:solidFill>
                                            <a:effectLst/>
                                            <a:latin typeface="Cambria Math" panose="02040503050406030204" pitchFamily="18" charset="0"/>
                                          </a:rPr>
                                          <m:t>𝑦</m:t>
                                        </m:r>
                                      </m:e>
                                    </m:d>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𝛴</m:t>
                                        </m:r>
                                        <m:sSup>
                                          <m:sSupPr>
                                            <m:ctrlPr>
                                              <a:rPr lang="en-US" sz="1100" i="1">
                                                <a:solidFill>
                                                  <a:schemeClr val="tx1"/>
                                                </a:solidFill>
                                                <a:effectLst/>
                                                <a:latin typeface="Cambria Math" panose="02040503050406030204" pitchFamily="18" charset="0"/>
                                              </a:rPr>
                                            </m:ctrlPr>
                                          </m:sSupPr>
                                          <m:e>
                                            <m:r>
                                              <a:rPr lang="id-ID" sz="1100">
                                                <a:solidFill>
                                                  <a:schemeClr val="tx1"/>
                                                </a:solidFill>
                                                <a:effectLst/>
                                                <a:latin typeface="Cambria Math" panose="02040503050406030204" pitchFamily="18" charset="0"/>
                                              </a:rPr>
                                              <m:t>𝑥</m:t>
                                            </m:r>
                                          </m:e>
                                          <m:sup>
                                            <m:r>
                                              <a:rPr lang="id-ID" sz="1100">
                                                <a:solidFill>
                                                  <a:schemeClr val="tx1"/>
                                                </a:solidFill>
                                                <a:effectLst/>
                                                <a:latin typeface="Cambria Math" panose="02040503050406030204" pitchFamily="18" charset="0"/>
                                              </a:rPr>
                                              <m:t>2</m:t>
                                            </m:r>
                                          </m:sup>
                                        </m:sSup>
                                      </m:e>
                                    </m:d>
                                    <m:r>
                                      <a:rPr lang="id-ID" sz="1100">
                                        <a:solidFill>
                                          <a:schemeClr val="tx1"/>
                                        </a:solidFill>
                                        <a:effectLst/>
                                        <a:latin typeface="Cambria Math" panose="02040503050406030204" pitchFamily="18" charset="0"/>
                                      </a:rPr>
                                      <m:t>– </m:t>
                                    </m:r>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𝛴</m:t>
                                        </m:r>
                                        <m:r>
                                          <a:rPr lang="id-ID" sz="1100">
                                            <a:solidFill>
                                              <a:schemeClr val="tx1"/>
                                            </a:solidFill>
                                            <a:effectLst/>
                                            <a:latin typeface="Cambria Math" panose="02040503050406030204" pitchFamily="18" charset="0"/>
                                          </a:rPr>
                                          <m:t>𝑥</m:t>
                                        </m:r>
                                      </m:e>
                                    </m:d>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𝛴</m:t>
                                        </m:r>
                                        <m:r>
                                          <a:rPr lang="id-ID" sz="1100">
                                            <a:solidFill>
                                              <a:schemeClr val="tx1"/>
                                            </a:solidFill>
                                            <a:effectLst/>
                                            <a:latin typeface="Cambria Math" panose="02040503050406030204" pitchFamily="18" charset="0"/>
                                          </a:rPr>
                                          <m:t>𝑥𝑦</m:t>
                                        </m:r>
                                      </m:e>
                                    </m:d>
                                  </m:num>
                                  <m:den>
                                    <m:r>
                                      <a:rPr lang="id-ID" sz="1100">
                                        <a:solidFill>
                                          <a:schemeClr val="tx1"/>
                                        </a:solidFill>
                                        <a:effectLst/>
                                        <a:latin typeface="Cambria Math" panose="02040503050406030204" pitchFamily="18" charset="0"/>
                                      </a:rPr>
                                      <m:t>𝑛</m:t>
                                    </m:r>
                                    <m:d>
                                      <m:dPr>
                                        <m:ctrlPr>
                                          <a:rPr lang="en-US" sz="1100" i="1">
                                            <a:solidFill>
                                              <a:schemeClr val="tx1"/>
                                            </a:solidFill>
                                            <a:effectLst/>
                                            <a:latin typeface="Cambria Math" panose="02040503050406030204" pitchFamily="18" charset="0"/>
                                          </a:rPr>
                                        </m:ctrlPr>
                                      </m:dPr>
                                      <m:e>
                                        <m:sSup>
                                          <m:sSupPr>
                                            <m:ctrlPr>
                                              <a:rPr lang="en-US" sz="1100" i="1">
                                                <a:solidFill>
                                                  <a:schemeClr val="tx1"/>
                                                </a:solidFill>
                                                <a:effectLst/>
                                                <a:latin typeface="Cambria Math" panose="02040503050406030204" pitchFamily="18" charset="0"/>
                                              </a:rPr>
                                            </m:ctrlPr>
                                          </m:sSupPr>
                                          <m:e>
                                            <m:r>
                                              <a:rPr lang="id-ID" sz="1100">
                                                <a:solidFill>
                                                  <a:schemeClr val="tx1"/>
                                                </a:solidFill>
                                                <a:effectLst/>
                                                <a:latin typeface="Cambria Math" panose="02040503050406030204" pitchFamily="18" charset="0"/>
                                              </a:rPr>
                                              <m:t>𝛴</m:t>
                                            </m:r>
                                            <m:r>
                                              <a:rPr lang="id-ID" sz="1100">
                                                <a:solidFill>
                                                  <a:schemeClr val="tx1"/>
                                                </a:solidFill>
                                                <a:effectLst/>
                                                <a:latin typeface="Cambria Math" panose="02040503050406030204" pitchFamily="18" charset="0"/>
                                              </a:rPr>
                                              <m:t>𝑥</m:t>
                                            </m:r>
                                          </m:e>
                                          <m:sup>
                                            <m:r>
                                              <a:rPr lang="id-ID" sz="1100">
                                                <a:solidFill>
                                                  <a:schemeClr val="tx1"/>
                                                </a:solidFill>
                                                <a:effectLst/>
                                                <a:latin typeface="Cambria Math" panose="02040503050406030204" pitchFamily="18" charset="0"/>
                                              </a:rPr>
                                              <m:t>2</m:t>
                                            </m:r>
                                          </m:sup>
                                        </m:sSup>
                                      </m:e>
                                    </m:d>
                                    <m:r>
                                      <a:rPr lang="id-ID" sz="1100">
                                        <a:solidFill>
                                          <a:schemeClr val="tx1"/>
                                        </a:solidFill>
                                        <a:effectLst/>
                                        <a:latin typeface="Cambria Math" panose="02040503050406030204" pitchFamily="18" charset="0"/>
                                      </a:rPr>
                                      <m:t>−</m:t>
                                    </m:r>
                                    <m:sSup>
                                      <m:sSupPr>
                                        <m:ctrlPr>
                                          <a:rPr lang="en-US" sz="1100" i="1">
                                            <a:solidFill>
                                              <a:schemeClr val="tx1"/>
                                            </a:solidFill>
                                            <a:effectLst/>
                                            <a:latin typeface="Cambria Math" panose="02040503050406030204" pitchFamily="18" charset="0"/>
                                          </a:rPr>
                                        </m:ctrlPr>
                                      </m:sSupPr>
                                      <m:e>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𝛴</m:t>
                                            </m:r>
                                            <m:r>
                                              <a:rPr lang="id-ID" sz="1100">
                                                <a:solidFill>
                                                  <a:schemeClr val="tx1"/>
                                                </a:solidFill>
                                                <a:effectLst/>
                                                <a:latin typeface="Cambria Math" panose="02040503050406030204" pitchFamily="18" charset="0"/>
                                              </a:rPr>
                                              <m:t>𝑥</m:t>
                                            </m:r>
                                          </m:e>
                                        </m:d>
                                      </m:e>
                                      <m:sup>
                                        <m:r>
                                          <a:rPr lang="id-ID" sz="1100">
                                            <a:solidFill>
                                              <a:schemeClr val="tx1"/>
                                            </a:solidFill>
                                            <a:effectLst/>
                                            <a:latin typeface="Cambria Math" panose="02040503050406030204" pitchFamily="18" charset="0"/>
                                          </a:rPr>
                                          <m:t>2</m:t>
                                        </m:r>
                                      </m:sup>
                                    </m:sSup>
                                  </m:den>
                                </m:f>
                              </m:oMath>
                              <m:oMath xmlns:m="http://schemas.openxmlformats.org/officeDocument/2006/math">
                                <m:r>
                                  <m:rPr>
                                    <m:aln/>
                                  </m:rPr>
                                  <a:rPr lang="id-ID" sz="1100">
                                    <a:solidFill>
                                      <a:schemeClr val="tx1"/>
                                    </a:solidFill>
                                    <a:effectLst/>
                                    <a:latin typeface="Cambria Math" panose="02040503050406030204" pitchFamily="18" charset="0"/>
                                  </a:rPr>
                                  <m:t>=</m:t>
                                </m:r>
                                <m:r>
                                  <a:rPr lang="id-ID" sz="1100">
                                    <a:solidFill>
                                      <a:schemeClr val="tx1"/>
                                    </a:solidFill>
                                    <a:effectLst/>
                                    <a:latin typeface="Cambria Math" panose="02040503050406030204" pitchFamily="18" charset="0"/>
                                  </a:rPr>
                                  <m:t> </m:t>
                                </m:r>
                                <m:f>
                                  <m:fPr>
                                    <m:ctrlPr>
                                      <a:rPr lang="en-US" sz="1100" i="1">
                                        <a:solidFill>
                                          <a:schemeClr val="tx1"/>
                                        </a:solidFill>
                                        <a:effectLst/>
                                        <a:latin typeface="Cambria Math" panose="02040503050406030204" pitchFamily="18" charset="0"/>
                                      </a:rPr>
                                    </m:ctrlPr>
                                  </m:fPr>
                                  <m:num>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505</m:t>
                                        </m:r>
                                      </m:e>
                                    </m:d>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267.23</m:t>
                                        </m:r>
                                      </m:e>
                                    </m:d>
                                    <m:r>
                                      <a:rPr lang="id-ID" sz="1100">
                                        <a:solidFill>
                                          <a:schemeClr val="tx1"/>
                                        </a:solidFill>
                                        <a:effectLst/>
                                        <a:latin typeface="Cambria Math" panose="02040503050406030204" pitchFamily="18" charset="0"/>
                                      </a:rPr>
                                      <m:t>−</m:t>
                                    </m:r>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49.9</m:t>
                                        </m:r>
                                      </m:e>
                                    </m:d>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2671</m:t>
                                        </m:r>
                                      </m:e>
                                    </m:d>
                                  </m:num>
                                  <m:den>
                                    <m:r>
                                      <a:rPr lang="id-ID" sz="1100">
                                        <a:solidFill>
                                          <a:schemeClr val="tx1"/>
                                        </a:solidFill>
                                        <a:effectLst/>
                                        <a:latin typeface="Cambria Math" panose="02040503050406030204" pitchFamily="18" charset="0"/>
                                      </a:rPr>
                                      <m:t>12</m:t>
                                    </m:r>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267.23</m:t>
                                        </m:r>
                                      </m:e>
                                    </m:d>
                                    <m:r>
                                      <a:rPr lang="id-ID" sz="1100">
                                        <a:solidFill>
                                          <a:schemeClr val="tx1"/>
                                        </a:solidFill>
                                        <a:effectLst/>
                                        <a:latin typeface="Cambria Math" panose="02040503050406030204" pitchFamily="18" charset="0"/>
                                      </a:rPr>
                                      <m:t>−</m:t>
                                    </m:r>
                                    <m:sSup>
                                      <m:sSupPr>
                                        <m:ctrlPr>
                                          <a:rPr lang="en-US" sz="1100" i="1">
                                            <a:solidFill>
                                              <a:schemeClr val="tx1"/>
                                            </a:solidFill>
                                            <a:effectLst/>
                                            <a:latin typeface="Cambria Math" panose="02040503050406030204" pitchFamily="18" charset="0"/>
                                          </a:rPr>
                                        </m:ctrlPr>
                                      </m:sSupPr>
                                      <m:e>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49.9</m:t>
                                            </m:r>
                                          </m:e>
                                        </m:d>
                                      </m:e>
                                      <m:sup>
                                        <m:r>
                                          <a:rPr lang="id-ID" sz="1100">
                                            <a:solidFill>
                                              <a:schemeClr val="tx1"/>
                                            </a:solidFill>
                                            <a:effectLst/>
                                            <a:latin typeface="Cambria Math" panose="02040503050406030204" pitchFamily="18" charset="0"/>
                                          </a:rPr>
                                          <m:t>2</m:t>
                                        </m:r>
                                      </m:sup>
                                    </m:sSup>
                                  </m:den>
                                </m:f>
                              </m:oMath>
                              <m:oMath xmlns:m="http://schemas.openxmlformats.org/officeDocument/2006/math">
                                <m:r>
                                  <m:rPr>
                                    <m:aln/>
                                  </m:rPr>
                                  <a:rPr lang="id-ID" sz="1100">
                                    <a:solidFill>
                                      <a:schemeClr val="tx1"/>
                                    </a:solidFill>
                                    <a:effectLst/>
                                    <a:latin typeface="Cambria Math" panose="02040503050406030204" pitchFamily="18" charset="0"/>
                                  </a:rPr>
                                  <m:t>=</m:t>
                                </m:r>
                                <m:r>
                                  <a:rPr lang="id-ID" sz="1100">
                                    <a:solidFill>
                                      <a:schemeClr val="tx1"/>
                                    </a:solidFill>
                                    <a:effectLst/>
                                    <a:latin typeface="Cambria Math" panose="02040503050406030204" pitchFamily="18" charset="0"/>
                                  </a:rPr>
                                  <m:t>2.327520056</m:t>
                                </m:r>
                              </m:oMath>
                            </m:oMathPara>
                          </a14:m>
                          <a:endParaRPr lang="id-ID" sz="1100" dirty="0">
                            <a:solidFill>
                              <a:schemeClr val="tx1"/>
                            </a:solidFill>
                            <a:effectLst/>
                          </a:endParaRPr>
                        </a:p>
                      </a:txBody>
                      <a:tcPr marL="68323" marR="68323" marT="0" marB="0">
                        <a:solidFill>
                          <a:schemeClr val="bg1"/>
                        </a:solidFill>
                      </a:tcPr>
                    </a:tc>
                    <a:tc>
                      <a:txBody>
                        <a:bodyPr/>
                        <a:lstStyle/>
                        <a:p>
                          <a:pPr>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en-US" sz="1100" i="1" smtClean="0">
                                        <a:solidFill>
                                          <a:schemeClr val="tx1"/>
                                        </a:solidFill>
                                        <a:effectLst/>
                                        <a:latin typeface="Cambria Math" panose="02040503050406030204" pitchFamily="18" charset="0"/>
                                      </a:rPr>
                                    </m:ctrlPr>
                                  </m:sSubPr>
                                  <m:e>
                                    <m:r>
                                      <a:rPr lang="id-ID" sz="1100">
                                        <a:solidFill>
                                          <a:schemeClr val="tx1"/>
                                        </a:solidFill>
                                        <a:effectLst/>
                                        <a:latin typeface="Cambria Math" panose="02040503050406030204" pitchFamily="18" charset="0"/>
                                      </a:rPr>
                                      <m:t>𝑏</m:t>
                                    </m:r>
                                  </m:e>
                                  <m:sub>
                                    <m:r>
                                      <a:rPr lang="id-ID" sz="1100">
                                        <a:solidFill>
                                          <a:schemeClr val="tx1"/>
                                        </a:solidFill>
                                        <a:effectLst/>
                                        <a:latin typeface="Cambria Math" panose="02040503050406030204" pitchFamily="18" charset="0"/>
                                      </a:rPr>
                                      <m:t>1</m:t>
                                    </m:r>
                                  </m:sub>
                                </m:sSub>
                                <m:r>
                                  <a:rPr lang="id-ID" sz="1100">
                                    <a:solidFill>
                                      <a:schemeClr val="tx1"/>
                                    </a:solidFill>
                                    <a:effectLst/>
                                    <a:latin typeface="Cambria Math" panose="02040503050406030204" pitchFamily="18" charset="0"/>
                                  </a:rPr>
                                  <m:t> =   </m:t>
                                </m:r>
                                <m:f>
                                  <m:fPr>
                                    <m:ctrlPr>
                                      <a:rPr lang="en-US" sz="1100" i="1">
                                        <a:solidFill>
                                          <a:schemeClr val="tx1"/>
                                        </a:solidFill>
                                        <a:effectLst/>
                                        <a:latin typeface="Cambria Math" panose="02040503050406030204" pitchFamily="18" charset="0"/>
                                      </a:rPr>
                                    </m:ctrlPr>
                                  </m:fPr>
                                  <m:num>
                                    <m:r>
                                      <a:rPr lang="id-ID" sz="1100">
                                        <a:solidFill>
                                          <a:schemeClr val="tx1"/>
                                        </a:solidFill>
                                        <a:effectLst/>
                                        <a:latin typeface="Cambria Math" panose="02040503050406030204" pitchFamily="18" charset="0"/>
                                      </a:rPr>
                                      <m:t>𝑛</m:t>
                                    </m:r>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𝛴</m:t>
                                        </m:r>
                                        <m:r>
                                          <a:rPr lang="id-ID" sz="1100">
                                            <a:solidFill>
                                              <a:schemeClr val="tx1"/>
                                            </a:solidFill>
                                            <a:effectLst/>
                                            <a:latin typeface="Cambria Math" panose="02040503050406030204" pitchFamily="18" charset="0"/>
                                          </a:rPr>
                                          <m:t>𝑥𝑦</m:t>
                                        </m:r>
                                      </m:e>
                                    </m:d>
                                    <m:r>
                                      <a:rPr lang="id-ID" sz="1100">
                                        <a:solidFill>
                                          <a:schemeClr val="tx1"/>
                                        </a:solidFill>
                                        <a:effectLst/>
                                        <a:latin typeface="Cambria Math" panose="02040503050406030204" pitchFamily="18" charset="0"/>
                                      </a:rPr>
                                      <m:t> – </m:t>
                                    </m:r>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𝛴</m:t>
                                        </m:r>
                                        <m:r>
                                          <a:rPr lang="id-ID" sz="1100">
                                            <a:solidFill>
                                              <a:schemeClr val="tx1"/>
                                            </a:solidFill>
                                            <a:effectLst/>
                                            <a:latin typeface="Cambria Math" panose="02040503050406030204" pitchFamily="18" charset="0"/>
                                          </a:rPr>
                                          <m:t>𝑥</m:t>
                                        </m:r>
                                      </m:e>
                                    </m:d>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𝛴</m:t>
                                        </m:r>
                                        <m:r>
                                          <a:rPr lang="id-ID" sz="1100">
                                            <a:solidFill>
                                              <a:schemeClr val="tx1"/>
                                            </a:solidFill>
                                            <a:effectLst/>
                                            <a:latin typeface="Cambria Math" panose="02040503050406030204" pitchFamily="18" charset="0"/>
                                          </a:rPr>
                                          <m:t>𝑦</m:t>
                                        </m:r>
                                      </m:e>
                                    </m:d>
                                  </m:num>
                                  <m:den>
                                    <m:r>
                                      <a:rPr lang="id-ID" sz="1100">
                                        <a:solidFill>
                                          <a:schemeClr val="tx1"/>
                                        </a:solidFill>
                                        <a:effectLst/>
                                        <a:latin typeface="Cambria Math" panose="02040503050406030204" pitchFamily="18" charset="0"/>
                                      </a:rPr>
                                      <m:t>𝑛</m:t>
                                    </m:r>
                                    <m:d>
                                      <m:dPr>
                                        <m:ctrlPr>
                                          <a:rPr lang="en-US" sz="1100" i="1">
                                            <a:solidFill>
                                              <a:schemeClr val="tx1"/>
                                            </a:solidFill>
                                            <a:effectLst/>
                                            <a:latin typeface="Cambria Math" panose="02040503050406030204" pitchFamily="18" charset="0"/>
                                          </a:rPr>
                                        </m:ctrlPr>
                                      </m:dPr>
                                      <m:e>
                                        <m:sSup>
                                          <m:sSupPr>
                                            <m:ctrlPr>
                                              <a:rPr lang="en-US" sz="1100" i="1">
                                                <a:solidFill>
                                                  <a:schemeClr val="tx1"/>
                                                </a:solidFill>
                                                <a:effectLst/>
                                                <a:latin typeface="Cambria Math" panose="02040503050406030204" pitchFamily="18" charset="0"/>
                                              </a:rPr>
                                            </m:ctrlPr>
                                          </m:sSupPr>
                                          <m:e>
                                            <m:r>
                                              <a:rPr lang="id-ID" sz="1100">
                                                <a:solidFill>
                                                  <a:schemeClr val="tx1"/>
                                                </a:solidFill>
                                                <a:effectLst/>
                                                <a:latin typeface="Cambria Math" panose="02040503050406030204" pitchFamily="18" charset="0"/>
                                              </a:rPr>
                                              <m:t>𝛴</m:t>
                                            </m:r>
                                            <m:r>
                                              <a:rPr lang="id-ID" sz="1100">
                                                <a:solidFill>
                                                  <a:schemeClr val="tx1"/>
                                                </a:solidFill>
                                                <a:effectLst/>
                                                <a:latin typeface="Cambria Math" panose="02040503050406030204" pitchFamily="18" charset="0"/>
                                              </a:rPr>
                                              <m:t>𝑥</m:t>
                                            </m:r>
                                          </m:e>
                                          <m:sup>
                                            <m:r>
                                              <a:rPr lang="id-ID" sz="1100">
                                                <a:solidFill>
                                                  <a:schemeClr val="tx1"/>
                                                </a:solidFill>
                                                <a:effectLst/>
                                                <a:latin typeface="Cambria Math" panose="02040503050406030204" pitchFamily="18" charset="0"/>
                                              </a:rPr>
                                              <m:t>2</m:t>
                                            </m:r>
                                          </m:sup>
                                        </m:sSup>
                                      </m:e>
                                    </m:d>
                                    <m:r>
                                      <a:rPr lang="id-ID" sz="1100">
                                        <a:solidFill>
                                          <a:schemeClr val="tx1"/>
                                        </a:solidFill>
                                        <a:effectLst/>
                                        <a:latin typeface="Cambria Math" panose="02040503050406030204" pitchFamily="18" charset="0"/>
                                      </a:rPr>
                                      <m:t>−</m:t>
                                    </m:r>
                                    <m:sSup>
                                      <m:sSupPr>
                                        <m:ctrlPr>
                                          <a:rPr lang="en-US" sz="1100" i="1">
                                            <a:solidFill>
                                              <a:schemeClr val="tx1"/>
                                            </a:solidFill>
                                            <a:effectLst/>
                                            <a:latin typeface="Cambria Math" panose="02040503050406030204" pitchFamily="18" charset="0"/>
                                          </a:rPr>
                                        </m:ctrlPr>
                                      </m:sSupPr>
                                      <m:e>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𝛴</m:t>
                                            </m:r>
                                            <m:r>
                                              <a:rPr lang="id-ID" sz="1100">
                                                <a:solidFill>
                                                  <a:schemeClr val="tx1"/>
                                                </a:solidFill>
                                                <a:effectLst/>
                                                <a:latin typeface="Cambria Math" panose="02040503050406030204" pitchFamily="18" charset="0"/>
                                              </a:rPr>
                                              <m:t>𝑥</m:t>
                                            </m:r>
                                          </m:e>
                                        </m:d>
                                      </m:e>
                                      <m:sup>
                                        <m:r>
                                          <a:rPr lang="id-ID" sz="1100">
                                            <a:solidFill>
                                              <a:schemeClr val="tx1"/>
                                            </a:solidFill>
                                            <a:effectLst/>
                                            <a:latin typeface="Cambria Math" panose="02040503050406030204" pitchFamily="18" charset="0"/>
                                          </a:rPr>
                                          <m:t>2</m:t>
                                        </m:r>
                                      </m:sup>
                                    </m:sSup>
                                  </m:den>
                                </m:f>
                              </m:oMath>
                              <m:oMath xmlns:m="http://schemas.openxmlformats.org/officeDocument/2006/math">
                                <m:r>
                                  <m:rPr>
                                    <m:aln/>
                                  </m:rPr>
                                  <a:rPr lang="id-ID" sz="1100">
                                    <a:solidFill>
                                      <a:schemeClr val="tx1"/>
                                    </a:solidFill>
                                    <a:effectLst/>
                                    <a:latin typeface="Cambria Math" panose="02040503050406030204" pitchFamily="18" charset="0"/>
                                  </a:rPr>
                                  <m:t>=</m:t>
                                </m:r>
                                <m:f>
                                  <m:fPr>
                                    <m:ctrlPr>
                                      <a:rPr lang="en-US" sz="1100" i="1">
                                        <a:solidFill>
                                          <a:schemeClr val="tx1"/>
                                        </a:solidFill>
                                        <a:effectLst/>
                                        <a:latin typeface="Cambria Math" panose="02040503050406030204" pitchFamily="18" charset="0"/>
                                      </a:rPr>
                                    </m:ctrlPr>
                                  </m:fPr>
                                  <m:num>
                                    <m:r>
                                      <a:rPr lang="id-ID" sz="1100">
                                        <a:solidFill>
                                          <a:schemeClr val="tx1"/>
                                        </a:solidFill>
                                        <a:effectLst/>
                                        <a:latin typeface="Cambria Math" panose="02040503050406030204" pitchFamily="18" charset="0"/>
                                      </a:rPr>
                                      <m:t>12</m:t>
                                    </m:r>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4392.6</m:t>
                                        </m:r>
                                      </m:e>
                                    </m:d>
                                    <m:r>
                                      <a:rPr lang="id-ID" sz="1100">
                                        <a:solidFill>
                                          <a:schemeClr val="tx1"/>
                                        </a:solidFill>
                                        <a:effectLst/>
                                        <a:latin typeface="Cambria Math" panose="02040503050406030204" pitchFamily="18" charset="0"/>
                                      </a:rPr>
                                      <m:t>−</m:t>
                                    </m:r>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72.5</m:t>
                                        </m:r>
                                      </m:e>
                                    </m:d>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721</m:t>
                                        </m:r>
                                      </m:e>
                                    </m:d>
                                  </m:num>
                                  <m:den>
                                    <m:r>
                                      <a:rPr lang="id-ID" sz="1100">
                                        <a:solidFill>
                                          <a:schemeClr val="tx1"/>
                                        </a:solidFill>
                                        <a:effectLst/>
                                        <a:latin typeface="Cambria Math" panose="02040503050406030204" pitchFamily="18" charset="0"/>
                                      </a:rPr>
                                      <m:t>15</m:t>
                                    </m:r>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446.77</m:t>
                                        </m:r>
                                      </m:e>
                                    </m:d>
                                    <m:r>
                                      <a:rPr lang="id-ID" sz="1100">
                                        <a:solidFill>
                                          <a:schemeClr val="tx1"/>
                                        </a:solidFill>
                                        <a:effectLst/>
                                        <a:latin typeface="Cambria Math" panose="02040503050406030204" pitchFamily="18" charset="0"/>
                                      </a:rPr>
                                      <m:t>−</m:t>
                                    </m:r>
                                    <m:sSup>
                                      <m:sSupPr>
                                        <m:ctrlPr>
                                          <a:rPr lang="en-US" sz="1100" i="1">
                                            <a:solidFill>
                                              <a:schemeClr val="tx1"/>
                                            </a:solidFill>
                                            <a:effectLst/>
                                            <a:latin typeface="Cambria Math" panose="02040503050406030204" pitchFamily="18" charset="0"/>
                                          </a:rPr>
                                        </m:ctrlPr>
                                      </m:sSupPr>
                                      <m:e>
                                        <m:d>
                                          <m:dPr>
                                            <m:ctrlPr>
                                              <a:rPr lang="en-US" sz="1100" i="1">
                                                <a:solidFill>
                                                  <a:schemeClr val="tx1"/>
                                                </a:solidFill>
                                                <a:effectLst/>
                                                <a:latin typeface="Cambria Math" panose="02040503050406030204" pitchFamily="18" charset="0"/>
                                              </a:rPr>
                                            </m:ctrlPr>
                                          </m:dPr>
                                          <m:e>
                                            <m:r>
                                              <a:rPr lang="id-ID" sz="1100">
                                                <a:solidFill>
                                                  <a:schemeClr val="tx1"/>
                                                </a:solidFill>
                                                <a:effectLst/>
                                                <a:latin typeface="Cambria Math" panose="02040503050406030204" pitchFamily="18" charset="0"/>
                                              </a:rPr>
                                              <m:t>49.9</m:t>
                                            </m:r>
                                          </m:e>
                                        </m:d>
                                      </m:e>
                                      <m:sup>
                                        <m:r>
                                          <a:rPr lang="id-ID" sz="1100">
                                            <a:solidFill>
                                              <a:schemeClr val="tx1"/>
                                            </a:solidFill>
                                            <a:effectLst/>
                                            <a:latin typeface="Cambria Math" panose="02040503050406030204" pitchFamily="18" charset="0"/>
                                          </a:rPr>
                                          <m:t>2</m:t>
                                        </m:r>
                                      </m:sup>
                                    </m:sSup>
                                  </m:den>
                                </m:f>
                              </m:oMath>
                              <m:oMath xmlns:m="http://schemas.openxmlformats.org/officeDocument/2006/math">
                                <m:r>
                                  <m:rPr>
                                    <m:aln/>
                                  </m:rPr>
                                  <a:rPr lang="id-ID" sz="1100">
                                    <a:solidFill>
                                      <a:schemeClr val="tx1"/>
                                    </a:solidFill>
                                    <a:effectLst/>
                                    <a:latin typeface="Cambria Math" panose="02040503050406030204" pitchFamily="18" charset="0"/>
                                  </a:rPr>
                                  <m:t>=</m:t>
                                </m:r>
                                <m:r>
                                  <a:rPr lang="id-ID" sz="1100">
                                    <a:solidFill>
                                      <a:schemeClr val="tx1"/>
                                    </a:solidFill>
                                    <a:effectLst/>
                                    <a:latin typeface="Cambria Math" panose="02040503050406030204" pitchFamily="18" charset="0"/>
                                  </a:rPr>
                                  <m:t> 9.560516219</m:t>
                                </m:r>
                              </m:oMath>
                            </m:oMathPara>
                          </a14:m>
                          <a:endParaRPr lang="en-US" sz="1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323" marR="68323" marT="0" marB="0">
                        <a:solidFill>
                          <a:schemeClr val="bg1"/>
                        </a:solidFill>
                      </a:tcPr>
                    </a:tc>
                    <a:extLst>
                      <a:ext uri="{0D108BD9-81ED-4DB2-BD59-A6C34878D82A}">
                        <a16:rowId xmlns:a16="http://schemas.microsoft.com/office/drawing/2014/main" val="3201062531"/>
                      </a:ext>
                    </a:extLst>
                  </a:tr>
                </a:tbl>
              </a:graphicData>
            </a:graphic>
          </p:graphicFrame>
        </mc:Choice>
        <mc:Fallback xmlns="">
          <p:graphicFrame>
            <p:nvGraphicFramePr>
              <p:cNvPr id="5" name="Tabel 4">
                <a:extLst>
                  <a:ext uri="{FF2B5EF4-FFF2-40B4-BE49-F238E27FC236}">
                    <a16:creationId xmlns:a16="http://schemas.microsoft.com/office/drawing/2014/main" id="{0087E8ED-F04F-48E1-8518-ECBA3649D691}"/>
                  </a:ext>
                </a:extLst>
              </p:cNvPr>
              <p:cNvGraphicFramePr>
                <a:graphicFrameLocks noGrp="1"/>
              </p:cNvGraphicFramePr>
              <p:nvPr>
                <p:extLst>
                  <p:ext uri="{D42A27DB-BD31-4B8C-83A1-F6EECF244321}">
                    <p14:modId xmlns:p14="http://schemas.microsoft.com/office/powerpoint/2010/main" val="2644564578"/>
                  </p:ext>
                </p:extLst>
              </p:nvPr>
            </p:nvGraphicFramePr>
            <p:xfrm>
              <a:off x="471487" y="1856168"/>
              <a:ext cx="5915024" cy="1431163"/>
            </p:xfrm>
            <a:graphic>
              <a:graphicData uri="http://schemas.openxmlformats.org/drawingml/2006/table">
                <a:tbl>
                  <a:tblPr firstRow="1" firstCol="1" bandRow="1">
                    <a:tableStyleId>{5C22544A-7EE6-4342-B048-85BDC9FD1C3A}</a:tableStyleId>
                  </a:tblPr>
                  <a:tblGrid>
                    <a:gridCol w="2957512">
                      <a:extLst>
                        <a:ext uri="{9D8B030D-6E8A-4147-A177-3AD203B41FA5}">
                          <a16:colId xmlns:a16="http://schemas.microsoft.com/office/drawing/2014/main" val="2833948884"/>
                        </a:ext>
                      </a:extLst>
                    </a:gridCol>
                    <a:gridCol w="2957512">
                      <a:extLst>
                        <a:ext uri="{9D8B030D-6E8A-4147-A177-3AD203B41FA5}">
                          <a16:colId xmlns:a16="http://schemas.microsoft.com/office/drawing/2014/main" val="774444599"/>
                        </a:ext>
                      </a:extLst>
                    </a:gridCol>
                  </a:tblGrid>
                  <a:tr h="1431163">
                    <a:tc>
                      <a:txBody>
                        <a:bodyPr/>
                        <a:lstStyle/>
                        <a:p>
                          <a:endParaRPr lang="en-US"/>
                        </a:p>
                      </a:txBody>
                      <a:tcPr marL="68323" marR="68323" marT="0" marB="0">
                        <a:blipFill>
                          <a:blip r:embed="rId4"/>
                          <a:stretch>
                            <a:fillRect l="-206" t="-424" r="-100617" b="-1695"/>
                          </a:stretch>
                        </a:blipFill>
                      </a:tcPr>
                    </a:tc>
                    <a:tc>
                      <a:txBody>
                        <a:bodyPr/>
                        <a:lstStyle/>
                        <a:p>
                          <a:endParaRPr lang="en-US"/>
                        </a:p>
                      </a:txBody>
                      <a:tcPr marL="68323" marR="68323" marT="0" marB="0">
                        <a:blipFill>
                          <a:blip r:embed="rId4"/>
                          <a:stretch>
                            <a:fillRect l="-100412" t="-424" r="-825" b="-1695"/>
                          </a:stretch>
                        </a:blipFill>
                      </a:tcPr>
                    </a:tc>
                    <a:extLst>
                      <a:ext uri="{0D108BD9-81ED-4DB2-BD59-A6C34878D82A}">
                        <a16:rowId xmlns:a16="http://schemas.microsoft.com/office/drawing/2014/main" val="3201062531"/>
                      </a:ext>
                    </a:extLst>
                  </a:tr>
                </a:tbl>
              </a:graphicData>
            </a:graphic>
          </p:graphicFrame>
        </mc:Fallback>
      </mc:AlternateContent>
    </p:spTree>
    <p:extLst>
      <p:ext uri="{BB962C8B-B14F-4D97-AF65-F5344CB8AC3E}">
        <p14:creationId xmlns:p14="http://schemas.microsoft.com/office/powerpoint/2010/main" val="2551262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id-ID" dirty="0"/>
              <a:t>Penyelesaian</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Ŷ = </m:t>
                      </m:r>
                      <m:sSub>
                        <m:sSubPr>
                          <m:ctrlPr>
                            <a:rPr lang="en-US" sz="1400" i="1">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𝑏</m:t>
                          </m:r>
                        </m:e>
                        <m:sub>
                          <m:r>
                            <a:rPr lang="id-ID" sz="1400" i="1">
                              <a:effectLst/>
                              <a:latin typeface="Cambria Math" panose="02040503050406030204" pitchFamily="18" charset="0"/>
                              <a:ea typeface="Calibri" panose="020F0502020204030204" pitchFamily="34" charset="0"/>
                              <a:cs typeface="Arial" panose="020B0604020202020204" pitchFamily="34" charset="0"/>
                            </a:rPr>
                            <m:t>0</m:t>
                          </m:r>
                        </m:sub>
                      </m:sSub>
                      <m:r>
                        <a:rPr lang="id-ID" sz="1400" i="1">
                          <a:effectLst/>
                          <a:latin typeface="Cambria Math" panose="02040503050406030204" pitchFamily="18" charset="0"/>
                          <a:ea typeface="Calibri" panose="020F0502020204030204" pitchFamily="34" charset="0"/>
                          <a:cs typeface="Arial" panose="020B0604020202020204" pitchFamily="34" charset="0"/>
                        </a:rPr>
                        <m:t> + </m:t>
                      </m:r>
                      <m:sSub>
                        <m:sSubPr>
                          <m:ctrlPr>
                            <a:rPr lang="en-US" sz="1400" i="1">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𝑏</m:t>
                          </m:r>
                        </m:e>
                        <m:sub>
                          <m:r>
                            <a:rPr lang="id-ID" sz="1400" i="1">
                              <a:effectLst/>
                              <a:latin typeface="Cambria Math" panose="02040503050406030204" pitchFamily="18" charset="0"/>
                              <a:ea typeface="Calibri" panose="020F0502020204030204" pitchFamily="34" charset="0"/>
                              <a:cs typeface="Arial" panose="020B0604020202020204" pitchFamily="34" charset="0"/>
                            </a:rPr>
                            <m:t>1</m:t>
                          </m:r>
                        </m:sub>
                      </m:sSub>
                      <m:r>
                        <a:rPr lang="id-ID" sz="1400" i="1">
                          <a:effectLst/>
                          <a:latin typeface="Cambria Math" panose="02040503050406030204" pitchFamily="18" charset="0"/>
                          <a:ea typeface="Calibri" panose="020F0502020204030204" pitchFamily="34" charset="0"/>
                          <a:cs typeface="Arial" panose="020B0604020202020204" pitchFamily="34" charset="0"/>
                        </a:rPr>
                        <m:t>𝑋</m:t>
                      </m:r>
                    </m:oMath>
                  </m:oMathPara>
                </a14:m>
                <a:endParaRPr lang="id-ID" sz="1400" dirty="0">
                  <a:latin typeface="+mj-lt"/>
                </a:endParaRPr>
              </a:p>
              <a:p>
                <a:pPr marL="0" indent="0">
                  <a:lnSpc>
                    <a:spcPct val="150000"/>
                  </a:lnSpc>
                  <a:buNone/>
                </a:pPr>
                <a14:m>
                  <m:oMathPara xmlns:m="http://schemas.openxmlformats.org/officeDocument/2006/math">
                    <m:oMathParaPr>
                      <m:jc m:val="centerGroup"/>
                    </m:oMathParaPr>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Ŷ= 2.327520056+9.560516219</m:t>
                      </m:r>
                      <m:r>
                        <a:rPr lang="id-ID" sz="1400" i="1" smtClean="0">
                          <a:effectLst/>
                          <a:latin typeface="Cambria Math" panose="02040503050406030204" pitchFamily="18" charset="0"/>
                          <a:ea typeface="Calibri" panose="020F0502020204030204" pitchFamily="34" charset="0"/>
                          <a:cs typeface="Arial" panose="020B0604020202020204" pitchFamily="34" charset="0"/>
                        </a:rPr>
                        <m:t>𝑋</m:t>
                      </m:r>
                      <m:r>
                        <a:rPr lang="id-ID" sz="1400" i="1" smtClean="0">
                          <a:effectLst/>
                          <a:latin typeface="Cambria Math" panose="02040503050406030204" pitchFamily="18" charset="0"/>
                          <a:ea typeface="Calibri" panose="020F0502020204030204" pitchFamily="34" charset="0"/>
                          <a:cs typeface="Arial" panose="020B0604020202020204" pitchFamily="34" charset="0"/>
                        </a:rPr>
                        <m:t> </m:t>
                      </m:r>
                    </m:oMath>
                  </m:oMathPara>
                </a14:m>
                <a:endParaRPr lang="id-ID" sz="1400" dirty="0">
                  <a:latin typeface="+mj-lt"/>
                </a:endParaRPr>
              </a:p>
              <a:p>
                <a:r>
                  <a:rPr lang="id-ID" sz="1400" dirty="0">
                    <a:latin typeface="+mj-lt"/>
                  </a:rPr>
                  <a:t>N</a:t>
                </a:r>
                <a:r>
                  <a:rPr lang="en-US" sz="1400" dirty="0" err="1">
                    <a:latin typeface="+mj-lt"/>
                  </a:rPr>
                  <a:t>ilai</a:t>
                </a:r>
                <a:r>
                  <a:rPr lang="en-US" sz="1400" dirty="0">
                    <a:latin typeface="+mj-lt"/>
                  </a:rPr>
                  <a:t> a </a:t>
                </a:r>
                <a:r>
                  <a:rPr lang="en-US" sz="1400" dirty="0" err="1">
                    <a:latin typeface="+mj-lt"/>
                  </a:rPr>
                  <a:t>merupakan</a:t>
                </a:r>
                <a:r>
                  <a:rPr lang="en-US" sz="1400" dirty="0">
                    <a:latin typeface="+mj-lt"/>
                  </a:rPr>
                  <a:t> intercept, </a:t>
                </a:r>
                <a:r>
                  <a:rPr lang="en-US" sz="1400" dirty="0" err="1">
                    <a:latin typeface="+mj-lt"/>
                  </a:rPr>
                  <a:t>yaitu</a:t>
                </a:r>
                <a:r>
                  <a:rPr lang="en-US" sz="1400" dirty="0">
                    <a:latin typeface="+mj-lt"/>
                  </a:rPr>
                  <a:t> </a:t>
                </a:r>
                <a:r>
                  <a:rPr lang="en-US" sz="1400" dirty="0" err="1">
                    <a:latin typeface="+mj-lt"/>
                  </a:rPr>
                  <a:t>koefisien</a:t>
                </a:r>
                <a:r>
                  <a:rPr lang="en-US" sz="1400" dirty="0">
                    <a:latin typeface="+mj-lt"/>
                  </a:rPr>
                  <a:t> yang </a:t>
                </a:r>
                <a:r>
                  <a:rPr lang="en-US" sz="1400" dirty="0" err="1">
                    <a:latin typeface="+mj-lt"/>
                  </a:rPr>
                  <a:t>dimiliki</a:t>
                </a:r>
                <a:r>
                  <a:rPr lang="en-US" sz="1400" dirty="0">
                    <a:latin typeface="+mj-lt"/>
                  </a:rPr>
                  <a:t> model </a:t>
                </a:r>
                <a:r>
                  <a:rPr lang="en-US" sz="1400" dirty="0" err="1">
                    <a:latin typeface="+mj-lt"/>
                  </a:rPr>
                  <a:t>regresi</a:t>
                </a:r>
                <a:r>
                  <a:rPr lang="en-US" sz="1400" dirty="0">
                    <a:latin typeface="+mj-lt"/>
                  </a:rPr>
                  <a:t> </a:t>
                </a:r>
                <a:r>
                  <a:rPr lang="en-US" sz="1400" dirty="0" err="1">
                    <a:latin typeface="+mj-lt"/>
                  </a:rPr>
                  <a:t>kita</a:t>
                </a:r>
                <a:r>
                  <a:rPr lang="en-US" sz="1400" dirty="0">
                    <a:latin typeface="+mj-lt"/>
                  </a:rPr>
                  <a:t>. </a:t>
                </a:r>
                <a:r>
                  <a:rPr lang="en-US" sz="1400" dirty="0" err="1">
                    <a:latin typeface="+mj-lt"/>
                  </a:rPr>
                  <a:t>Artinya</a:t>
                </a:r>
                <a:r>
                  <a:rPr lang="en-US" sz="1400" dirty="0">
                    <a:latin typeface="+mj-lt"/>
                  </a:rPr>
                  <a:t> </a:t>
                </a:r>
                <a:r>
                  <a:rPr lang="en-US" sz="1400" dirty="0" err="1">
                    <a:latin typeface="+mj-lt"/>
                  </a:rPr>
                  <a:t>untuk</a:t>
                </a:r>
                <a:r>
                  <a:rPr lang="en-US" sz="1400" dirty="0">
                    <a:latin typeface="+mj-lt"/>
                  </a:rPr>
                  <a:t> </a:t>
                </a:r>
                <a:r>
                  <a:rPr lang="en-US" sz="1400" dirty="0" err="1">
                    <a:latin typeface="+mj-lt"/>
                  </a:rPr>
                  <a:t>setiap</a:t>
                </a:r>
                <a:r>
                  <a:rPr lang="en-US" sz="1400" dirty="0">
                    <a:latin typeface="+mj-lt"/>
                  </a:rPr>
                  <a:t> X </a:t>
                </a:r>
                <a:r>
                  <a:rPr lang="en-US" sz="1400" dirty="0" err="1">
                    <a:latin typeface="+mj-lt"/>
                  </a:rPr>
                  <a:t>nol</a:t>
                </a:r>
                <a:r>
                  <a:rPr lang="en-US" sz="1400" dirty="0">
                    <a:latin typeface="+mj-lt"/>
                  </a:rPr>
                  <a:t>  (</a:t>
                </a:r>
                <a:r>
                  <a:rPr lang="en-US" sz="1400" dirty="0" err="1">
                    <a:latin typeface="+mj-lt"/>
                  </a:rPr>
                  <a:t>siswa</a:t>
                </a:r>
                <a:r>
                  <a:rPr lang="en-US" sz="1400" dirty="0">
                    <a:latin typeface="+mj-lt"/>
                  </a:rPr>
                  <a:t> yang </a:t>
                </a:r>
                <a:r>
                  <a:rPr lang="en-US" sz="1400" dirty="0" err="1">
                    <a:latin typeface="+mj-lt"/>
                  </a:rPr>
                  <a:t>tak</a:t>
                </a:r>
                <a:r>
                  <a:rPr lang="en-US" sz="1400" dirty="0">
                    <a:latin typeface="+mj-lt"/>
                  </a:rPr>
                  <a:t> </a:t>
                </a:r>
                <a:r>
                  <a:rPr lang="en-US" sz="1400" dirty="0" err="1">
                    <a:latin typeface="+mj-lt"/>
                  </a:rPr>
                  <a:t>belajar</a:t>
                </a:r>
                <a:r>
                  <a:rPr lang="en-US" sz="1400" dirty="0">
                    <a:latin typeface="+mj-lt"/>
                  </a:rPr>
                  <a:t> </a:t>
                </a:r>
                <a:r>
                  <a:rPr lang="en-US" sz="1400" dirty="0" err="1">
                    <a:latin typeface="+mj-lt"/>
                  </a:rPr>
                  <a:t>sama</a:t>
                </a:r>
                <a:r>
                  <a:rPr lang="en-US" sz="1400" dirty="0">
                    <a:latin typeface="+mj-lt"/>
                  </a:rPr>
                  <a:t> </a:t>
                </a:r>
                <a:r>
                  <a:rPr lang="en-US" sz="1400" dirty="0" err="1">
                    <a:latin typeface="+mj-lt"/>
                  </a:rPr>
                  <a:t>sekali</a:t>
                </a:r>
                <a:r>
                  <a:rPr lang="en-US" sz="1400" dirty="0">
                    <a:latin typeface="+mj-lt"/>
                  </a:rPr>
                  <a:t>) </a:t>
                </a:r>
                <a:r>
                  <a:rPr lang="en-US" sz="1400" dirty="0" err="1">
                    <a:latin typeface="+mj-lt"/>
                  </a:rPr>
                  <a:t>ia</a:t>
                </a:r>
                <a:r>
                  <a:rPr lang="en-US" sz="1400" dirty="0">
                    <a:latin typeface="+mj-lt"/>
                  </a:rPr>
                  <a:t> </a:t>
                </a:r>
                <a:r>
                  <a:rPr lang="en-US" sz="1400" dirty="0" err="1">
                    <a:latin typeface="+mj-lt"/>
                  </a:rPr>
                  <a:t>akan</a:t>
                </a:r>
                <a:r>
                  <a:rPr lang="en-US" sz="1400" dirty="0">
                    <a:latin typeface="+mj-lt"/>
                  </a:rPr>
                  <a:t> </a:t>
                </a:r>
                <a:r>
                  <a:rPr lang="en-US" sz="1400" dirty="0" err="1">
                    <a:latin typeface="+mj-lt"/>
                  </a:rPr>
                  <a:t>mendapatkan</a:t>
                </a:r>
                <a:r>
                  <a:rPr lang="en-US" sz="1400" dirty="0">
                    <a:latin typeface="+mj-lt"/>
                  </a:rPr>
                  <a:t> </a:t>
                </a:r>
                <a:r>
                  <a:rPr lang="en-US" sz="1400" dirty="0" err="1">
                    <a:latin typeface="+mj-lt"/>
                  </a:rPr>
                  <a:t>nilai</a:t>
                </a:r>
                <a:r>
                  <a:rPr lang="en-US" sz="1400" dirty="0">
                    <a:latin typeface="+mj-lt"/>
                  </a:rPr>
                  <a:t>  </a:t>
                </a:r>
                <a:r>
                  <a:rPr lang="en-US" sz="1400" dirty="0" err="1">
                    <a:latin typeface="+mj-lt"/>
                  </a:rPr>
                  <a:t>sebesar</a:t>
                </a:r>
                <a:r>
                  <a:rPr lang="en-US" sz="1400" dirty="0">
                    <a:latin typeface="+mj-lt"/>
                  </a:rPr>
                  <a:t> 2.327520056. </a:t>
                </a:r>
                <a:endParaRPr lang="id-ID" sz="1400" dirty="0">
                  <a:latin typeface="+mj-lt"/>
                </a:endParaRPr>
              </a:p>
              <a:p>
                <a:r>
                  <a:rPr lang="en-US" sz="1400" dirty="0" err="1">
                    <a:latin typeface="+mj-lt"/>
                  </a:rPr>
                  <a:t>Sedangkan</a:t>
                </a:r>
                <a:r>
                  <a:rPr lang="en-US" sz="1400" dirty="0">
                    <a:latin typeface="+mj-lt"/>
                  </a:rPr>
                  <a:t> b </a:t>
                </a:r>
                <a:r>
                  <a:rPr lang="en-US" sz="1400" dirty="0" err="1">
                    <a:latin typeface="+mj-lt"/>
                  </a:rPr>
                  <a:t>merupakan</a:t>
                </a:r>
                <a:r>
                  <a:rPr lang="en-US" sz="1400" dirty="0">
                    <a:latin typeface="+mj-lt"/>
                  </a:rPr>
                  <a:t> slope, </a:t>
                </a:r>
                <a:r>
                  <a:rPr lang="en-US" sz="1400" dirty="0" err="1">
                    <a:latin typeface="+mj-lt"/>
                  </a:rPr>
                  <a:t>yaitu</a:t>
                </a:r>
                <a:r>
                  <a:rPr lang="en-US" sz="1400" dirty="0">
                    <a:latin typeface="+mj-lt"/>
                  </a:rPr>
                  <a:t> </a:t>
                </a:r>
                <a:r>
                  <a:rPr lang="en-US" sz="1400" dirty="0" err="1">
                    <a:latin typeface="+mj-lt"/>
                  </a:rPr>
                  <a:t>kemiringan</a:t>
                </a:r>
                <a:r>
                  <a:rPr lang="en-US" sz="1400" dirty="0">
                    <a:latin typeface="+mj-lt"/>
                  </a:rPr>
                  <a:t> </a:t>
                </a:r>
                <a:r>
                  <a:rPr lang="en-US" sz="1400" dirty="0" err="1">
                    <a:latin typeface="+mj-lt"/>
                  </a:rPr>
                  <a:t>gradien</a:t>
                </a:r>
                <a:r>
                  <a:rPr lang="en-US" sz="1400" dirty="0">
                    <a:latin typeface="+mj-lt"/>
                  </a:rPr>
                  <a:t> model </a:t>
                </a:r>
                <a:r>
                  <a:rPr lang="en-US" sz="1400" dirty="0" err="1">
                    <a:latin typeface="+mj-lt"/>
                  </a:rPr>
                  <a:t>regresi</a:t>
                </a:r>
                <a:r>
                  <a:rPr lang="en-US" sz="1400" dirty="0">
                    <a:latin typeface="+mj-lt"/>
                  </a:rPr>
                  <a:t> </a:t>
                </a:r>
                <a:r>
                  <a:rPr lang="en-US" sz="1400" dirty="0" err="1">
                    <a:latin typeface="+mj-lt"/>
                  </a:rPr>
                  <a:t>kita</a:t>
                </a:r>
                <a:r>
                  <a:rPr lang="en-US" sz="1400" dirty="0">
                    <a:latin typeface="+mj-lt"/>
                  </a:rPr>
                  <a:t>. </a:t>
                </a:r>
                <a:r>
                  <a:rPr lang="en-US" sz="1400" dirty="0" err="1">
                    <a:latin typeface="+mj-lt"/>
                  </a:rPr>
                  <a:t>Artinya</a:t>
                </a:r>
                <a:r>
                  <a:rPr lang="en-US" sz="1400" dirty="0">
                    <a:latin typeface="+mj-lt"/>
                  </a:rPr>
                  <a:t> </a:t>
                </a:r>
                <a:r>
                  <a:rPr lang="en-US" sz="1400" dirty="0" err="1">
                    <a:latin typeface="+mj-lt"/>
                  </a:rPr>
                  <a:t>adalah</a:t>
                </a:r>
                <a:r>
                  <a:rPr lang="en-US" sz="1400" dirty="0">
                    <a:latin typeface="+mj-lt"/>
                  </a:rPr>
                  <a:t> </a:t>
                </a:r>
                <a:r>
                  <a:rPr lang="en-US" sz="1400" dirty="0" err="1">
                    <a:latin typeface="+mj-lt"/>
                  </a:rPr>
                  <a:t>setiap</a:t>
                </a:r>
                <a:r>
                  <a:rPr lang="en-US" sz="1400" dirty="0">
                    <a:latin typeface="+mj-lt"/>
                  </a:rPr>
                  <a:t> </a:t>
                </a:r>
                <a:r>
                  <a:rPr lang="en-US" sz="1400" dirty="0" err="1">
                    <a:latin typeface="+mj-lt"/>
                  </a:rPr>
                  <a:t>siswa</a:t>
                </a:r>
                <a:r>
                  <a:rPr lang="en-US" sz="1400" dirty="0">
                    <a:latin typeface="+mj-lt"/>
                  </a:rPr>
                  <a:t> </a:t>
                </a:r>
                <a:r>
                  <a:rPr lang="en-US" sz="1400" dirty="0" err="1">
                    <a:latin typeface="+mj-lt"/>
                  </a:rPr>
                  <a:t>menambahkan</a:t>
                </a:r>
                <a:r>
                  <a:rPr lang="en-US" sz="1400" dirty="0">
                    <a:latin typeface="+mj-lt"/>
                  </a:rPr>
                  <a:t> </a:t>
                </a:r>
                <a:r>
                  <a:rPr lang="en-US" sz="1400" dirty="0" err="1">
                    <a:latin typeface="+mj-lt"/>
                  </a:rPr>
                  <a:t>waktu</a:t>
                </a:r>
                <a:r>
                  <a:rPr lang="en-US" sz="1400" dirty="0">
                    <a:latin typeface="+mj-lt"/>
                  </a:rPr>
                  <a:t> </a:t>
                </a:r>
                <a:r>
                  <a:rPr lang="en-US" sz="1400" dirty="0" err="1">
                    <a:latin typeface="+mj-lt"/>
                  </a:rPr>
                  <a:t>belajar</a:t>
                </a:r>
                <a:r>
                  <a:rPr lang="en-US" sz="1400" dirty="0">
                    <a:latin typeface="+mj-lt"/>
                  </a:rPr>
                  <a:t> </a:t>
                </a:r>
                <a:r>
                  <a:rPr lang="en-US" sz="1400" dirty="0" err="1">
                    <a:latin typeface="+mj-lt"/>
                  </a:rPr>
                  <a:t>sebanyak</a:t>
                </a:r>
                <a:r>
                  <a:rPr lang="en-US" sz="1400" dirty="0">
                    <a:latin typeface="+mj-lt"/>
                  </a:rPr>
                  <a:t> 1 jam, </a:t>
                </a:r>
                <a:r>
                  <a:rPr lang="en-US" sz="1400" dirty="0" err="1">
                    <a:latin typeface="+mj-lt"/>
                  </a:rPr>
                  <a:t>maka</a:t>
                </a:r>
                <a:r>
                  <a:rPr lang="en-US" sz="1400" dirty="0">
                    <a:latin typeface="+mj-lt"/>
                  </a:rPr>
                  <a:t> </a:t>
                </a:r>
                <a:r>
                  <a:rPr lang="en-US" sz="1400" dirty="0" err="1">
                    <a:latin typeface="+mj-lt"/>
                  </a:rPr>
                  <a:t>nilainya</a:t>
                </a:r>
                <a:r>
                  <a:rPr lang="en-US" sz="1400" dirty="0">
                    <a:latin typeface="+mj-lt"/>
                  </a:rPr>
                  <a:t> </a:t>
                </a:r>
                <a:r>
                  <a:rPr lang="en-US" sz="1400" dirty="0" err="1">
                    <a:latin typeface="+mj-lt"/>
                  </a:rPr>
                  <a:t>akan</a:t>
                </a:r>
                <a:r>
                  <a:rPr lang="en-US" sz="1400" dirty="0">
                    <a:latin typeface="+mj-lt"/>
                  </a:rPr>
                  <a:t> </a:t>
                </a:r>
                <a:r>
                  <a:rPr lang="en-US" sz="1400" dirty="0" err="1">
                    <a:latin typeface="+mj-lt"/>
                  </a:rPr>
                  <a:t>bertambah</a:t>
                </a:r>
                <a:r>
                  <a:rPr lang="en-US" sz="1400" dirty="0">
                    <a:latin typeface="+mj-lt"/>
                  </a:rPr>
                  <a:t> </a:t>
                </a:r>
                <a:r>
                  <a:rPr lang="en-US" sz="1400" dirty="0" err="1">
                    <a:latin typeface="+mj-lt"/>
                  </a:rPr>
                  <a:t>sebanyak</a:t>
                </a:r>
                <a:r>
                  <a:rPr lang="en-US" sz="1400" dirty="0">
                    <a:latin typeface="+mj-lt"/>
                  </a:rPr>
                  <a:t> 9.560516219.</a:t>
                </a: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l="-103"/>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000740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id-ID" dirty="0"/>
              <a:t>Penyelesaian</a:t>
            </a:r>
            <a:endParaRPr lang="en-US" dirty="0"/>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pPr>
            <a:r>
              <a:rPr lang="en-US" sz="1600" dirty="0">
                <a:latin typeface="+mj-lt"/>
              </a:rPr>
              <a:t>Setelah </a:t>
            </a:r>
            <a:r>
              <a:rPr lang="en-US" sz="1600" dirty="0" err="1">
                <a:latin typeface="+mj-lt"/>
              </a:rPr>
              <a:t>kita</a:t>
            </a:r>
            <a:r>
              <a:rPr lang="en-US" sz="1600" dirty="0">
                <a:latin typeface="+mj-lt"/>
              </a:rPr>
              <a:t> </a:t>
            </a:r>
            <a:r>
              <a:rPr lang="en-US" sz="1600" dirty="0" err="1">
                <a:latin typeface="+mj-lt"/>
              </a:rPr>
              <a:t>pahami</a:t>
            </a:r>
            <a:r>
              <a:rPr lang="en-US" sz="1600" dirty="0">
                <a:latin typeface="+mj-lt"/>
              </a:rPr>
              <a:t> </a:t>
            </a:r>
            <a:r>
              <a:rPr lang="en-US" sz="1600" dirty="0" err="1">
                <a:latin typeface="+mj-lt"/>
              </a:rPr>
              <a:t>maksudnya</a:t>
            </a:r>
            <a:r>
              <a:rPr lang="en-US" sz="1600" dirty="0">
                <a:latin typeface="+mj-lt"/>
              </a:rPr>
              <a:t>, </a:t>
            </a:r>
            <a:r>
              <a:rPr lang="en-US" sz="1600" dirty="0" err="1">
                <a:latin typeface="+mj-lt"/>
              </a:rPr>
              <a:t>sekarang</a:t>
            </a:r>
            <a:r>
              <a:rPr lang="en-US" sz="1600" dirty="0">
                <a:latin typeface="+mj-lt"/>
              </a:rPr>
              <a:t> </a:t>
            </a:r>
            <a:r>
              <a:rPr lang="en-US" sz="1600" dirty="0" err="1">
                <a:latin typeface="+mj-lt"/>
              </a:rPr>
              <a:t>saatnya</a:t>
            </a:r>
            <a:r>
              <a:rPr lang="en-US" sz="1600" dirty="0">
                <a:latin typeface="+mj-lt"/>
              </a:rPr>
              <a:t> </a:t>
            </a:r>
            <a:r>
              <a:rPr lang="en-US" sz="1600" dirty="0" err="1">
                <a:latin typeface="+mj-lt"/>
              </a:rPr>
              <a:t>untuk</a:t>
            </a:r>
            <a:r>
              <a:rPr lang="en-US" sz="1600" dirty="0">
                <a:latin typeface="+mj-lt"/>
              </a:rPr>
              <a:t> </a:t>
            </a:r>
            <a:r>
              <a:rPr lang="en-US" sz="1600" dirty="0" err="1">
                <a:latin typeface="+mj-lt"/>
              </a:rPr>
              <a:t>menggunakan</a:t>
            </a:r>
            <a:r>
              <a:rPr lang="en-US" sz="1600" dirty="0">
                <a:latin typeface="+mj-lt"/>
              </a:rPr>
              <a:t> </a:t>
            </a:r>
            <a:r>
              <a:rPr lang="en-US" sz="1600" dirty="0" err="1">
                <a:latin typeface="+mj-lt"/>
              </a:rPr>
              <a:t>hasil</a:t>
            </a:r>
            <a:r>
              <a:rPr lang="en-US" sz="1600" dirty="0">
                <a:latin typeface="+mj-lt"/>
              </a:rPr>
              <a:t> </a:t>
            </a:r>
            <a:r>
              <a:rPr lang="en-US" sz="1600" dirty="0" err="1">
                <a:latin typeface="+mj-lt"/>
              </a:rPr>
              <a:t>persamaan</a:t>
            </a:r>
            <a:r>
              <a:rPr lang="en-US" sz="1600" dirty="0">
                <a:latin typeface="+mj-lt"/>
              </a:rPr>
              <a:t> </a:t>
            </a:r>
            <a:r>
              <a:rPr lang="en-US" sz="1600" dirty="0" err="1">
                <a:latin typeface="+mj-lt"/>
              </a:rPr>
              <a:t>tersebut</a:t>
            </a:r>
            <a:r>
              <a:rPr lang="en-US" sz="1600" dirty="0">
                <a:latin typeface="+mj-lt"/>
              </a:rPr>
              <a:t> pada data uji yang </a:t>
            </a:r>
            <a:r>
              <a:rPr lang="en-US" sz="1600" dirty="0" err="1">
                <a:latin typeface="+mj-lt"/>
              </a:rPr>
              <a:t>tersisa</a:t>
            </a:r>
            <a:r>
              <a:rPr lang="en-US" sz="1600" dirty="0">
                <a:latin typeface="+mj-lt"/>
              </a:rPr>
              <a:t> </a:t>
            </a:r>
            <a:r>
              <a:rPr lang="en-US" sz="1600" dirty="0" err="1">
                <a:latin typeface="+mj-lt"/>
              </a:rPr>
              <a:t>yaitu</a:t>
            </a:r>
            <a:r>
              <a:rPr lang="en-US" sz="1600" dirty="0">
                <a:latin typeface="+mj-lt"/>
              </a:rPr>
              <a:t> </a:t>
            </a:r>
            <a:r>
              <a:rPr lang="en-US" sz="1600" dirty="0" err="1">
                <a:latin typeface="+mj-lt"/>
              </a:rPr>
              <a:t>sebagai</a:t>
            </a:r>
            <a:r>
              <a:rPr lang="en-US" sz="1600" dirty="0">
                <a:latin typeface="+mj-lt"/>
              </a:rPr>
              <a:t> </a:t>
            </a:r>
            <a:r>
              <a:rPr lang="en-US" sz="1600" dirty="0" err="1">
                <a:latin typeface="+mj-lt"/>
              </a:rPr>
              <a:t>berikut</a:t>
            </a:r>
            <a:r>
              <a:rPr lang="en-US" sz="1600" dirty="0">
                <a:latin typeface="+mj-lt"/>
              </a:rPr>
              <a:t>:</a:t>
            </a:r>
            <a:endParaRPr lang="id-ID" sz="1600" dirty="0">
              <a:latin typeface="+mj-lt"/>
            </a:endParaRPr>
          </a:p>
          <a:p>
            <a:pPr>
              <a:lnSpc>
                <a:spcPct val="100000"/>
              </a:lnSpc>
            </a:pPr>
            <a:endParaRPr lang="id-ID" sz="1400" dirty="0">
              <a:latin typeface="+mj-lt"/>
            </a:endParaRPr>
          </a:p>
          <a:p>
            <a:pPr>
              <a:lnSpc>
                <a:spcPct val="100000"/>
              </a:lnSpc>
            </a:pPr>
            <a:endParaRPr lang="id-ID" sz="1400" dirty="0">
              <a:latin typeface="+mj-lt"/>
            </a:endParaRPr>
          </a:p>
          <a:p>
            <a:pPr>
              <a:lnSpc>
                <a:spcPct val="100000"/>
              </a:lnSpc>
            </a:pPr>
            <a:endParaRPr lang="id-ID" sz="1400" dirty="0">
              <a:latin typeface="+mj-lt"/>
            </a:endParaRPr>
          </a:p>
          <a:p>
            <a:pPr>
              <a:lnSpc>
                <a:spcPct val="100000"/>
              </a:lnSpc>
            </a:pPr>
            <a:endParaRPr lang="id-ID" sz="1400" dirty="0">
              <a:latin typeface="+mj-lt"/>
            </a:endParaRPr>
          </a:p>
          <a:p>
            <a:pPr>
              <a:lnSpc>
                <a:spcPct val="100000"/>
              </a:lnSpc>
            </a:pPr>
            <a:endParaRPr lang="id-ID" sz="1400" dirty="0">
              <a:latin typeface="+mj-lt"/>
            </a:endParaRP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graphicFrame>
            <p:nvGraphicFramePr>
              <p:cNvPr id="5" name="Tabel 4">
                <a:extLst>
                  <a:ext uri="{FF2B5EF4-FFF2-40B4-BE49-F238E27FC236}">
                    <a16:creationId xmlns:a16="http://schemas.microsoft.com/office/drawing/2014/main" id="{B7F5EB21-4ADB-4125-94AA-EAB1A0551BD6}"/>
                  </a:ext>
                </a:extLst>
              </p:cNvPr>
              <p:cNvGraphicFramePr>
                <a:graphicFrameLocks noGrp="1"/>
              </p:cNvGraphicFramePr>
              <p:nvPr>
                <p:extLst>
                  <p:ext uri="{D42A27DB-BD31-4B8C-83A1-F6EECF244321}">
                    <p14:modId xmlns:p14="http://schemas.microsoft.com/office/powerpoint/2010/main" val="727773840"/>
                  </p:ext>
                </p:extLst>
              </p:nvPr>
            </p:nvGraphicFramePr>
            <p:xfrm>
              <a:off x="974725" y="2363621"/>
              <a:ext cx="4908550" cy="1274699"/>
            </p:xfrm>
            <a:graphic>
              <a:graphicData uri="http://schemas.openxmlformats.org/drawingml/2006/table">
                <a:tbl>
                  <a:tblPr firstRow="1" firstCol="1" bandRow="1">
                    <a:tableStyleId>{B301B821-A1FF-4177-AEE7-76D212191A09}</a:tableStyleId>
                  </a:tblPr>
                  <a:tblGrid>
                    <a:gridCol w="679450">
                      <a:extLst>
                        <a:ext uri="{9D8B030D-6E8A-4147-A177-3AD203B41FA5}">
                          <a16:colId xmlns:a16="http://schemas.microsoft.com/office/drawing/2014/main" val="3369788527"/>
                        </a:ext>
                      </a:extLst>
                    </a:gridCol>
                    <a:gridCol w="742950">
                      <a:extLst>
                        <a:ext uri="{9D8B030D-6E8A-4147-A177-3AD203B41FA5}">
                          <a16:colId xmlns:a16="http://schemas.microsoft.com/office/drawing/2014/main" val="892365232"/>
                        </a:ext>
                      </a:extLst>
                    </a:gridCol>
                    <a:gridCol w="2514600">
                      <a:extLst>
                        <a:ext uri="{9D8B030D-6E8A-4147-A177-3AD203B41FA5}">
                          <a16:colId xmlns:a16="http://schemas.microsoft.com/office/drawing/2014/main" val="4281459062"/>
                        </a:ext>
                      </a:extLst>
                    </a:gridCol>
                    <a:gridCol w="971550">
                      <a:extLst>
                        <a:ext uri="{9D8B030D-6E8A-4147-A177-3AD203B41FA5}">
                          <a16:colId xmlns:a16="http://schemas.microsoft.com/office/drawing/2014/main" val="4088764310"/>
                        </a:ext>
                      </a:extLst>
                    </a:gridCol>
                  </a:tblGrid>
                  <a:tr h="314325">
                    <a:tc>
                      <a:txBody>
                        <a:bodyPr/>
                        <a:lstStyle/>
                        <a:p>
                          <a:pPr algn="ctr">
                            <a:lnSpc>
                              <a:spcPct val="107000"/>
                            </a:lnSpc>
                            <a:spcAft>
                              <a:spcPts val="800"/>
                            </a:spcAft>
                          </a:pPr>
                          <a:r>
                            <a:rPr lang="en-US" sz="1200" dirty="0">
                              <a:effectLst/>
                            </a:rPr>
                            <a:t>Hours (x)</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Scores (y)</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200">
                              <a:effectLst/>
                            </a:rPr>
                            <a:t>Persamaan</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Predicted</a:t>
                          </a:r>
                          <a:r>
                            <a:rPr lang="id-ID" sz="1200">
                              <a:effectLst/>
                            </a:rPr>
                            <a:t> (Ŷ)</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23042876"/>
                      </a:ext>
                    </a:extLst>
                  </a:tr>
                  <a:tr h="190500">
                    <a:tc>
                      <a:txBody>
                        <a:bodyPr/>
                        <a:lstStyle/>
                        <a:p>
                          <a:pPr algn="ctr">
                            <a:lnSpc>
                              <a:spcPct val="107000"/>
                            </a:lnSpc>
                            <a:spcAft>
                              <a:spcPts val="800"/>
                            </a:spcAft>
                          </a:pPr>
                          <a:r>
                            <a:rPr lang="en-US" sz="1200" b="0" dirty="0">
                              <a:effectLst/>
                            </a:rPr>
                            <a:t>5.1</a:t>
                          </a:r>
                          <a:endParaRPr lang="en-US" sz="12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47</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id-ID" sz="1200">
                                    <a:effectLst/>
                                    <a:latin typeface="Cambria Math" panose="02040503050406030204" pitchFamily="18" charset="0"/>
                                  </a:rPr>
                                  <m:t>2.327520056+9.560516219</m:t>
                                </m:r>
                                <m:d>
                                  <m:dPr>
                                    <m:ctrlPr>
                                      <a:rPr lang="en-US" sz="1200" i="1">
                                        <a:effectLst/>
                                        <a:latin typeface="Cambria Math" panose="02040503050406030204" pitchFamily="18" charset="0"/>
                                      </a:rPr>
                                    </m:ctrlPr>
                                  </m:dPr>
                                  <m:e>
                                    <m:r>
                                      <a:rPr lang="id-ID" sz="1200">
                                        <a:effectLst/>
                                        <a:latin typeface="Cambria Math" panose="02040503050406030204" pitchFamily="18" charset="0"/>
                                      </a:rPr>
                                      <m:t>5.1</m:t>
                                    </m:r>
                                  </m:e>
                                </m:d>
                              </m:oMath>
                            </m:oMathPara>
                          </a14:m>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51.08615</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2782323"/>
                      </a:ext>
                    </a:extLst>
                  </a:tr>
                  <a:tr h="190500">
                    <a:tc>
                      <a:txBody>
                        <a:bodyPr/>
                        <a:lstStyle/>
                        <a:p>
                          <a:pPr algn="ctr">
                            <a:lnSpc>
                              <a:spcPct val="107000"/>
                            </a:lnSpc>
                            <a:spcAft>
                              <a:spcPts val="800"/>
                            </a:spcAft>
                          </a:pPr>
                          <a:r>
                            <a:rPr lang="en-US" sz="1200" b="0" dirty="0">
                              <a:effectLst/>
                            </a:rPr>
                            <a:t>9.2</a:t>
                          </a:r>
                          <a:endParaRPr lang="en-US" sz="12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88</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id-ID" sz="1200">
                                    <a:effectLst/>
                                    <a:latin typeface="Cambria Math" panose="02040503050406030204" pitchFamily="18" charset="0"/>
                                  </a:rPr>
                                  <m:t>2.327520056+9.560516219</m:t>
                                </m:r>
                                <m:d>
                                  <m:dPr>
                                    <m:ctrlPr>
                                      <a:rPr lang="en-US" sz="1200" i="1">
                                        <a:effectLst/>
                                        <a:latin typeface="Cambria Math" panose="02040503050406030204" pitchFamily="18" charset="0"/>
                                      </a:rPr>
                                    </m:ctrlPr>
                                  </m:dPr>
                                  <m:e>
                                    <m:r>
                                      <a:rPr lang="id-ID" sz="1200">
                                        <a:effectLst/>
                                        <a:latin typeface="Cambria Math" panose="02040503050406030204" pitchFamily="18" charset="0"/>
                                      </a:rPr>
                                      <m:t>9.2</m:t>
                                    </m:r>
                                  </m:e>
                                </m:d>
                              </m:oMath>
                            </m:oMathPara>
                          </a14:m>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90.28427</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37810220"/>
                      </a:ext>
                    </a:extLst>
                  </a:tr>
                  <a:tr h="200025">
                    <a:tc>
                      <a:txBody>
                        <a:bodyPr/>
                        <a:lstStyle/>
                        <a:p>
                          <a:pPr algn="ctr">
                            <a:lnSpc>
                              <a:spcPct val="107000"/>
                            </a:lnSpc>
                            <a:spcAft>
                              <a:spcPts val="800"/>
                            </a:spcAft>
                          </a:pPr>
                          <a:r>
                            <a:rPr lang="en-US" sz="1200" b="0" dirty="0">
                              <a:effectLst/>
                            </a:rPr>
                            <a:t>8.3</a:t>
                          </a:r>
                          <a:endParaRPr lang="en-US" sz="12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81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id-ID" sz="1200">
                                    <a:effectLst/>
                                    <a:latin typeface="Cambria Math" panose="02040503050406030204" pitchFamily="18" charset="0"/>
                                  </a:rPr>
                                  <m:t>2.327520056+9.560516219</m:t>
                                </m:r>
                                <m:d>
                                  <m:dPr>
                                    <m:ctrlPr>
                                      <a:rPr lang="en-US" sz="1200" i="1">
                                        <a:effectLst/>
                                        <a:latin typeface="Cambria Math" panose="02040503050406030204" pitchFamily="18" charset="0"/>
                                      </a:rPr>
                                    </m:ctrlPr>
                                  </m:dPr>
                                  <m:e>
                                    <m:r>
                                      <a:rPr lang="id-ID" sz="1200">
                                        <a:effectLst/>
                                        <a:latin typeface="Cambria Math" panose="02040503050406030204" pitchFamily="18" charset="0"/>
                                      </a:rPr>
                                      <m:t>8.3</m:t>
                                    </m:r>
                                  </m:e>
                                </m:d>
                              </m:oMath>
                            </m:oMathPara>
                          </a14:m>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dirty="0">
                              <a:effectLst/>
                            </a:rPr>
                            <a:t>81.6798</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41955948"/>
                      </a:ext>
                    </a:extLst>
                  </a:tr>
                </a:tbl>
              </a:graphicData>
            </a:graphic>
          </p:graphicFrame>
        </mc:Choice>
        <mc:Fallback xmlns="">
          <p:graphicFrame>
            <p:nvGraphicFramePr>
              <p:cNvPr id="5" name="Tabel 4">
                <a:extLst>
                  <a:ext uri="{FF2B5EF4-FFF2-40B4-BE49-F238E27FC236}">
                    <a16:creationId xmlns:a16="http://schemas.microsoft.com/office/drawing/2014/main" id="{B7F5EB21-4ADB-4125-94AA-EAB1A0551BD6}"/>
                  </a:ext>
                </a:extLst>
              </p:cNvPr>
              <p:cNvGraphicFramePr>
                <a:graphicFrameLocks noGrp="1"/>
              </p:cNvGraphicFramePr>
              <p:nvPr>
                <p:extLst>
                  <p:ext uri="{D42A27DB-BD31-4B8C-83A1-F6EECF244321}">
                    <p14:modId xmlns:p14="http://schemas.microsoft.com/office/powerpoint/2010/main" val="727773840"/>
                  </p:ext>
                </p:extLst>
              </p:nvPr>
            </p:nvGraphicFramePr>
            <p:xfrm>
              <a:off x="974725" y="2363621"/>
              <a:ext cx="4908550" cy="1274699"/>
            </p:xfrm>
            <a:graphic>
              <a:graphicData uri="http://schemas.openxmlformats.org/drawingml/2006/table">
                <a:tbl>
                  <a:tblPr firstRow="1" firstCol="1" bandRow="1">
                    <a:tableStyleId>{B301B821-A1FF-4177-AEE7-76D212191A09}</a:tableStyleId>
                  </a:tblPr>
                  <a:tblGrid>
                    <a:gridCol w="679450">
                      <a:extLst>
                        <a:ext uri="{9D8B030D-6E8A-4147-A177-3AD203B41FA5}">
                          <a16:colId xmlns:a16="http://schemas.microsoft.com/office/drawing/2014/main" val="3369788527"/>
                        </a:ext>
                      </a:extLst>
                    </a:gridCol>
                    <a:gridCol w="742950">
                      <a:extLst>
                        <a:ext uri="{9D8B030D-6E8A-4147-A177-3AD203B41FA5}">
                          <a16:colId xmlns:a16="http://schemas.microsoft.com/office/drawing/2014/main" val="892365232"/>
                        </a:ext>
                      </a:extLst>
                    </a:gridCol>
                    <a:gridCol w="2514600">
                      <a:extLst>
                        <a:ext uri="{9D8B030D-6E8A-4147-A177-3AD203B41FA5}">
                          <a16:colId xmlns:a16="http://schemas.microsoft.com/office/drawing/2014/main" val="4281459062"/>
                        </a:ext>
                      </a:extLst>
                    </a:gridCol>
                    <a:gridCol w="971550">
                      <a:extLst>
                        <a:ext uri="{9D8B030D-6E8A-4147-A177-3AD203B41FA5}">
                          <a16:colId xmlns:a16="http://schemas.microsoft.com/office/drawing/2014/main" val="4088764310"/>
                        </a:ext>
                      </a:extLst>
                    </a:gridCol>
                  </a:tblGrid>
                  <a:tr h="382778">
                    <a:tc>
                      <a:txBody>
                        <a:bodyPr/>
                        <a:lstStyle/>
                        <a:p>
                          <a:pPr algn="ctr">
                            <a:lnSpc>
                              <a:spcPct val="107000"/>
                            </a:lnSpc>
                            <a:spcAft>
                              <a:spcPts val="800"/>
                            </a:spcAft>
                          </a:pPr>
                          <a:r>
                            <a:rPr lang="en-US" sz="1200" dirty="0">
                              <a:effectLst/>
                            </a:rPr>
                            <a:t>Hours (x)</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Scores (y)</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200">
                              <a:effectLst/>
                            </a:rPr>
                            <a:t>Persamaan</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Predicted</a:t>
                          </a:r>
                          <a:r>
                            <a:rPr lang="id-ID" sz="1200">
                              <a:effectLst/>
                            </a:rPr>
                            <a:t> (Ŷ)</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23042876"/>
                      </a:ext>
                    </a:extLst>
                  </a:tr>
                  <a:tr h="297307">
                    <a:tc>
                      <a:txBody>
                        <a:bodyPr/>
                        <a:lstStyle/>
                        <a:p>
                          <a:pPr algn="ctr">
                            <a:lnSpc>
                              <a:spcPct val="107000"/>
                            </a:lnSpc>
                            <a:spcAft>
                              <a:spcPts val="800"/>
                            </a:spcAft>
                          </a:pPr>
                          <a:r>
                            <a:rPr lang="en-US" sz="1200" b="0" dirty="0">
                              <a:effectLst/>
                            </a:rPr>
                            <a:t>5.1</a:t>
                          </a:r>
                          <a:endParaRPr lang="en-US" sz="12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47</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endParaRPr lang="en-US"/>
                        </a:p>
                      </a:txBody>
                      <a:tcPr marL="68580" marR="68580" marT="0" marB="0" anchor="ctr">
                        <a:blipFill>
                          <a:blip r:embed="rId3"/>
                          <a:stretch>
                            <a:fillRect l="-56901" t="-140816" r="-39225" b="-214286"/>
                          </a:stretch>
                        </a:blipFill>
                      </a:tcPr>
                    </a:tc>
                    <a:tc>
                      <a:txBody>
                        <a:bodyPr/>
                        <a:lstStyle/>
                        <a:p>
                          <a:pPr algn="ctr">
                            <a:lnSpc>
                              <a:spcPct val="107000"/>
                            </a:lnSpc>
                            <a:spcAft>
                              <a:spcPts val="800"/>
                            </a:spcAft>
                          </a:pPr>
                          <a:r>
                            <a:rPr lang="en-US" sz="1200">
                              <a:effectLst/>
                            </a:rPr>
                            <a:t>51.08615</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2782323"/>
                      </a:ext>
                    </a:extLst>
                  </a:tr>
                  <a:tr h="297307">
                    <a:tc>
                      <a:txBody>
                        <a:bodyPr/>
                        <a:lstStyle/>
                        <a:p>
                          <a:pPr algn="ctr">
                            <a:lnSpc>
                              <a:spcPct val="107000"/>
                            </a:lnSpc>
                            <a:spcAft>
                              <a:spcPts val="800"/>
                            </a:spcAft>
                          </a:pPr>
                          <a:r>
                            <a:rPr lang="en-US" sz="1200" b="0" dirty="0">
                              <a:effectLst/>
                            </a:rPr>
                            <a:t>9.2</a:t>
                          </a:r>
                          <a:endParaRPr lang="en-US" sz="12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88</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endParaRPr lang="en-US"/>
                        </a:p>
                      </a:txBody>
                      <a:tcPr marL="68580" marR="68580" marT="0" marB="0" anchor="ctr">
                        <a:blipFill>
                          <a:blip r:embed="rId3"/>
                          <a:stretch>
                            <a:fillRect l="-56901" t="-240816" r="-39225" b="-114286"/>
                          </a:stretch>
                        </a:blipFill>
                      </a:tcPr>
                    </a:tc>
                    <a:tc>
                      <a:txBody>
                        <a:bodyPr/>
                        <a:lstStyle/>
                        <a:p>
                          <a:pPr algn="ctr">
                            <a:lnSpc>
                              <a:spcPct val="107000"/>
                            </a:lnSpc>
                            <a:spcAft>
                              <a:spcPts val="800"/>
                            </a:spcAft>
                          </a:pPr>
                          <a:r>
                            <a:rPr lang="en-US" sz="1200">
                              <a:effectLst/>
                            </a:rPr>
                            <a:t>90.28427</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37810220"/>
                      </a:ext>
                    </a:extLst>
                  </a:tr>
                  <a:tr h="297307">
                    <a:tc>
                      <a:txBody>
                        <a:bodyPr/>
                        <a:lstStyle/>
                        <a:p>
                          <a:pPr algn="ctr">
                            <a:lnSpc>
                              <a:spcPct val="107000"/>
                            </a:lnSpc>
                            <a:spcAft>
                              <a:spcPts val="800"/>
                            </a:spcAft>
                          </a:pPr>
                          <a:r>
                            <a:rPr lang="en-US" sz="1200" b="0" dirty="0">
                              <a:effectLst/>
                            </a:rPr>
                            <a:t>8.3</a:t>
                          </a:r>
                          <a:endParaRPr lang="en-US" sz="12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a:effectLst/>
                            </a:rPr>
                            <a:t>81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endParaRPr lang="en-US"/>
                        </a:p>
                      </a:txBody>
                      <a:tcPr marL="68580" marR="68580" marT="0" marB="0" anchor="ctr">
                        <a:blipFill>
                          <a:blip r:embed="rId3"/>
                          <a:stretch>
                            <a:fillRect l="-56901" t="-340816" r="-39225" b="-14286"/>
                          </a:stretch>
                        </a:blipFill>
                      </a:tcPr>
                    </a:tc>
                    <a:tc>
                      <a:txBody>
                        <a:bodyPr/>
                        <a:lstStyle/>
                        <a:p>
                          <a:pPr algn="ctr">
                            <a:lnSpc>
                              <a:spcPct val="107000"/>
                            </a:lnSpc>
                            <a:spcAft>
                              <a:spcPts val="800"/>
                            </a:spcAft>
                          </a:pPr>
                          <a:r>
                            <a:rPr lang="en-US" sz="1200" dirty="0">
                              <a:effectLst/>
                            </a:rPr>
                            <a:t>81.6798</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41955948"/>
                      </a:ext>
                    </a:extLst>
                  </a:tr>
                </a:tbl>
              </a:graphicData>
            </a:graphic>
          </p:graphicFrame>
        </mc:Fallback>
      </mc:AlternateContent>
    </p:spTree>
    <p:extLst>
      <p:ext uri="{BB962C8B-B14F-4D97-AF65-F5344CB8AC3E}">
        <p14:creationId xmlns:p14="http://schemas.microsoft.com/office/powerpoint/2010/main" val="106922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lstStyle/>
          <a:p>
            <a:r>
              <a:rPr lang="id-ID" dirty="0"/>
              <a:t>Analisis </a:t>
            </a:r>
            <a:r>
              <a:rPr lang="id-ID" dirty="0" err="1"/>
              <a:t>Residual</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pPr>
                <a:r>
                  <a:rPr lang="id-ID" sz="1400" dirty="0">
                    <a:latin typeface="+mj-lt"/>
                  </a:rPr>
                  <a:t>Residual adalah nilai selisih antara nilai aktual dan nilai prediksi. </a:t>
                </a:r>
              </a:p>
              <a:p>
                <a:pPr>
                  <a:lnSpc>
                    <a:spcPct val="100000"/>
                  </a:lnSpc>
                </a:pPr>
                <a:r>
                  <a:rPr lang="id-ID" sz="1400" dirty="0">
                    <a:latin typeface="+mj-lt"/>
                  </a:rPr>
                  <a:t>residu adalah nilai kuantitatif yang tidak bisa dijelaskan oleh model dan bersifat acak. </a:t>
                </a:r>
              </a:p>
              <a:p>
                <a:pPr marL="0" indent="0">
                  <a:lnSpc>
                    <a:spcPct val="100000"/>
                  </a:lnSpc>
                  <a:buNone/>
                </a:pPr>
                <a14:m>
                  <m:oMathPara xmlns:m="http://schemas.openxmlformats.org/officeDocument/2006/math">
                    <m:oMathParaPr>
                      <m:jc m:val="centerGroup"/>
                    </m:oMathParaPr>
                    <m:oMath xmlns:m="http://schemas.openxmlformats.org/officeDocument/2006/math">
                      <m:r>
                        <a:rPr lang="id-ID" sz="1800" b="1" smtClean="0">
                          <a:effectLst/>
                          <a:latin typeface="Cambria Math" panose="02040503050406030204" pitchFamily="18" charset="0"/>
                          <a:ea typeface="Calibri" panose="020F0502020204030204" pitchFamily="34" charset="0"/>
                          <a:cs typeface="Calibri" panose="020F0502020204030204" pitchFamily="34" charset="0"/>
                        </a:rPr>
                        <m:t>Ŷ</m:t>
                      </m:r>
                      <m:r>
                        <a:rPr lang="id-ID" sz="1800" i="1">
                          <a:effectLst/>
                          <a:latin typeface="Cambria Math" panose="02040503050406030204" pitchFamily="18" charset="0"/>
                          <a:ea typeface="Calibri" panose="020F0502020204030204" pitchFamily="34" charset="0"/>
                          <a:cs typeface="Arial" panose="020B0604020202020204" pitchFamily="34" charset="0"/>
                        </a:rPr>
                        <m:t> = 2.327520056+9.560516219</m:t>
                      </m:r>
                      <m:r>
                        <a:rPr lang="id-ID" sz="1800" i="1">
                          <a:effectLst/>
                          <a:latin typeface="Cambria Math" panose="02040503050406030204" pitchFamily="18" charset="0"/>
                          <a:ea typeface="Calibri" panose="020F0502020204030204" pitchFamily="34" charset="0"/>
                          <a:cs typeface="Arial" panose="020B0604020202020204" pitchFamily="34" charset="0"/>
                        </a:rPr>
                        <m:t>𝑋</m:t>
                      </m:r>
                    </m:oMath>
                  </m:oMathPara>
                </a14:m>
                <a:endParaRPr lang="id-ID" sz="1800" dirty="0">
                  <a:effectLst/>
                  <a:latin typeface="+mj-lt"/>
                  <a:ea typeface="Calibri" panose="020F0502020204030204" pitchFamily="34" charset="0"/>
                  <a:cs typeface="Arial" panose="020B0604020202020204" pitchFamily="34" charset="0"/>
                </a:endParaRPr>
              </a:p>
              <a:p>
                <a:pPr marL="0" indent="0">
                  <a:lnSpc>
                    <a:spcPct val="100000"/>
                  </a:lnSpc>
                  <a:buNone/>
                </a:pPr>
                <a:endParaRPr lang="id-ID" sz="14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l="-103" t="-374"/>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el 5">
            <a:extLst>
              <a:ext uri="{FF2B5EF4-FFF2-40B4-BE49-F238E27FC236}">
                <a16:creationId xmlns:a16="http://schemas.microsoft.com/office/drawing/2014/main" id="{3C76785B-E9A2-4470-8468-45FE7D86314D}"/>
              </a:ext>
            </a:extLst>
          </p:cNvPr>
          <p:cNvGraphicFramePr>
            <a:graphicFrameLocks noGrp="1"/>
          </p:cNvGraphicFramePr>
          <p:nvPr>
            <p:extLst>
              <p:ext uri="{D42A27DB-BD31-4B8C-83A1-F6EECF244321}">
                <p14:modId xmlns:p14="http://schemas.microsoft.com/office/powerpoint/2010/main" val="1588964528"/>
              </p:ext>
            </p:extLst>
          </p:nvPr>
        </p:nvGraphicFramePr>
        <p:xfrm>
          <a:off x="809804" y="2492086"/>
          <a:ext cx="5238392" cy="1442604"/>
        </p:xfrm>
        <a:graphic>
          <a:graphicData uri="http://schemas.openxmlformats.org/drawingml/2006/table">
            <a:tbl>
              <a:tblPr firstRow="1" firstCol="1" bandRow="1">
                <a:tableStyleId>{69012ECD-51FC-41F1-AA8D-1B2483CD663E}</a:tableStyleId>
              </a:tblPr>
              <a:tblGrid>
                <a:gridCol w="1094742">
                  <a:extLst>
                    <a:ext uri="{9D8B030D-6E8A-4147-A177-3AD203B41FA5}">
                      <a16:colId xmlns:a16="http://schemas.microsoft.com/office/drawing/2014/main" val="3688729839"/>
                    </a:ext>
                  </a:extLst>
                </a:gridCol>
                <a:gridCol w="1197054">
                  <a:extLst>
                    <a:ext uri="{9D8B030D-6E8A-4147-A177-3AD203B41FA5}">
                      <a16:colId xmlns:a16="http://schemas.microsoft.com/office/drawing/2014/main" val="3291224314"/>
                    </a:ext>
                  </a:extLst>
                </a:gridCol>
                <a:gridCol w="1473298">
                  <a:extLst>
                    <a:ext uri="{9D8B030D-6E8A-4147-A177-3AD203B41FA5}">
                      <a16:colId xmlns:a16="http://schemas.microsoft.com/office/drawing/2014/main" val="2244166513"/>
                    </a:ext>
                  </a:extLst>
                </a:gridCol>
                <a:gridCol w="1473298">
                  <a:extLst>
                    <a:ext uri="{9D8B030D-6E8A-4147-A177-3AD203B41FA5}">
                      <a16:colId xmlns:a16="http://schemas.microsoft.com/office/drawing/2014/main" val="3787722204"/>
                    </a:ext>
                  </a:extLst>
                </a:gridCol>
              </a:tblGrid>
              <a:tr h="506446">
                <a:tc>
                  <a:txBody>
                    <a:bodyPr/>
                    <a:lstStyle/>
                    <a:p>
                      <a:pPr algn="ctr">
                        <a:lnSpc>
                          <a:spcPct val="107000"/>
                        </a:lnSpc>
                        <a:spcAft>
                          <a:spcPts val="800"/>
                        </a:spcAft>
                      </a:pPr>
                      <a:r>
                        <a:rPr lang="en-US" sz="1500">
                          <a:effectLst/>
                        </a:rPr>
                        <a:t>Hours (x)</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500">
                          <a:effectLst/>
                        </a:rPr>
                        <a:t>Scores (y)</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800">
                          <a:effectLst/>
                        </a:rPr>
                        <a:t>Predicted</a:t>
                      </a:r>
                      <a:r>
                        <a:rPr lang="id-ID" sz="1800">
                          <a:effectLst/>
                        </a:rPr>
                        <a:t> (Ŷ)</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id-ID" sz="1800">
                          <a:effectLst/>
                        </a:rPr>
                        <a:t>Residual</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extLst>
                  <a:ext uri="{0D108BD9-81ED-4DB2-BD59-A6C34878D82A}">
                    <a16:rowId xmlns:a16="http://schemas.microsoft.com/office/drawing/2014/main" val="640527048"/>
                  </a:ext>
                </a:extLst>
              </a:tr>
              <a:tr h="306937">
                <a:tc>
                  <a:txBody>
                    <a:bodyPr/>
                    <a:lstStyle/>
                    <a:p>
                      <a:pPr algn="ctr">
                        <a:lnSpc>
                          <a:spcPct val="107000"/>
                        </a:lnSpc>
                        <a:spcAft>
                          <a:spcPts val="800"/>
                        </a:spcAft>
                      </a:pPr>
                      <a:r>
                        <a:rPr lang="en-US" sz="1500" b="0" dirty="0">
                          <a:effectLst/>
                        </a:rPr>
                        <a:t>5.1</a:t>
                      </a:r>
                      <a:endParaRPr lang="en-US" sz="1800" b="0" dirty="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500">
                          <a:effectLst/>
                        </a:rPr>
                        <a:t>47</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800">
                          <a:effectLst/>
                        </a:rPr>
                        <a:t>51.08615</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800">
                          <a:effectLst/>
                        </a:rPr>
                        <a:t>-4.08615</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tc>
                <a:extLst>
                  <a:ext uri="{0D108BD9-81ED-4DB2-BD59-A6C34878D82A}">
                    <a16:rowId xmlns:a16="http://schemas.microsoft.com/office/drawing/2014/main" val="1599604296"/>
                  </a:ext>
                </a:extLst>
              </a:tr>
              <a:tr h="306937">
                <a:tc>
                  <a:txBody>
                    <a:bodyPr/>
                    <a:lstStyle/>
                    <a:p>
                      <a:pPr algn="ctr">
                        <a:lnSpc>
                          <a:spcPct val="107000"/>
                        </a:lnSpc>
                        <a:spcAft>
                          <a:spcPts val="800"/>
                        </a:spcAft>
                      </a:pPr>
                      <a:r>
                        <a:rPr lang="en-US" sz="1500" b="0" dirty="0">
                          <a:effectLst/>
                        </a:rPr>
                        <a:t>9.2</a:t>
                      </a:r>
                      <a:endParaRPr lang="en-US" sz="1800" b="0" dirty="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500">
                          <a:effectLst/>
                        </a:rPr>
                        <a:t>88</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800">
                          <a:effectLst/>
                        </a:rPr>
                        <a:t>90.28427</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800">
                          <a:effectLst/>
                        </a:rPr>
                        <a:t>-2.28427</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tc>
                <a:extLst>
                  <a:ext uri="{0D108BD9-81ED-4DB2-BD59-A6C34878D82A}">
                    <a16:rowId xmlns:a16="http://schemas.microsoft.com/office/drawing/2014/main" val="3977006975"/>
                  </a:ext>
                </a:extLst>
              </a:tr>
              <a:tr h="322284">
                <a:tc>
                  <a:txBody>
                    <a:bodyPr/>
                    <a:lstStyle/>
                    <a:p>
                      <a:pPr algn="ctr">
                        <a:lnSpc>
                          <a:spcPct val="107000"/>
                        </a:lnSpc>
                        <a:spcAft>
                          <a:spcPts val="800"/>
                        </a:spcAft>
                      </a:pPr>
                      <a:r>
                        <a:rPr lang="en-US" sz="1500" b="0" dirty="0">
                          <a:effectLst/>
                        </a:rPr>
                        <a:t>8.3</a:t>
                      </a:r>
                      <a:endParaRPr lang="en-US" sz="1800" b="0" dirty="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500">
                          <a:effectLst/>
                        </a:rPr>
                        <a:t>81</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800">
                          <a:effectLst/>
                        </a:rPr>
                        <a:t>81.6798</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nchor="ctr"/>
                </a:tc>
                <a:tc>
                  <a:txBody>
                    <a:bodyPr/>
                    <a:lstStyle/>
                    <a:p>
                      <a:pPr algn="ctr">
                        <a:lnSpc>
                          <a:spcPct val="107000"/>
                        </a:lnSpc>
                        <a:spcAft>
                          <a:spcPts val="800"/>
                        </a:spcAft>
                      </a:pPr>
                      <a:r>
                        <a:rPr lang="en-US" sz="1800" dirty="0">
                          <a:effectLst/>
                        </a:rPr>
                        <a:t>-0.6798</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110497" marR="110497" marT="0" marB="0"/>
                </a:tc>
                <a:extLst>
                  <a:ext uri="{0D108BD9-81ED-4DB2-BD59-A6C34878D82A}">
                    <a16:rowId xmlns:a16="http://schemas.microsoft.com/office/drawing/2014/main" val="625411091"/>
                  </a:ext>
                </a:extLst>
              </a:tr>
            </a:tbl>
          </a:graphicData>
        </a:graphic>
      </p:graphicFrame>
    </p:spTree>
    <p:extLst>
      <p:ext uri="{BB962C8B-B14F-4D97-AF65-F5344CB8AC3E}">
        <p14:creationId xmlns:p14="http://schemas.microsoft.com/office/powerpoint/2010/main" val="3582536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fontScale="90000"/>
          </a:bodyPr>
          <a:lstStyle/>
          <a:p>
            <a:r>
              <a:rPr lang="id-ID" dirty="0"/>
              <a:t>Analisis Heteroskedastisitas dan </a:t>
            </a:r>
            <a:r>
              <a:rPr lang="id-ID" dirty="0" err="1"/>
              <a:t>Homoskedastisitas</a:t>
            </a:r>
            <a:endParaRPr lang="en-US" dirty="0"/>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pPr>
            <a:r>
              <a:rPr lang="id-ID" sz="1400" dirty="0">
                <a:latin typeface="+mj-lt"/>
              </a:rPr>
              <a:t>Heteroskedastisitas adalah keadaan </a:t>
            </a:r>
            <a:r>
              <a:rPr lang="id-ID" sz="1400" dirty="0" err="1">
                <a:latin typeface="+mj-lt"/>
              </a:rPr>
              <a:t>dimana</a:t>
            </a:r>
            <a:r>
              <a:rPr lang="id-ID" sz="1400" dirty="0">
                <a:latin typeface="+mj-lt"/>
              </a:rPr>
              <a:t> nilai residu masih memiliki pola hubungan linear yang kuat dengan variabel independennya. </a:t>
            </a:r>
          </a:p>
          <a:p>
            <a:pPr>
              <a:lnSpc>
                <a:spcPct val="100000"/>
              </a:lnSpc>
            </a:pPr>
            <a:r>
              <a:rPr lang="id-ID" sz="1400" dirty="0">
                <a:latin typeface="+mj-lt"/>
              </a:rPr>
              <a:t>Kebalikan dari </a:t>
            </a:r>
            <a:r>
              <a:rPr lang="id-ID" sz="1400" dirty="0" err="1">
                <a:latin typeface="+mj-lt"/>
              </a:rPr>
              <a:t>heteroskedastisitas</a:t>
            </a:r>
            <a:r>
              <a:rPr lang="id-ID" sz="1400" dirty="0">
                <a:latin typeface="+mj-lt"/>
              </a:rPr>
              <a:t> adalah </a:t>
            </a:r>
            <a:r>
              <a:rPr lang="id-ID" sz="1400" dirty="0" err="1">
                <a:latin typeface="+mj-lt"/>
              </a:rPr>
              <a:t>homoskedastisitas</a:t>
            </a:r>
            <a:r>
              <a:rPr lang="id-ID" sz="1400" dirty="0">
                <a:latin typeface="+mj-lt"/>
              </a:rPr>
              <a:t>. </a:t>
            </a:r>
          </a:p>
          <a:p>
            <a:pPr marL="0" indent="0">
              <a:lnSpc>
                <a:spcPct val="100000"/>
              </a:lnSpc>
              <a:buNone/>
            </a:pPr>
            <a:endParaRPr lang="id-ID" sz="1400" dirty="0">
              <a:latin typeface="+mj-lt"/>
            </a:endParaRP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k 6">
            <a:extLst>
              <a:ext uri="{FF2B5EF4-FFF2-40B4-BE49-F238E27FC236}">
                <a16:creationId xmlns:a16="http://schemas.microsoft.com/office/drawing/2014/main" id="{515FAF2C-DB58-428B-A7F8-17DE08B2C5D9}"/>
              </a:ext>
            </a:extLst>
          </p:cNvPr>
          <p:cNvGraphicFramePr>
            <a:graphicFrameLocks noChangeAspect="1"/>
          </p:cNvGraphicFramePr>
          <p:nvPr>
            <p:extLst>
              <p:ext uri="{D42A27DB-BD31-4B8C-83A1-F6EECF244321}">
                <p14:modId xmlns:p14="http://schemas.microsoft.com/office/powerpoint/2010/main" val="3366166184"/>
              </p:ext>
            </p:extLst>
          </p:nvPr>
        </p:nvGraphicFramePr>
        <p:xfrm>
          <a:off x="733425" y="2272146"/>
          <a:ext cx="5391150" cy="2200275"/>
        </p:xfrm>
        <a:graphic>
          <a:graphicData uri="http://schemas.openxmlformats.org/presentationml/2006/ole">
            <mc:AlternateContent xmlns:mc="http://schemas.openxmlformats.org/markup-compatibility/2006">
              <mc:Choice xmlns:v="urn:schemas-microsoft-com:vml" Requires="v">
                <p:oleObj name="Visio" r:id="rId3" imgW="6420331" imgH="2552722" progId="Visio.Drawing.15">
                  <p:embed/>
                </p:oleObj>
              </mc:Choice>
              <mc:Fallback>
                <p:oleObj name="Visio" r:id="rId3" imgW="6420331" imgH="2552722" progId="Visio.Drawing.15">
                  <p:embed/>
                  <p:pic>
                    <p:nvPicPr>
                      <p:cNvPr id="7" name="Objek 6">
                        <a:extLst>
                          <a:ext uri="{FF2B5EF4-FFF2-40B4-BE49-F238E27FC236}">
                            <a16:creationId xmlns:a16="http://schemas.microsoft.com/office/drawing/2014/main" id="{515FAF2C-DB58-428B-A7F8-17DE08B2C5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425" y="2272146"/>
                        <a:ext cx="5391150" cy="220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52838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fontScale="90000"/>
          </a:bodyPr>
          <a:lstStyle/>
          <a:p>
            <a:r>
              <a:rPr lang="id-ID" dirty="0"/>
              <a:t>Analisis Heteroskedastisitas dan </a:t>
            </a:r>
            <a:r>
              <a:rPr lang="id-ID" dirty="0" err="1"/>
              <a:t>Homoskedastisitas</a:t>
            </a:r>
            <a:endParaRPr lang="en-US" dirty="0"/>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pPr>
            <a:r>
              <a:rPr lang="id-ID" sz="1400" dirty="0">
                <a:latin typeface="+mj-lt"/>
              </a:rPr>
              <a:t>“fungsi dari </a:t>
            </a:r>
            <a:r>
              <a:rPr lang="id-ID" sz="1400" dirty="0" err="1">
                <a:latin typeface="+mj-lt"/>
              </a:rPr>
              <a:t>heteroskedastisitas</a:t>
            </a:r>
            <a:r>
              <a:rPr lang="id-ID" sz="1400" dirty="0">
                <a:latin typeface="+mj-lt"/>
              </a:rPr>
              <a:t> dan </a:t>
            </a:r>
            <a:r>
              <a:rPr lang="id-ID" sz="1400" dirty="0" err="1">
                <a:latin typeface="+mj-lt"/>
              </a:rPr>
              <a:t>homoskedastisitas</a:t>
            </a:r>
            <a:r>
              <a:rPr lang="id-ID" sz="1400" dirty="0">
                <a:latin typeface="+mj-lt"/>
              </a:rPr>
              <a:t> itu apa? Dan mana yang harus dihindari dalam analisis regresi linear?” </a:t>
            </a:r>
          </a:p>
          <a:p>
            <a:pPr>
              <a:lnSpc>
                <a:spcPct val="100000"/>
              </a:lnSpc>
            </a:pPr>
            <a:r>
              <a:rPr lang="id-ID" sz="1400" dirty="0">
                <a:latin typeface="+mj-lt"/>
              </a:rPr>
              <a:t>Heteroskedastisitas harus dihindari karena nilai residu terikat pada nilai prediksi. Padahal seharusnya nilai residu bersifat acak dan konstan. Contohnya, variabel </a:t>
            </a:r>
            <a:r>
              <a:rPr lang="id-ID" sz="1400" dirty="0" err="1">
                <a:latin typeface="+mj-lt"/>
              </a:rPr>
              <a:t>Scores</a:t>
            </a:r>
            <a:r>
              <a:rPr lang="id-ID" sz="1400" dirty="0">
                <a:latin typeface="+mj-lt"/>
              </a:rPr>
              <a:t> selain diprediksi oleh </a:t>
            </a:r>
            <a:r>
              <a:rPr lang="id-ID" sz="1400" dirty="0" err="1">
                <a:latin typeface="+mj-lt"/>
              </a:rPr>
              <a:t>Hours</a:t>
            </a:r>
            <a:r>
              <a:rPr lang="id-ID" sz="1400" dirty="0">
                <a:latin typeface="+mj-lt"/>
              </a:rPr>
              <a:t>, juga diprediksi oleh residu (variabel selain </a:t>
            </a:r>
            <a:r>
              <a:rPr lang="id-ID" sz="1400" dirty="0" err="1">
                <a:latin typeface="+mj-lt"/>
              </a:rPr>
              <a:t>Scores</a:t>
            </a:r>
            <a:r>
              <a:rPr lang="id-ID" sz="1400" dirty="0">
                <a:latin typeface="+mj-lt"/>
              </a:rPr>
              <a:t>). Sehingga besarnya residu pada tiap siswa seharusnya bersifat acak.</a:t>
            </a:r>
          </a:p>
          <a:p>
            <a:pPr>
              <a:lnSpc>
                <a:spcPct val="100000"/>
              </a:lnSpc>
            </a:pPr>
            <a:r>
              <a:rPr lang="id-ID" sz="1400" dirty="0">
                <a:latin typeface="+mj-lt"/>
              </a:rPr>
              <a:t>Pada kasus ini, yang terjadi adalah </a:t>
            </a:r>
            <a:r>
              <a:rPr lang="id-ID" sz="1400" dirty="0" err="1">
                <a:latin typeface="+mj-lt"/>
              </a:rPr>
              <a:t>homoskedastisitas</a:t>
            </a:r>
            <a:r>
              <a:rPr lang="id-ID" sz="1400" dirty="0">
                <a:latin typeface="+mj-lt"/>
              </a:rPr>
              <a:t>.</a:t>
            </a: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677341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fontScale="90000"/>
          </a:bodyPr>
          <a:lstStyle/>
          <a:p>
            <a:r>
              <a:rPr lang="es-ES" dirty="0"/>
              <a:t>Analisis Mean Absolute Error (MAE)</a:t>
            </a:r>
            <a:endParaRPr lang="en-US"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lnSpcReduction="10000"/>
              </a:bodyPr>
              <a:lstStyle/>
              <a:p>
                <a:pPr>
                  <a:lnSpc>
                    <a:spcPct val="100000"/>
                  </a:lnSpc>
                  <a:spcBef>
                    <a:spcPts val="0"/>
                  </a:spcBef>
                </a:pPr>
                <a:r>
                  <a:rPr lang="id-ID" sz="1400" dirty="0">
                    <a:latin typeface="+mj-lt"/>
                  </a:rPr>
                  <a:t>Fungsinya untuk menunjukkan nilai kesalahan rata-rata yang </a:t>
                </a:r>
                <a:r>
                  <a:rPr lang="id-ID" sz="1400" dirty="0" err="1">
                    <a:latin typeface="+mj-lt"/>
                  </a:rPr>
                  <a:t>error</a:t>
                </a:r>
                <a:r>
                  <a:rPr lang="id-ID" sz="1400" dirty="0">
                    <a:latin typeface="+mj-lt"/>
                  </a:rPr>
                  <a:t> dari nilai aktual dan nilai prediksi. Rumus MAE dapat dilihat sebagai berikut:</a:t>
                </a: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r>
                        <a:rPr lang="id-ID" sz="1800" i="1" smtClean="0">
                          <a:effectLst/>
                          <a:latin typeface="Cambria Math" panose="02040503050406030204" pitchFamily="18" charset="0"/>
                          <a:ea typeface="Calibri" panose="020F0502020204030204" pitchFamily="34" charset="0"/>
                          <a:cs typeface="Arial" panose="020B0604020202020204" pitchFamily="34" charset="0"/>
                        </a:rPr>
                        <m:t>𝑀𝐴𝐸</m:t>
                      </m:r>
                      <m:r>
                        <a:rPr lang="id-ID" sz="1800" i="1" smtClean="0">
                          <a:effectLst/>
                          <a:latin typeface="Cambria Math" panose="02040503050406030204" pitchFamily="18" charset="0"/>
                          <a:ea typeface="Calibri" panose="020F0502020204030204" pitchFamily="34" charset="0"/>
                          <a:cs typeface="Arial" panose="020B0604020202020204" pitchFamily="34" charset="0"/>
                        </a:rPr>
                        <m:t>=</m:t>
                      </m:r>
                      <m:nary>
                        <m:naryPr>
                          <m:chr m:val="∑"/>
                          <m:limLoc m:val="undOvr"/>
                          <m:subHide m:val="on"/>
                          <m:supHide m:val="on"/>
                          <m:ctrlPr>
                            <a:rPr lang="en-US" sz="1100" i="1">
                              <a:effectLst/>
                              <a:latin typeface="Cambria Math" panose="02040503050406030204" pitchFamily="18" charset="0"/>
                            </a:rPr>
                          </m:ctrlPr>
                        </m:naryPr>
                        <m:sub/>
                        <m:sup/>
                        <m:e>
                          <m:f>
                            <m:fPr>
                              <m:ctrlPr>
                                <a:rPr lang="en-US" sz="1100" i="1">
                                  <a:effectLst/>
                                  <a:latin typeface="Cambria Math" panose="02040503050406030204" pitchFamily="18" charset="0"/>
                                </a:rPr>
                              </m:ctrlPr>
                            </m:fPr>
                            <m:num>
                              <m:d>
                                <m:dPr>
                                  <m:begChr m:val="|"/>
                                  <m:endChr m:val="|"/>
                                  <m:ctrlPr>
                                    <a:rPr lang="en-US" sz="1100" i="1">
                                      <a:effectLst/>
                                      <a:latin typeface="Cambria Math" panose="02040503050406030204" pitchFamily="18" charset="0"/>
                                    </a:rPr>
                                  </m:ctrlPr>
                                </m:dPr>
                                <m:e>
                                  <m:r>
                                    <a:rPr lang="id-ID" sz="1800" i="1">
                                      <a:effectLst/>
                                      <a:latin typeface="Cambria Math" panose="02040503050406030204" pitchFamily="18" charset="0"/>
                                      <a:ea typeface="Calibri" panose="020F0502020204030204" pitchFamily="34" charset="0"/>
                                      <a:cs typeface="Arial" panose="020B0604020202020204" pitchFamily="34" charset="0"/>
                                    </a:rPr>
                                    <m:t>Ŷ−</m:t>
                                  </m:r>
                                  <m:r>
                                    <a:rPr lang="id-ID" sz="1800" i="1">
                                      <a:effectLst/>
                                      <a:latin typeface="Cambria Math" panose="02040503050406030204" pitchFamily="18" charset="0"/>
                                      <a:ea typeface="Calibri" panose="020F0502020204030204" pitchFamily="34" charset="0"/>
                                      <a:cs typeface="Arial" panose="020B0604020202020204" pitchFamily="34" charset="0"/>
                                    </a:rPr>
                                    <m:t>𝑌</m:t>
                                  </m:r>
                                </m:e>
                              </m:d>
                            </m:num>
                            <m:den>
                              <m:r>
                                <a:rPr lang="id-ID" sz="1800" i="1">
                                  <a:effectLst/>
                                  <a:latin typeface="Cambria Math" panose="02040503050406030204" pitchFamily="18" charset="0"/>
                                  <a:ea typeface="Calibri" panose="020F0502020204030204" pitchFamily="34" charset="0"/>
                                  <a:cs typeface="Arial" panose="020B0604020202020204" pitchFamily="34" charset="0"/>
                                </a:rPr>
                                <m:t>𝑛</m:t>
                              </m:r>
                            </m:den>
                          </m:f>
                        </m:e>
                      </m:nary>
                    </m:oMath>
                  </m:oMathPara>
                </a14:m>
                <a:endParaRPr lang="id-ID" sz="1400" dirty="0">
                  <a:latin typeface="+mj-lt"/>
                </a:endParaRPr>
              </a:p>
              <a:p>
                <a:pPr marL="0" indent="0">
                  <a:lnSpc>
                    <a:spcPct val="100000"/>
                  </a:lnSpc>
                  <a:spcBef>
                    <a:spcPts val="0"/>
                  </a:spcBef>
                  <a:buNone/>
                </a:pPr>
                <a:r>
                  <a:rPr lang="id-ID" sz="1400" dirty="0">
                    <a:latin typeface="+mj-lt"/>
                  </a:rPr>
                  <a:t>Keterangan:</a:t>
                </a:r>
              </a:p>
              <a:p>
                <a:pPr>
                  <a:lnSpc>
                    <a:spcPct val="100000"/>
                  </a:lnSpc>
                  <a:spcBef>
                    <a:spcPts val="0"/>
                  </a:spcBef>
                </a:pPr>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Ŷ </m:t>
                    </m:r>
                  </m:oMath>
                </a14:m>
                <a:r>
                  <a:rPr lang="id-ID" sz="1400" dirty="0">
                    <a:latin typeface="+mj-lt"/>
                  </a:rPr>
                  <a:t>	= nilai prediksi</a:t>
                </a:r>
              </a:p>
              <a:p>
                <a:pPr>
                  <a:lnSpc>
                    <a:spcPct val="100000"/>
                  </a:lnSpc>
                  <a:spcBef>
                    <a:spcPts val="0"/>
                  </a:spcBef>
                </a:pPr>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𝑌</m:t>
                    </m:r>
                    <m:r>
                      <a:rPr lang="id-ID" sz="1400" i="1" smtClean="0">
                        <a:effectLst/>
                        <a:latin typeface="Cambria Math" panose="02040503050406030204" pitchFamily="18" charset="0"/>
                        <a:ea typeface="Calibri" panose="020F0502020204030204" pitchFamily="34" charset="0"/>
                        <a:cs typeface="Arial" panose="020B0604020202020204" pitchFamily="34" charset="0"/>
                      </a:rPr>
                      <m:t> </m:t>
                    </m:r>
                  </m:oMath>
                </a14:m>
                <a:r>
                  <a:rPr lang="id-ID" sz="1400" dirty="0">
                    <a:latin typeface="+mj-lt"/>
                  </a:rPr>
                  <a:t>	= nilai aktual</a:t>
                </a:r>
              </a:p>
              <a:p>
                <a:pPr>
                  <a:lnSpc>
                    <a:spcPct val="100000"/>
                  </a:lnSpc>
                  <a:spcBef>
                    <a:spcPts val="0"/>
                  </a:spcBef>
                </a:pPr>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𝑛</m:t>
                    </m:r>
                    <m:r>
                      <a:rPr lang="id-ID" sz="1400" i="1" smtClean="0">
                        <a:effectLst/>
                        <a:latin typeface="Cambria Math" panose="02040503050406030204" pitchFamily="18" charset="0"/>
                        <a:ea typeface="Calibri" panose="020F0502020204030204" pitchFamily="34" charset="0"/>
                        <a:cs typeface="Arial" panose="020B0604020202020204" pitchFamily="34" charset="0"/>
                      </a:rPr>
                      <m:t> </m:t>
                    </m:r>
                  </m:oMath>
                </a14:m>
                <a:r>
                  <a:rPr lang="id-ID" sz="1400" dirty="0">
                    <a:latin typeface="+mj-lt"/>
                  </a:rPr>
                  <a:t>	= jumlah data</a:t>
                </a:r>
              </a:p>
              <a:p>
                <a:pPr>
                  <a:lnSpc>
                    <a:spcPct val="100000"/>
                  </a:lnSpc>
                  <a:spcBef>
                    <a:spcPts val="0"/>
                  </a:spcBef>
                </a:pPr>
                <a:endParaRPr lang="id-ID" sz="1400" dirty="0">
                  <a:latin typeface="+mj-lt"/>
                </a:endParaRPr>
              </a:p>
              <a:p>
                <a:pPr>
                  <a:lnSpc>
                    <a:spcPct val="100000"/>
                  </a:lnSpc>
                  <a:spcBef>
                    <a:spcPts val="0"/>
                  </a:spcBef>
                </a:pPr>
                <a:endParaRPr lang="id-ID" sz="1400" dirty="0">
                  <a:latin typeface="+mj-lt"/>
                </a:endParaRPr>
              </a:p>
              <a:p>
                <a:pPr>
                  <a:lnSpc>
                    <a:spcPct val="100000"/>
                  </a:lnSpc>
                  <a:spcBef>
                    <a:spcPts val="0"/>
                  </a:spcBef>
                </a:pPr>
                <a:endParaRPr lang="id-ID" sz="1400" dirty="0">
                  <a:latin typeface="+mj-lt"/>
                </a:endParaRPr>
              </a:p>
              <a:p>
                <a:pPr>
                  <a:lnSpc>
                    <a:spcPct val="100000"/>
                  </a:lnSpc>
                  <a:spcBef>
                    <a:spcPts val="0"/>
                  </a:spcBef>
                </a:pPr>
                <a:r>
                  <a:rPr lang="id-ID" sz="1400" dirty="0">
                    <a:latin typeface="+mj-lt"/>
                  </a:rPr>
                  <a:t>Semakin kecil nilai MAE, artinya semakin bagus model regresi yang dibuat. Karenanya, MAE sering digunakan untuk mengevaluasi hasil model regresi karena kemudahan penggunaannya dan menghasilkan perhitungan yang sangat informatif. </a:t>
                </a:r>
              </a:p>
              <a:p>
                <a:pPr marL="0" indent="0">
                  <a:lnSpc>
                    <a:spcPct val="100000"/>
                  </a:lnSpc>
                  <a:spcBef>
                    <a:spcPts val="0"/>
                  </a:spcBef>
                  <a:buNone/>
                </a:pPr>
                <a:endParaRPr lang="id-ID" sz="14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l="-309" t="-935" b="-187"/>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el 5">
            <a:extLst>
              <a:ext uri="{FF2B5EF4-FFF2-40B4-BE49-F238E27FC236}">
                <a16:creationId xmlns:a16="http://schemas.microsoft.com/office/drawing/2014/main" id="{50236551-DFC6-4579-A6EF-41EEA6E5A6BD}"/>
              </a:ext>
            </a:extLst>
          </p:cNvPr>
          <p:cNvGraphicFramePr>
            <a:graphicFrameLocks noGrp="1"/>
          </p:cNvGraphicFramePr>
          <p:nvPr>
            <p:extLst>
              <p:ext uri="{D42A27DB-BD31-4B8C-83A1-F6EECF244321}">
                <p14:modId xmlns:p14="http://schemas.microsoft.com/office/powerpoint/2010/main" val="2482100747"/>
              </p:ext>
            </p:extLst>
          </p:nvPr>
        </p:nvGraphicFramePr>
        <p:xfrm>
          <a:off x="2781586" y="2425502"/>
          <a:ext cx="3604926" cy="1150938"/>
        </p:xfrm>
        <a:graphic>
          <a:graphicData uri="http://schemas.openxmlformats.org/drawingml/2006/table">
            <a:tbl>
              <a:tblPr firstRow="1" firstCol="1" bandRow="1">
                <a:tableStyleId>{69012ECD-51FC-41F1-AA8D-1B2483CD663E}</a:tableStyleId>
              </a:tblPr>
              <a:tblGrid>
                <a:gridCol w="631520">
                  <a:extLst>
                    <a:ext uri="{9D8B030D-6E8A-4147-A177-3AD203B41FA5}">
                      <a16:colId xmlns:a16="http://schemas.microsoft.com/office/drawing/2014/main" val="546274788"/>
                    </a:ext>
                  </a:extLst>
                </a:gridCol>
                <a:gridCol w="631520">
                  <a:extLst>
                    <a:ext uri="{9D8B030D-6E8A-4147-A177-3AD203B41FA5}">
                      <a16:colId xmlns:a16="http://schemas.microsoft.com/office/drawing/2014/main" val="963077660"/>
                    </a:ext>
                  </a:extLst>
                </a:gridCol>
                <a:gridCol w="855183">
                  <a:extLst>
                    <a:ext uri="{9D8B030D-6E8A-4147-A177-3AD203B41FA5}">
                      <a16:colId xmlns:a16="http://schemas.microsoft.com/office/drawing/2014/main" val="1801203118"/>
                    </a:ext>
                  </a:extLst>
                </a:gridCol>
                <a:gridCol w="717774">
                  <a:extLst>
                    <a:ext uri="{9D8B030D-6E8A-4147-A177-3AD203B41FA5}">
                      <a16:colId xmlns:a16="http://schemas.microsoft.com/office/drawing/2014/main" val="261099993"/>
                    </a:ext>
                  </a:extLst>
                </a:gridCol>
                <a:gridCol w="768929">
                  <a:extLst>
                    <a:ext uri="{9D8B030D-6E8A-4147-A177-3AD203B41FA5}">
                      <a16:colId xmlns:a16="http://schemas.microsoft.com/office/drawing/2014/main" val="4269904243"/>
                    </a:ext>
                  </a:extLst>
                </a:gridCol>
              </a:tblGrid>
              <a:tr h="314325">
                <a:tc>
                  <a:txBody>
                    <a:bodyPr/>
                    <a:lstStyle/>
                    <a:p>
                      <a:pPr algn="ctr">
                        <a:lnSpc>
                          <a:spcPct val="107000"/>
                        </a:lnSpc>
                        <a:spcAft>
                          <a:spcPts val="800"/>
                        </a:spcAft>
                      </a:pPr>
                      <a:r>
                        <a:rPr lang="en-US" sz="900">
                          <a:effectLst/>
                        </a:rPr>
                        <a:t>Hours (x)</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Scores (y)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dirty="0">
                          <a:effectLst/>
                        </a:rPr>
                        <a:t>Predicted (</a:t>
                      </a:r>
                      <a:r>
                        <a:rPr lang="id-ID" sz="1100" dirty="0">
                          <a:effectLst/>
                        </a:rPr>
                        <a:t>Ŷ</a:t>
                      </a:r>
                      <a:r>
                        <a:rPr lang="en-US" sz="1100" dirty="0">
                          <a:effectLst/>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a:effectLst/>
                        </a:rPr>
                        <a:t>Residual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a:effectLst/>
                        </a:rPr>
                        <a:t>|Ŷ-Y|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533320626"/>
                  </a:ext>
                </a:extLst>
              </a:tr>
              <a:tr h="200025">
                <a:tc>
                  <a:txBody>
                    <a:bodyPr/>
                    <a:lstStyle/>
                    <a:p>
                      <a:pPr algn="ctr">
                        <a:lnSpc>
                          <a:spcPct val="107000"/>
                        </a:lnSpc>
                        <a:spcAft>
                          <a:spcPts val="800"/>
                        </a:spcAft>
                      </a:pPr>
                      <a:r>
                        <a:rPr lang="en-US" sz="900" b="0" dirty="0">
                          <a:effectLst/>
                        </a:rPr>
                        <a:t>5.1</a:t>
                      </a:r>
                      <a:endParaRPr lang="en-US" sz="11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b="0">
                          <a:effectLst/>
                        </a:rPr>
                        <a:t>47</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0" dirty="0">
                          <a:effectLst/>
                        </a:rPr>
                        <a:t>51.08615</a:t>
                      </a:r>
                      <a:endParaRPr lang="en-US" sz="11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0">
                          <a:effectLst/>
                        </a:rPr>
                        <a:t>-4.08615</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0">
                          <a:effectLst/>
                        </a:rPr>
                        <a:t>4.08615</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51213177"/>
                  </a:ext>
                </a:extLst>
              </a:tr>
              <a:tr h="200025">
                <a:tc>
                  <a:txBody>
                    <a:bodyPr/>
                    <a:lstStyle/>
                    <a:p>
                      <a:pPr algn="ctr">
                        <a:lnSpc>
                          <a:spcPct val="107000"/>
                        </a:lnSpc>
                        <a:spcAft>
                          <a:spcPts val="800"/>
                        </a:spcAft>
                      </a:pPr>
                      <a:r>
                        <a:rPr lang="en-US" sz="900" b="0">
                          <a:effectLst/>
                        </a:rPr>
                        <a:t>9.2</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b="0">
                          <a:effectLst/>
                        </a:rPr>
                        <a:t>88</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0">
                          <a:effectLst/>
                        </a:rPr>
                        <a:t>90.28427</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0" dirty="0">
                          <a:effectLst/>
                        </a:rPr>
                        <a:t>-2.28427</a:t>
                      </a:r>
                      <a:endParaRPr lang="en-US" sz="11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0" dirty="0">
                          <a:effectLst/>
                        </a:rPr>
                        <a:t>2.28427</a:t>
                      </a:r>
                      <a:endParaRPr lang="en-US" sz="11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307163007"/>
                  </a:ext>
                </a:extLst>
              </a:tr>
              <a:tr h="200025">
                <a:tc>
                  <a:txBody>
                    <a:bodyPr/>
                    <a:lstStyle/>
                    <a:p>
                      <a:pPr algn="ctr">
                        <a:lnSpc>
                          <a:spcPct val="107000"/>
                        </a:lnSpc>
                        <a:spcAft>
                          <a:spcPts val="800"/>
                        </a:spcAft>
                      </a:pPr>
                      <a:r>
                        <a:rPr lang="en-US" sz="900" b="0">
                          <a:effectLst/>
                        </a:rPr>
                        <a:t>8.3</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b="0">
                          <a:effectLst/>
                        </a:rPr>
                        <a:t>81</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0">
                          <a:effectLst/>
                        </a:rPr>
                        <a:t>81.6798</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0">
                          <a:effectLst/>
                        </a:rPr>
                        <a:t>-0.6798</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0" dirty="0">
                          <a:effectLst/>
                        </a:rPr>
                        <a:t>0.6798</a:t>
                      </a:r>
                      <a:endParaRPr lang="en-US" sz="11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30167546"/>
                  </a:ext>
                </a:extLst>
              </a:tr>
              <a:tr h="200025">
                <a:tc>
                  <a:txBody>
                    <a:bodyPr/>
                    <a:lstStyle/>
                    <a:p>
                      <a:pPr>
                        <a:lnSpc>
                          <a:spcPct val="107000"/>
                        </a:lnSpc>
                      </a:pPr>
                      <a:endParaRPr lang="en-US" sz="1100" b="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b="0" dirty="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b="0">
                        <a:effectLst/>
                        <a:latin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1" dirty="0">
                          <a:effectLst/>
                        </a:rPr>
                        <a:t>MAE:</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1" dirty="0">
                          <a:effectLst/>
                        </a:rPr>
                        <a:t>2.350073</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332879998"/>
                  </a:ext>
                </a:extLst>
              </a:tr>
            </a:tbl>
          </a:graphicData>
        </a:graphic>
      </p:graphicFrame>
    </p:spTree>
    <p:extLst>
      <p:ext uri="{BB962C8B-B14F-4D97-AF65-F5344CB8AC3E}">
        <p14:creationId xmlns:p14="http://schemas.microsoft.com/office/powerpoint/2010/main" val="4204332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es-ES" dirty="0"/>
              <a:t>Analisis </a:t>
            </a:r>
            <a:r>
              <a:rPr lang="en-US" dirty="0"/>
              <a:t>Mean Square Error (MSE)</a:t>
            </a:r>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pPr>
                <a:r>
                  <a:rPr lang="id-ID" sz="1400" dirty="0">
                    <a:latin typeface="+mj-lt"/>
                  </a:rPr>
                  <a:t>MSE memiliki perbedaan sedikit dengan MAE, yaitu adanya fungsi kuadratik pada perhitungan sehingga didapatkan rumus berikut:</a:t>
                </a:r>
              </a:p>
              <a:p>
                <a:pPr marL="0" indent="0">
                  <a:lnSpc>
                    <a:spcPct val="100000"/>
                  </a:lnSpc>
                  <a:buNone/>
                </a:pPr>
                <a14:m>
                  <m:oMathPara xmlns:m="http://schemas.openxmlformats.org/officeDocument/2006/math">
                    <m:oMathParaPr>
                      <m:jc m:val="centerGroup"/>
                    </m:oMathParaPr>
                    <m:oMath xmlns:m="http://schemas.openxmlformats.org/officeDocument/2006/math">
                      <m:r>
                        <a:rPr lang="id-ID" sz="1800" i="1" smtClean="0">
                          <a:effectLst/>
                          <a:latin typeface="Cambria Math" panose="02040503050406030204" pitchFamily="18" charset="0"/>
                          <a:ea typeface="Calibri" panose="020F0502020204030204" pitchFamily="34" charset="0"/>
                          <a:cs typeface="Arial" panose="020B0604020202020204" pitchFamily="34" charset="0"/>
                        </a:rPr>
                        <m:t>𝑀𝑆𝐸</m:t>
                      </m:r>
                      <m:r>
                        <a:rPr lang="id-ID" sz="1800" i="1" smtClean="0">
                          <a:effectLst/>
                          <a:latin typeface="Cambria Math" panose="02040503050406030204" pitchFamily="18" charset="0"/>
                          <a:ea typeface="Calibri" panose="020F0502020204030204" pitchFamily="34" charset="0"/>
                          <a:cs typeface="Arial" panose="020B0604020202020204" pitchFamily="34" charset="0"/>
                        </a:rPr>
                        <m:t>=</m:t>
                      </m:r>
                      <m:nary>
                        <m:naryPr>
                          <m:chr m:val="∑"/>
                          <m:limLoc m:val="undOvr"/>
                          <m:subHide m:val="on"/>
                          <m:supHide m:val="on"/>
                          <m:ctrlPr>
                            <a:rPr lang="en-US" sz="1100" i="1">
                              <a:effectLst/>
                              <a:latin typeface="Cambria Math" panose="02040503050406030204" pitchFamily="18" charset="0"/>
                            </a:rPr>
                          </m:ctrlPr>
                        </m:naryPr>
                        <m:sub/>
                        <m:sup/>
                        <m:e>
                          <m:f>
                            <m:fPr>
                              <m:ctrlPr>
                                <a:rPr lang="en-US" sz="1100" i="1">
                                  <a:effectLst/>
                                  <a:latin typeface="Cambria Math" panose="02040503050406030204" pitchFamily="18" charset="0"/>
                                </a:rPr>
                              </m:ctrlPr>
                            </m:fPr>
                            <m:num>
                              <m:sSup>
                                <m:sSupPr>
                                  <m:ctrlPr>
                                    <a:rPr lang="en-US" sz="1100" i="1">
                                      <a:effectLst/>
                                      <a:latin typeface="Cambria Math" panose="02040503050406030204" pitchFamily="18" charset="0"/>
                                    </a:rPr>
                                  </m:ctrlPr>
                                </m:sSupPr>
                                <m:e>
                                  <m:d>
                                    <m:dPr>
                                      <m:ctrlPr>
                                        <a:rPr lang="en-US" sz="1100" i="1">
                                          <a:effectLst/>
                                          <a:latin typeface="Cambria Math" panose="02040503050406030204" pitchFamily="18" charset="0"/>
                                        </a:rPr>
                                      </m:ctrlPr>
                                    </m:dPr>
                                    <m:e>
                                      <m:r>
                                        <a:rPr lang="id-ID" sz="1800" i="1">
                                          <a:effectLst/>
                                          <a:latin typeface="Cambria Math" panose="02040503050406030204" pitchFamily="18" charset="0"/>
                                          <a:ea typeface="Calibri" panose="020F0502020204030204" pitchFamily="34" charset="0"/>
                                          <a:cs typeface="Arial" panose="020B0604020202020204" pitchFamily="34" charset="0"/>
                                        </a:rPr>
                                        <m:t>Ŷ−</m:t>
                                      </m:r>
                                      <m:r>
                                        <a:rPr lang="id-ID" sz="1800" i="1">
                                          <a:effectLst/>
                                          <a:latin typeface="Cambria Math" panose="02040503050406030204" pitchFamily="18" charset="0"/>
                                          <a:ea typeface="Calibri" panose="020F0502020204030204" pitchFamily="34" charset="0"/>
                                          <a:cs typeface="Arial" panose="020B0604020202020204" pitchFamily="34" charset="0"/>
                                        </a:rPr>
                                        <m:t>𝑌</m:t>
                                      </m:r>
                                    </m:e>
                                  </m:d>
                                </m:e>
                                <m:sup>
                                  <m:r>
                                    <a:rPr lang="id-ID" sz="1800" i="1">
                                      <a:effectLst/>
                                      <a:latin typeface="Cambria Math" panose="02040503050406030204" pitchFamily="18" charset="0"/>
                                      <a:ea typeface="Calibri" panose="020F0502020204030204" pitchFamily="34" charset="0"/>
                                      <a:cs typeface="Arial" panose="020B0604020202020204" pitchFamily="34" charset="0"/>
                                    </a:rPr>
                                    <m:t>2</m:t>
                                  </m:r>
                                </m:sup>
                              </m:sSup>
                            </m:num>
                            <m:den>
                              <m:r>
                                <a:rPr lang="id-ID" sz="1800" i="1">
                                  <a:effectLst/>
                                  <a:latin typeface="Cambria Math" panose="02040503050406030204" pitchFamily="18" charset="0"/>
                                  <a:ea typeface="Calibri" panose="020F0502020204030204" pitchFamily="34" charset="0"/>
                                  <a:cs typeface="Arial" panose="020B0604020202020204" pitchFamily="34" charset="0"/>
                                </a:rPr>
                                <m:t>𝑛</m:t>
                              </m:r>
                            </m:den>
                          </m:f>
                        </m:e>
                      </m:nary>
                    </m:oMath>
                  </m:oMathPara>
                </a14:m>
                <a:endParaRPr lang="id-ID" sz="1400" dirty="0">
                  <a:latin typeface="+mj-lt"/>
                </a:endParaRPr>
              </a:p>
              <a:p>
                <a:pPr marL="0" indent="0">
                  <a:lnSpc>
                    <a:spcPct val="100000"/>
                  </a:lnSpc>
                  <a:spcBef>
                    <a:spcPts val="0"/>
                  </a:spcBef>
                  <a:buNone/>
                </a:pPr>
                <a:r>
                  <a:rPr lang="id-ID" sz="1400" dirty="0">
                    <a:latin typeface="+mj-lt"/>
                  </a:rPr>
                  <a:t>Keterangan:</a:t>
                </a:r>
              </a:p>
              <a:p>
                <a:pPr>
                  <a:lnSpc>
                    <a:spcPct val="100000"/>
                  </a:lnSpc>
                  <a:spcBef>
                    <a:spcPts val="0"/>
                  </a:spcBef>
                </a:pPr>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Ŷ </m:t>
                    </m:r>
                  </m:oMath>
                </a14:m>
                <a:r>
                  <a:rPr lang="id-ID" sz="1400" dirty="0">
                    <a:latin typeface="+mj-lt"/>
                  </a:rPr>
                  <a:t>	= nilai prediksi</a:t>
                </a:r>
              </a:p>
              <a:p>
                <a:pPr>
                  <a:lnSpc>
                    <a:spcPct val="100000"/>
                  </a:lnSpc>
                  <a:spcBef>
                    <a:spcPts val="0"/>
                  </a:spcBef>
                </a:pPr>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𝑌</m:t>
                    </m:r>
                    <m:r>
                      <a:rPr lang="id-ID" sz="1400" i="1" smtClean="0">
                        <a:effectLst/>
                        <a:latin typeface="Cambria Math" panose="02040503050406030204" pitchFamily="18" charset="0"/>
                        <a:ea typeface="Calibri" panose="020F0502020204030204" pitchFamily="34" charset="0"/>
                        <a:cs typeface="Arial" panose="020B0604020202020204" pitchFamily="34" charset="0"/>
                      </a:rPr>
                      <m:t> </m:t>
                    </m:r>
                  </m:oMath>
                </a14:m>
                <a:r>
                  <a:rPr lang="id-ID" sz="1400" dirty="0">
                    <a:latin typeface="+mj-lt"/>
                  </a:rPr>
                  <a:t>	= nilai aktual</a:t>
                </a:r>
              </a:p>
              <a:p>
                <a:pPr>
                  <a:lnSpc>
                    <a:spcPct val="100000"/>
                  </a:lnSpc>
                  <a:spcBef>
                    <a:spcPts val="0"/>
                  </a:spcBef>
                </a:pPr>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𝑛</m:t>
                    </m:r>
                    <m:r>
                      <a:rPr lang="id-ID" sz="1400" i="1" smtClean="0">
                        <a:effectLst/>
                        <a:latin typeface="Cambria Math" panose="02040503050406030204" pitchFamily="18" charset="0"/>
                        <a:ea typeface="Calibri" panose="020F0502020204030204" pitchFamily="34" charset="0"/>
                        <a:cs typeface="Arial" panose="020B0604020202020204" pitchFamily="34" charset="0"/>
                      </a:rPr>
                      <m:t> </m:t>
                    </m:r>
                  </m:oMath>
                </a14:m>
                <a:r>
                  <a:rPr lang="id-ID" sz="1400" dirty="0">
                    <a:latin typeface="+mj-lt"/>
                  </a:rPr>
                  <a:t>	= jumlah data</a:t>
                </a:r>
              </a:p>
              <a:p>
                <a:pPr marL="0" indent="0">
                  <a:lnSpc>
                    <a:spcPct val="100000"/>
                  </a:lnSpc>
                  <a:buNone/>
                </a:pPr>
                <a:endParaRPr lang="id-ID" sz="14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l="-309" t="-374"/>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el 6">
            <a:extLst>
              <a:ext uri="{FF2B5EF4-FFF2-40B4-BE49-F238E27FC236}">
                <a16:creationId xmlns:a16="http://schemas.microsoft.com/office/drawing/2014/main" id="{7598473D-811C-4099-A43B-A06AB191EB50}"/>
              </a:ext>
            </a:extLst>
          </p:cNvPr>
          <p:cNvGraphicFramePr>
            <a:graphicFrameLocks noGrp="1"/>
          </p:cNvGraphicFramePr>
          <p:nvPr>
            <p:extLst>
              <p:ext uri="{D42A27DB-BD31-4B8C-83A1-F6EECF244321}">
                <p14:modId xmlns:p14="http://schemas.microsoft.com/office/powerpoint/2010/main" val="836145038"/>
              </p:ext>
            </p:extLst>
          </p:nvPr>
        </p:nvGraphicFramePr>
        <p:xfrm>
          <a:off x="2726373" y="2571750"/>
          <a:ext cx="3847608" cy="1114425"/>
        </p:xfrm>
        <a:graphic>
          <a:graphicData uri="http://schemas.openxmlformats.org/drawingml/2006/table">
            <a:tbl>
              <a:tblPr firstRow="1" firstCol="1" bandRow="1">
                <a:tableStyleId>{69012ECD-51FC-41F1-AA8D-1B2483CD663E}</a:tableStyleId>
              </a:tblPr>
              <a:tblGrid>
                <a:gridCol w="609600">
                  <a:extLst>
                    <a:ext uri="{9D8B030D-6E8A-4147-A177-3AD203B41FA5}">
                      <a16:colId xmlns:a16="http://schemas.microsoft.com/office/drawing/2014/main" val="482449482"/>
                    </a:ext>
                  </a:extLst>
                </a:gridCol>
                <a:gridCol w="609600">
                  <a:extLst>
                    <a:ext uri="{9D8B030D-6E8A-4147-A177-3AD203B41FA5}">
                      <a16:colId xmlns:a16="http://schemas.microsoft.com/office/drawing/2014/main" val="2304320971"/>
                    </a:ext>
                  </a:extLst>
                </a:gridCol>
                <a:gridCol w="889000">
                  <a:extLst>
                    <a:ext uri="{9D8B030D-6E8A-4147-A177-3AD203B41FA5}">
                      <a16:colId xmlns:a16="http://schemas.microsoft.com/office/drawing/2014/main" val="3940462643"/>
                    </a:ext>
                  </a:extLst>
                </a:gridCol>
                <a:gridCol w="762000">
                  <a:extLst>
                    <a:ext uri="{9D8B030D-6E8A-4147-A177-3AD203B41FA5}">
                      <a16:colId xmlns:a16="http://schemas.microsoft.com/office/drawing/2014/main" val="1856992245"/>
                    </a:ext>
                  </a:extLst>
                </a:gridCol>
                <a:gridCol w="977408">
                  <a:extLst>
                    <a:ext uri="{9D8B030D-6E8A-4147-A177-3AD203B41FA5}">
                      <a16:colId xmlns:a16="http://schemas.microsoft.com/office/drawing/2014/main" val="2488920072"/>
                    </a:ext>
                  </a:extLst>
                </a:gridCol>
              </a:tblGrid>
              <a:tr h="314325">
                <a:tc>
                  <a:txBody>
                    <a:bodyPr/>
                    <a:lstStyle/>
                    <a:p>
                      <a:pPr algn="ctr">
                        <a:lnSpc>
                          <a:spcPct val="107000"/>
                        </a:lnSpc>
                        <a:spcAft>
                          <a:spcPts val="800"/>
                        </a:spcAft>
                      </a:pPr>
                      <a:r>
                        <a:rPr lang="en-US" sz="900">
                          <a:effectLst/>
                        </a:rPr>
                        <a:t>Hours (x)</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Scores (y)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Predicted (ŷ)</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Residual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(Ŷ-Y)</a:t>
                      </a:r>
                      <a:r>
                        <a:rPr lang="en-US" sz="1100" baseline="30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807245287"/>
                  </a:ext>
                </a:extLst>
              </a:tr>
              <a:tr h="200025">
                <a:tc>
                  <a:txBody>
                    <a:bodyPr/>
                    <a:lstStyle/>
                    <a:p>
                      <a:pPr algn="ctr">
                        <a:lnSpc>
                          <a:spcPct val="107000"/>
                        </a:lnSpc>
                        <a:spcAft>
                          <a:spcPts val="800"/>
                        </a:spcAft>
                      </a:pPr>
                      <a:r>
                        <a:rPr lang="en-US" sz="900" b="0" dirty="0">
                          <a:effectLst/>
                        </a:rPr>
                        <a:t>5.1</a:t>
                      </a:r>
                      <a:endParaRPr lang="en-US" sz="11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47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51.08615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-4.08615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16.69662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19103923"/>
                  </a:ext>
                </a:extLst>
              </a:tr>
              <a:tr h="200025">
                <a:tc>
                  <a:txBody>
                    <a:bodyPr/>
                    <a:lstStyle/>
                    <a:p>
                      <a:pPr algn="ctr">
                        <a:lnSpc>
                          <a:spcPct val="107000"/>
                        </a:lnSpc>
                        <a:spcAft>
                          <a:spcPts val="800"/>
                        </a:spcAft>
                      </a:pPr>
                      <a:r>
                        <a:rPr lang="en-US" sz="900" b="0" dirty="0">
                          <a:effectLst/>
                        </a:rPr>
                        <a:t>9.2</a:t>
                      </a:r>
                      <a:endParaRPr lang="en-US" sz="11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88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90.28427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-2.28427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5.217889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251728475"/>
                  </a:ext>
                </a:extLst>
              </a:tr>
              <a:tr h="200025">
                <a:tc>
                  <a:txBody>
                    <a:bodyPr/>
                    <a:lstStyle/>
                    <a:p>
                      <a:pPr algn="ctr">
                        <a:lnSpc>
                          <a:spcPct val="107000"/>
                        </a:lnSpc>
                        <a:spcAft>
                          <a:spcPts val="800"/>
                        </a:spcAft>
                      </a:pPr>
                      <a:r>
                        <a:rPr lang="en-US" sz="900" b="0" dirty="0">
                          <a:effectLst/>
                        </a:rPr>
                        <a:t>8.3</a:t>
                      </a:r>
                      <a:endParaRPr lang="en-US" sz="11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81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81.6798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-0.6798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0.462128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503970553"/>
                  </a:ext>
                </a:extLst>
              </a:tr>
              <a:tr h="200025">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1">
                          <a:effectLst/>
                        </a:rPr>
                        <a:t>MSE</a:t>
                      </a:r>
                      <a:r>
                        <a:rPr lang="id-ID" sz="1100" b="1">
                          <a:effectLst/>
                        </a:rPr>
                        <a:t>:</a:t>
                      </a:r>
                      <a:endParaRPr lang="en-US" sz="11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1" dirty="0">
                          <a:effectLst/>
                        </a:rPr>
                        <a:t>7.45888</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514810668"/>
                  </a:ext>
                </a:extLst>
              </a:tr>
            </a:tbl>
          </a:graphicData>
        </a:graphic>
      </p:graphicFrame>
    </p:spTree>
    <p:extLst>
      <p:ext uri="{BB962C8B-B14F-4D97-AF65-F5344CB8AC3E}">
        <p14:creationId xmlns:p14="http://schemas.microsoft.com/office/powerpoint/2010/main" val="62223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es-ES" dirty="0"/>
              <a:t>Analisis </a:t>
            </a:r>
            <a:r>
              <a:rPr lang="en-US" dirty="0"/>
              <a:t>Mean Square Error (MSE)</a:t>
            </a:r>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pPr>
            <a:r>
              <a:rPr lang="id-ID" sz="1400" dirty="0">
                <a:latin typeface="+mj-lt"/>
              </a:rPr>
              <a:t>Pertanyaannya mungkin sederhana, “Kapan kita menggunakan MAE dan MSE?”</a:t>
            </a:r>
          </a:p>
          <a:p>
            <a:pPr>
              <a:lnSpc>
                <a:spcPct val="100000"/>
              </a:lnSpc>
              <a:buFont typeface="Wingdings" panose="05000000000000000000" pitchFamily="2" charset="2"/>
              <a:buChar char="ü"/>
            </a:pPr>
            <a:r>
              <a:rPr lang="id-ID" sz="1400" dirty="0">
                <a:latin typeface="+mj-lt"/>
              </a:rPr>
              <a:t>Apakah data kita memiliki nilai </a:t>
            </a:r>
            <a:r>
              <a:rPr lang="id-ID" sz="1400" dirty="0" err="1">
                <a:latin typeface="+mj-lt"/>
              </a:rPr>
              <a:t>outlier</a:t>
            </a:r>
            <a:r>
              <a:rPr lang="id-ID" sz="1400" dirty="0">
                <a:latin typeface="+mj-lt"/>
              </a:rPr>
              <a:t>? Jika ya, maka gunakan MAE untuk menghitung evaluasinya.</a:t>
            </a:r>
          </a:p>
          <a:p>
            <a:pPr>
              <a:lnSpc>
                <a:spcPct val="100000"/>
              </a:lnSpc>
              <a:buFont typeface="Wingdings" panose="05000000000000000000" pitchFamily="2" charset="2"/>
              <a:buChar char="ü"/>
            </a:pPr>
            <a:r>
              <a:rPr lang="id-ID" sz="1400" dirty="0">
                <a:latin typeface="+mj-lt"/>
              </a:rPr>
              <a:t>Apakah kita yakin bahwa data tersebut adalah nilai </a:t>
            </a:r>
            <a:r>
              <a:rPr lang="id-ID" sz="1400" dirty="0" err="1">
                <a:latin typeface="+mj-lt"/>
              </a:rPr>
              <a:t>outlier</a:t>
            </a:r>
            <a:r>
              <a:rPr lang="id-ID" sz="1400" dirty="0">
                <a:latin typeface="+mj-lt"/>
              </a:rPr>
              <a:t>? Jika ya, maka gunakan MAE.</a:t>
            </a:r>
          </a:p>
          <a:p>
            <a:pPr>
              <a:lnSpc>
                <a:spcPct val="100000"/>
              </a:lnSpc>
              <a:buFont typeface="Wingdings" panose="05000000000000000000" pitchFamily="2" charset="2"/>
              <a:buChar char="ü"/>
            </a:pPr>
            <a:r>
              <a:rPr lang="id-ID" sz="1400" dirty="0">
                <a:latin typeface="+mj-lt"/>
              </a:rPr>
              <a:t>Apakah kita memiliki data yang tak terduga dan perlu perhatian khusus? Jika ya, maka gunakan MSE.</a:t>
            </a:r>
          </a:p>
          <a:p>
            <a:pPr>
              <a:lnSpc>
                <a:spcPct val="100000"/>
              </a:lnSpc>
            </a:pPr>
            <a:endParaRPr lang="id-ID" sz="1400" dirty="0">
              <a:latin typeface="+mj-lt"/>
            </a:endParaRP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818327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es-ES" sz="2800" dirty="0"/>
              <a:t>Analisis </a:t>
            </a:r>
            <a:r>
              <a:rPr lang="en-US" sz="2800" dirty="0"/>
              <a:t>Root Mean Square Error (RMSE)</a:t>
            </a:r>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pPr>
                <a:r>
                  <a:rPr lang="id-ID" sz="1400" dirty="0">
                    <a:latin typeface="+mj-lt"/>
                  </a:rPr>
                  <a:t>Secara teknis, RMSE hanya melakukan akar kuadrat terhadap hasil dari MSE.</a:t>
                </a:r>
              </a:p>
              <a:p>
                <a:pPr>
                  <a:lnSpc>
                    <a:spcPct val="100000"/>
                  </a:lnSpc>
                </a:pPr>
                <a:r>
                  <a:rPr lang="id-ID" sz="1400" dirty="0">
                    <a:latin typeface="+mj-lt"/>
                  </a:rPr>
                  <a:t> Namun justru dampaknya jadi sangat terlihat, karena angka berlipat ganda yang dihasilkan oleh MSE menjadi normal kembali akibat RMSE. Rumusnya adalah:</a:t>
                </a:r>
              </a:p>
              <a:p>
                <a:pPr marL="0" indent="0">
                  <a:lnSpc>
                    <a:spcPct val="100000"/>
                  </a:lnSpc>
                  <a:buNone/>
                </a:pPr>
                <a14:m>
                  <m:oMathPara xmlns:m="http://schemas.openxmlformats.org/officeDocument/2006/math">
                    <m:oMathParaPr>
                      <m:jc m:val="centerGroup"/>
                    </m:oMathParaPr>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𝑅𝑀𝑆𝐸</m:t>
                      </m:r>
                      <m:r>
                        <a:rPr lang="id-ID" sz="1400" i="1" smtClean="0">
                          <a:effectLst/>
                          <a:latin typeface="Cambria Math" panose="02040503050406030204" pitchFamily="18" charset="0"/>
                          <a:ea typeface="Calibri" panose="020F0502020204030204" pitchFamily="34" charset="0"/>
                          <a:cs typeface="Arial" panose="020B0604020202020204" pitchFamily="34" charset="0"/>
                        </a:rPr>
                        <m:t>=</m:t>
                      </m:r>
                      <m:rad>
                        <m:radPr>
                          <m:degHide m:val="on"/>
                          <m:ctrlPr>
                            <a:rPr lang="en-US" sz="1400" i="1">
                              <a:effectLst/>
                              <a:latin typeface="Cambria Math" panose="02040503050406030204" pitchFamily="18" charset="0"/>
                            </a:rPr>
                          </m:ctrlPr>
                        </m:radPr>
                        <m:deg/>
                        <m:e>
                          <m:r>
                            <a:rPr lang="id-ID" sz="1400" i="1">
                              <a:effectLst/>
                              <a:latin typeface="Cambria Math" panose="02040503050406030204" pitchFamily="18" charset="0"/>
                              <a:ea typeface="Calibri" panose="020F0502020204030204" pitchFamily="34" charset="0"/>
                              <a:cs typeface="Arial" panose="020B0604020202020204" pitchFamily="34" charset="0"/>
                            </a:rPr>
                            <m:t>𝑀𝑆𝐸</m:t>
                          </m:r>
                        </m:e>
                      </m:rad>
                      <m:r>
                        <a:rPr lang="id-ID" sz="1400" i="1">
                          <a:effectLst/>
                          <a:latin typeface="Cambria Math" panose="02040503050406030204" pitchFamily="18" charset="0"/>
                          <a:ea typeface="Calibri" panose="020F0502020204030204" pitchFamily="34" charset="0"/>
                          <a:cs typeface="Arial" panose="020B0604020202020204" pitchFamily="34" charset="0"/>
                        </a:rPr>
                        <m:t>=</m:t>
                      </m:r>
                      <m:rad>
                        <m:radPr>
                          <m:degHide m:val="on"/>
                          <m:ctrlPr>
                            <a:rPr lang="en-US" sz="1400" i="1">
                              <a:effectLst/>
                              <a:latin typeface="Cambria Math" panose="02040503050406030204" pitchFamily="18" charset="0"/>
                            </a:rPr>
                          </m:ctrlPr>
                        </m:radPr>
                        <m:deg/>
                        <m:e>
                          <m:nary>
                            <m:naryPr>
                              <m:chr m:val="∑"/>
                              <m:limLoc m:val="undOvr"/>
                              <m:subHide m:val="on"/>
                              <m:supHide m:val="on"/>
                              <m:ctrlPr>
                                <a:rPr lang="en-US" sz="1400" i="1">
                                  <a:effectLst/>
                                  <a:latin typeface="Cambria Math" panose="02040503050406030204" pitchFamily="18" charset="0"/>
                                </a:rPr>
                              </m:ctrlPr>
                            </m:naryPr>
                            <m:sub/>
                            <m:sup/>
                            <m:e>
                              <m:f>
                                <m:fPr>
                                  <m:ctrlPr>
                                    <a:rPr lang="en-US" sz="1400" i="1">
                                      <a:effectLst/>
                                      <a:latin typeface="Cambria Math" panose="02040503050406030204" pitchFamily="18" charset="0"/>
                                    </a:rPr>
                                  </m:ctrlPr>
                                </m:fPr>
                                <m:num>
                                  <m:sSup>
                                    <m:sSupPr>
                                      <m:ctrlPr>
                                        <a:rPr lang="en-US" sz="1400" i="1">
                                          <a:effectLst/>
                                          <a:latin typeface="Cambria Math" panose="02040503050406030204" pitchFamily="18" charset="0"/>
                                        </a:rPr>
                                      </m:ctrlPr>
                                    </m:sSupPr>
                                    <m:e>
                                      <m:d>
                                        <m:dPr>
                                          <m:ctrlPr>
                                            <a:rPr lang="en-US" sz="1400" i="1">
                                              <a:effectLst/>
                                              <a:latin typeface="Cambria Math" panose="02040503050406030204" pitchFamily="18" charset="0"/>
                                            </a:rPr>
                                          </m:ctrlPr>
                                        </m:dPr>
                                        <m:e>
                                          <m:r>
                                            <a:rPr lang="id-ID" sz="1400" i="1">
                                              <a:effectLst/>
                                              <a:latin typeface="Cambria Math" panose="02040503050406030204" pitchFamily="18" charset="0"/>
                                              <a:ea typeface="Calibri" panose="020F0502020204030204" pitchFamily="34" charset="0"/>
                                              <a:cs typeface="Arial" panose="020B0604020202020204" pitchFamily="34" charset="0"/>
                                            </a:rPr>
                                            <m:t>Ŷ−</m:t>
                                          </m:r>
                                          <m:r>
                                            <a:rPr lang="id-ID" sz="1400" i="1">
                                              <a:effectLst/>
                                              <a:latin typeface="Cambria Math" panose="02040503050406030204" pitchFamily="18" charset="0"/>
                                              <a:ea typeface="Calibri" panose="020F0502020204030204" pitchFamily="34" charset="0"/>
                                              <a:cs typeface="Arial" panose="020B0604020202020204" pitchFamily="34" charset="0"/>
                                            </a:rPr>
                                            <m:t>𝑌</m:t>
                                          </m:r>
                                        </m:e>
                                      </m:d>
                                    </m:e>
                                    <m:sup>
                                      <m:r>
                                        <a:rPr lang="id-ID" sz="1400" i="1">
                                          <a:effectLst/>
                                          <a:latin typeface="Cambria Math" panose="02040503050406030204" pitchFamily="18" charset="0"/>
                                          <a:ea typeface="Calibri" panose="020F0502020204030204" pitchFamily="34" charset="0"/>
                                          <a:cs typeface="Arial" panose="020B0604020202020204" pitchFamily="34" charset="0"/>
                                        </a:rPr>
                                        <m:t>2</m:t>
                                      </m:r>
                                    </m:sup>
                                  </m:sSup>
                                </m:num>
                                <m:den>
                                  <m:r>
                                    <a:rPr lang="id-ID" sz="1400" i="1">
                                      <a:effectLst/>
                                      <a:latin typeface="Cambria Math" panose="02040503050406030204" pitchFamily="18" charset="0"/>
                                      <a:ea typeface="Calibri" panose="020F0502020204030204" pitchFamily="34" charset="0"/>
                                      <a:cs typeface="Arial" panose="020B0604020202020204" pitchFamily="34" charset="0"/>
                                    </a:rPr>
                                    <m:t>𝑛</m:t>
                                  </m:r>
                                </m:den>
                              </m:f>
                            </m:e>
                          </m:nary>
                        </m:e>
                      </m:rad>
                    </m:oMath>
                  </m:oMathPara>
                </a14:m>
                <a:endParaRPr lang="id-ID" sz="1400" dirty="0">
                  <a:latin typeface="+mj-lt"/>
                </a:endParaRPr>
              </a:p>
              <a:p>
                <a:pPr>
                  <a:lnSpc>
                    <a:spcPct val="100000"/>
                  </a:lnSpc>
                </a:pPr>
                <a:endParaRPr lang="id-ID" sz="14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l="-103" t="-374"/>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el 5">
            <a:extLst>
              <a:ext uri="{FF2B5EF4-FFF2-40B4-BE49-F238E27FC236}">
                <a16:creationId xmlns:a16="http://schemas.microsoft.com/office/drawing/2014/main" id="{0C3A86E1-B868-48A2-B23B-536C87BBFFD6}"/>
              </a:ext>
            </a:extLst>
          </p:cNvPr>
          <p:cNvGraphicFramePr>
            <a:graphicFrameLocks noGrp="1"/>
          </p:cNvGraphicFramePr>
          <p:nvPr>
            <p:extLst>
              <p:ext uri="{D42A27DB-BD31-4B8C-83A1-F6EECF244321}">
                <p14:modId xmlns:p14="http://schemas.microsoft.com/office/powerpoint/2010/main" val="41504493"/>
              </p:ext>
            </p:extLst>
          </p:nvPr>
        </p:nvGraphicFramePr>
        <p:xfrm>
          <a:off x="1147647" y="3350023"/>
          <a:ext cx="4562705" cy="1282700"/>
        </p:xfrm>
        <a:graphic>
          <a:graphicData uri="http://schemas.openxmlformats.org/drawingml/2006/table">
            <a:tbl>
              <a:tblPr firstRow="1" firstCol="1" bandRow="1">
                <a:tableStyleId>{69012ECD-51FC-41F1-AA8D-1B2483CD663E}</a:tableStyleId>
              </a:tblPr>
              <a:tblGrid>
                <a:gridCol w="909718">
                  <a:extLst>
                    <a:ext uri="{9D8B030D-6E8A-4147-A177-3AD203B41FA5}">
                      <a16:colId xmlns:a16="http://schemas.microsoft.com/office/drawing/2014/main" val="3894946920"/>
                    </a:ext>
                  </a:extLst>
                </a:gridCol>
                <a:gridCol w="917560">
                  <a:extLst>
                    <a:ext uri="{9D8B030D-6E8A-4147-A177-3AD203B41FA5}">
                      <a16:colId xmlns:a16="http://schemas.microsoft.com/office/drawing/2014/main" val="1547804190"/>
                    </a:ext>
                  </a:extLst>
                </a:gridCol>
                <a:gridCol w="1129305">
                  <a:extLst>
                    <a:ext uri="{9D8B030D-6E8A-4147-A177-3AD203B41FA5}">
                      <a16:colId xmlns:a16="http://schemas.microsoft.com/office/drawing/2014/main" val="2687067899"/>
                    </a:ext>
                  </a:extLst>
                </a:gridCol>
                <a:gridCol w="917560">
                  <a:extLst>
                    <a:ext uri="{9D8B030D-6E8A-4147-A177-3AD203B41FA5}">
                      <a16:colId xmlns:a16="http://schemas.microsoft.com/office/drawing/2014/main" val="1291723800"/>
                    </a:ext>
                  </a:extLst>
                </a:gridCol>
                <a:gridCol w="688562">
                  <a:extLst>
                    <a:ext uri="{9D8B030D-6E8A-4147-A177-3AD203B41FA5}">
                      <a16:colId xmlns:a16="http://schemas.microsoft.com/office/drawing/2014/main" val="104972656"/>
                    </a:ext>
                  </a:extLst>
                </a:gridCol>
              </a:tblGrid>
              <a:tr h="194915">
                <a:tc>
                  <a:txBody>
                    <a:bodyPr/>
                    <a:lstStyle/>
                    <a:p>
                      <a:pPr algn="ctr">
                        <a:lnSpc>
                          <a:spcPct val="107000"/>
                        </a:lnSpc>
                        <a:spcAft>
                          <a:spcPts val="800"/>
                        </a:spcAft>
                      </a:pPr>
                      <a:r>
                        <a:rPr lang="en-US" sz="900">
                          <a:effectLst/>
                        </a:rPr>
                        <a:t>Hours (x)</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Scores (y)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Predicted (ŷ)</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Residual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(Ŷ-Y)</a:t>
                      </a:r>
                      <a:r>
                        <a:rPr lang="en-US" sz="1100" baseline="30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79708467"/>
                  </a:ext>
                </a:extLst>
              </a:tr>
              <a:tr h="217557">
                <a:tc>
                  <a:txBody>
                    <a:bodyPr/>
                    <a:lstStyle/>
                    <a:p>
                      <a:pPr algn="ctr">
                        <a:lnSpc>
                          <a:spcPct val="107000"/>
                        </a:lnSpc>
                        <a:spcAft>
                          <a:spcPts val="800"/>
                        </a:spcAft>
                      </a:pPr>
                      <a:r>
                        <a:rPr lang="en-US" sz="900" b="0">
                          <a:effectLst/>
                        </a:rPr>
                        <a:t>5.1</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47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51.08615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-4.08615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16.69662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63914075"/>
                  </a:ext>
                </a:extLst>
              </a:tr>
              <a:tr h="217557">
                <a:tc>
                  <a:txBody>
                    <a:bodyPr/>
                    <a:lstStyle/>
                    <a:p>
                      <a:pPr algn="ctr">
                        <a:lnSpc>
                          <a:spcPct val="107000"/>
                        </a:lnSpc>
                        <a:spcAft>
                          <a:spcPts val="800"/>
                        </a:spcAft>
                      </a:pPr>
                      <a:r>
                        <a:rPr lang="en-US" sz="900" b="0">
                          <a:effectLst/>
                        </a:rPr>
                        <a:t>9.2</a:t>
                      </a:r>
                      <a:endParaRPr lang="en-US" sz="11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88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90.28427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-2.28427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5.217889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877942042"/>
                  </a:ext>
                </a:extLst>
              </a:tr>
              <a:tr h="217557">
                <a:tc>
                  <a:txBody>
                    <a:bodyPr/>
                    <a:lstStyle/>
                    <a:p>
                      <a:pPr algn="ctr">
                        <a:lnSpc>
                          <a:spcPct val="107000"/>
                        </a:lnSpc>
                        <a:spcAft>
                          <a:spcPts val="800"/>
                        </a:spcAft>
                      </a:pPr>
                      <a:r>
                        <a:rPr lang="en-US" sz="900" b="0" dirty="0">
                          <a:effectLst/>
                        </a:rPr>
                        <a:t>8.3</a:t>
                      </a:r>
                      <a:endParaRPr lang="en-US" sz="11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81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81.6798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-0.6798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0.462128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486565667"/>
                  </a:ext>
                </a:extLst>
              </a:tr>
              <a:tr h="217557">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1" dirty="0">
                          <a:effectLst/>
                        </a:rPr>
                        <a:t>MSE</a:t>
                      </a:r>
                      <a:r>
                        <a:rPr lang="id-ID" sz="1100" b="1" dirty="0">
                          <a:effectLst/>
                        </a:rPr>
                        <a:t>:</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1">
                          <a:effectLst/>
                        </a:rPr>
                        <a:t>7.45888</a:t>
                      </a:r>
                      <a:endParaRPr lang="en-US" sz="11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35753838"/>
                  </a:ext>
                </a:extLst>
              </a:tr>
              <a:tr h="217557">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1" dirty="0">
                          <a:effectLst/>
                        </a:rPr>
                        <a:t>RMSE</a:t>
                      </a:r>
                      <a:r>
                        <a:rPr lang="id-ID" sz="1100" b="1" dirty="0">
                          <a:effectLst/>
                        </a:rPr>
                        <a:t>:</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b="1" dirty="0">
                          <a:effectLst/>
                        </a:rPr>
                        <a:t>2.731095</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49911195"/>
                  </a:ext>
                </a:extLst>
              </a:tr>
            </a:tbl>
          </a:graphicData>
        </a:graphic>
      </p:graphicFrame>
    </p:spTree>
    <p:extLst>
      <p:ext uri="{BB962C8B-B14F-4D97-AF65-F5344CB8AC3E}">
        <p14:creationId xmlns:p14="http://schemas.microsoft.com/office/powerpoint/2010/main" val="24774530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es-ES" sz="2800" dirty="0"/>
              <a:t>Analisis </a:t>
            </a:r>
            <a:r>
              <a:rPr lang="en-US" sz="2800" dirty="0"/>
              <a:t>Root Mean Square Error (RMSE)</a:t>
            </a:r>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buFont typeface="Wingdings" panose="05000000000000000000" pitchFamily="2" charset="2"/>
              <a:buChar char="ü"/>
            </a:pPr>
            <a:r>
              <a:rPr lang="id-ID" sz="1400" dirty="0">
                <a:latin typeface="+mj-lt"/>
              </a:rPr>
              <a:t>MAE dan RMSE merupakan teknik evaluasi mencari rata-rata </a:t>
            </a:r>
            <a:r>
              <a:rPr lang="id-ID" sz="1400" dirty="0" err="1">
                <a:latin typeface="+mj-lt"/>
              </a:rPr>
              <a:t>error</a:t>
            </a:r>
            <a:r>
              <a:rPr lang="id-ID" sz="1400" dirty="0">
                <a:latin typeface="+mj-lt"/>
              </a:rPr>
              <a:t> pada model regresi, sehingga secara </a:t>
            </a:r>
            <a:r>
              <a:rPr lang="id-ID" sz="1400" dirty="0" err="1">
                <a:latin typeface="+mj-lt"/>
              </a:rPr>
              <a:t>default</a:t>
            </a:r>
            <a:r>
              <a:rPr lang="id-ID" sz="1400" dirty="0">
                <a:latin typeface="+mj-lt"/>
              </a:rPr>
              <a:t> keduanya bisa digunakan dalam kasus regresi.</a:t>
            </a:r>
          </a:p>
          <a:p>
            <a:pPr>
              <a:lnSpc>
                <a:spcPct val="100000"/>
              </a:lnSpc>
              <a:buFont typeface="Wingdings" panose="05000000000000000000" pitchFamily="2" charset="2"/>
              <a:buChar char="ü"/>
            </a:pPr>
            <a:r>
              <a:rPr lang="id-ID" sz="1400" dirty="0">
                <a:latin typeface="+mj-lt"/>
              </a:rPr>
              <a:t>Jika kita memiliki kasus yang di dalamnya terdapat nilai </a:t>
            </a:r>
            <a:r>
              <a:rPr lang="id-ID" sz="1400" dirty="0" err="1">
                <a:latin typeface="+mj-lt"/>
              </a:rPr>
              <a:t>outlier</a:t>
            </a:r>
            <a:r>
              <a:rPr lang="id-ID" sz="1400" dirty="0">
                <a:latin typeface="+mj-lt"/>
              </a:rPr>
              <a:t>, maka menggunakan MAE lebih baik dari pada RMSE.</a:t>
            </a:r>
          </a:p>
          <a:p>
            <a:pPr>
              <a:lnSpc>
                <a:spcPct val="100000"/>
              </a:lnSpc>
              <a:buFont typeface="Wingdings" panose="05000000000000000000" pitchFamily="2" charset="2"/>
              <a:buChar char="ü"/>
            </a:pPr>
            <a:r>
              <a:rPr lang="id-ID" sz="1400" dirty="0">
                <a:latin typeface="+mj-lt"/>
              </a:rPr>
              <a:t>Jika kita ingin membandingkan dua model regresi yang berbeda, maka gunakan RMSE untuk mengevaluasinya.</a:t>
            </a: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128016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fontScale="90000"/>
          </a:bodyPr>
          <a:lstStyle/>
          <a:p>
            <a:r>
              <a:rPr lang="es-ES" dirty="0"/>
              <a:t>Analisis </a:t>
            </a:r>
            <a:r>
              <a:rPr lang="en-US" dirty="0"/>
              <a:t>Mean Absolute Percentage Error (MAPE)</a:t>
            </a:r>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pPr>
                <a:r>
                  <a:rPr lang="id-ID" sz="1400" dirty="0">
                    <a:latin typeface="+mj-lt"/>
                  </a:rPr>
                  <a:t>Analisis </a:t>
                </a:r>
                <a:r>
                  <a:rPr lang="id-ID" sz="1400" dirty="0" err="1">
                    <a:latin typeface="+mj-lt"/>
                  </a:rPr>
                  <a:t>Mean</a:t>
                </a:r>
                <a:r>
                  <a:rPr lang="id-ID" sz="1400" dirty="0">
                    <a:latin typeface="+mj-lt"/>
                  </a:rPr>
                  <a:t> </a:t>
                </a:r>
                <a:r>
                  <a:rPr lang="id-ID" sz="1400" dirty="0" err="1">
                    <a:latin typeface="+mj-lt"/>
                  </a:rPr>
                  <a:t>Absolute</a:t>
                </a:r>
                <a:r>
                  <a:rPr lang="id-ID" sz="1400" dirty="0">
                    <a:latin typeface="+mj-lt"/>
                  </a:rPr>
                  <a:t> </a:t>
                </a:r>
                <a:r>
                  <a:rPr lang="id-ID" sz="1400" dirty="0" err="1">
                    <a:latin typeface="+mj-lt"/>
                  </a:rPr>
                  <a:t>Percentage</a:t>
                </a:r>
                <a:r>
                  <a:rPr lang="id-ID" sz="1400" dirty="0">
                    <a:latin typeface="+mj-lt"/>
                  </a:rPr>
                  <a:t> </a:t>
                </a:r>
                <a:r>
                  <a:rPr lang="id-ID" sz="1400" dirty="0" err="1">
                    <a:latin typeface="+mj-lt"/>
                  </a:rPr>
                  <a:t>Error</a:t>
                </a:r>
                <a:r>
                  <a:rPr lang="id-ID" sz="1400" dirty="0">
                    <a:latin typeface="+mj-lt"/>
                  </a:rPr>
                  <a:t> (MAPE) digunakan untuk mengukur keakuratan model regresi yang kita buat dalam melakukan prediksi. Rumusnya:</a:t>
                </a:r>
              </a:p>
              <a:p>
                <a:pPr marL="0" indent="0">
                  <a:lnSpc>
                    <a:spcPct val="100000"/>
                  </a:lnSpc>
                  <a:buNone/>
                </a:pPr>
                <a14:m>
                  <m:oMathPara xmlns:m="http://schemas.openxmlformats.org/officeDocument/2006/math">
                    <m:oMathParaPr>
                      <m:jc m:val="centerGroup"/>
                    </m:oMathParaPr>
                    <m:oMath xmlns:m="http://schemas.openxmlformats.org/officeDocument/2006/math">
                      <m:r>
                        <a:rPr lang="id-ID" sz="1800" i="1" smtClean="0">
                          <a:effectLst/>
                          <a:latin typeface="Cambria Math" panose="02040503050406030204" pitchFamily="18" charset="0"/>
                          <a:ea typeface="Calibri" panose="020F0502020204030204" pitchFamily="34" charset="0"/>
                          <a:cs typeface="Arial" panose="020B0604020202020204" pitchFamily="34" charset="0"/>
                        </a:rPr>
                        <m:t>𝑀𝐴𝑃𝐸</m:t>
                      </m:r>
                      <m:r>
                        <a:rPr lang="id-ID" sz="1800" i="1" smtClean="0">
                          <a:effectLst/>
                          <a:latin typeface="Cambria Math" panose="02040503050406030204" pitchFamily="18" charset="0"/>
                          <a:ea typeface="Calibri" panose="020F0502020204030204" pitchFamily="34" charset="0"/>
                          <a:cs typeface="Arial" panose="020B0604020202020204" pitchFamily="34" charset="0"/>
                        </a:rPr>
                        <m:t>=</m:t>
                      </m:r>
                      <m:f>
                        <m:fPr>
                          <m:ctrlPr>
                            <a:rPr lang="en-US" sz="1100" i="1">
                              <a:effectLst/>
                              <a:latin typeface="Cambria Math" panose="02040503050406030204" pitchFamily="18" charset="0"/>
                            </a:rPr>
                          </m:ctrlPr>
                        </m:fPr>
                        <m:num>
                          <m:r>
                            <a:rPr lang="id-ID" sz="1800" i="1">
                              <a:effectLst/>
                              <a:latin typeface="Cambria Math" panose="02040503050406030204" pitchFamily="18" charset="0"/>
                              <a:ea typeface="Calibri" panose="020F0502020204030204" pitchFamily="34" charset="0"/>
                              <a:cs typeface="Arial" panose="020B0604020202020204" pitchFamily="34" charset="0"/>
                            </a:rPr>
                            <m:t>1</m:t>
                          </m:r>
                        </m:num>
                        <m:den>
                          <m:r>
                            <a:rPr lang="id-ID" sz="1800" i="1">
                              <a:effectLst/>
                              <a:latin typeface="Cambria Math" panose="02040503050406030204" pitchFamily="18" charset="0"/>
                              <a:ea typeface="Calibri" panose="020F0502020204030204" pitchFamily="34" charset="0"/>
                              <a:cs typeface="Arial" panose="020B0604020202020204" pitchFamily="34" charset="0"/>
                            </a:rPr>
                            <m:t>𝑛</m:t>
                          </m:r>
                        </m:den>
                      </m:f>
                      <m:nary>
                        <m:naryPr>
                          <m:chr m:val="∑"/>
                          <m:limLoc m:val="undOvr"/>
                          <m:ctrlPr>
                            <a:rPr lang="en-US" sz="1100" i="1">
                              <a:effectLst/>
                              <a:latin typeface="Cambria Math" panose="02040503050406030204" pitchFamily="18" charset="0"/>
                            </a:rPr>
                          </m:ctrlPr>
                        </m:naryPr>
                        <m:sub>
                          <m:r>
                            <a:rPr lang="id-ID" sz="1800" i="1">
                              <a:effectLst/>
                              <a:latin typeface="Cambria Math" panose="02040503050406030204" pitchFamily="18" charset="0"/>
                              <a:ea typeface="Calibri" panose="020F0502020204030204" pitchFamily="34" charset="0"/>
                              <a:cs typeface="Arial" panose="020B0604020202020204" pitchFamily="34" charset="0"/>
                            </a:rPr>
                            <m:t>𝑖</m:t>
                          </m:r>
                          <m:r>
                            <a:rPr lang="id-ID" sz="1800" i="1">
                              <a:effectLst/>
                              <a:latin typeface="Cambria Math" panose="02040503050406030204" pitchFamily="18" charset="0"/>
                              <a:ea typeface="Calibri" panose="020F0502020204030204" pitchFamily="34" charset="0"/>
                              <a:cs typeface="Arial" panose="020B0604020202020204" pitchFamily="34" charset="0"/>
                            </a:rPr>
                            <m:t>=1</m:t>
                          </m:r>
                        </m:sub>
                        <m:sup>
                          <m:r>
                            <a:rPr lang="id-ID" sz="1800" i="1">
                              <a:effectLst/>
                              <a:latin typeface="Cambria Math" panose="02040503050406030204" pitchFamily="18" charset="0"/>
                              <a:ea typeface="Calibri" panose="020F0502020204030204" pitchFamily="34" charset="0"/>
                              <a:cs typeface="Arial" panose="020B0604020202020204" pitchFamily="34" charset="0"/>
                            </a:rPr>
                            <m:t>𝑛</m:t>
                          </m:r>
                        </m:sup>
                        <m:e>
                          <m:d>
                            <m:dPr>
                              <m:begChr m:val="|"/>
                              <m:endChr m:val="|"/>
                              <m:ctrlPr>
                                <a:rPr lang="en-US" sz="1100" i="1">
                                  <a:effectLst/>
                                  <a:latin typeface="Cambria Math" panose="02040503050406030204" pitchFamily="18" charset="0"/>
                                </a:rPr>
                              </m:ctrlPr>
                            </m:dPr>
                            <m:e>
                              <m:f>
                                <m:fPr>
                                  <m:ctrlPr>
                                    <a:rPr lang="en-US" sz="1100" i="1">
                                      <a:effectLst/>
                                      <a:latin typeface="Cambria Math" panose="02040503050406030204" pitchFamily="18" charset="0"/>
                                    </a:rPr>
                                  </m:ctrlPr>
                                </m:fPr>
                                <m:num>
                                  <m:sSub>
                                    <m:sSubPr>
                                      <m:ctrlPr>
                                        <a:rPr lang="en-US" sz="1100" i="1">
                                          <a:effectLst/>
                                          <a:latin typeface="Cambria Math" panose="02040503050406030204" pitchFamily="18" charset="0"/>
                                        </a:rPr>
                                      </m:ctrlPr>
                                    </m:sSubPr>
                                    <m:e>
                                      <m:r>
                                        <a:rPr lang="id-ID" sz="1800" i="1">
                                          <a:effectLst/>
                                          <a:latin typeface="Cambria Math" panose="02040503050406030204" pitchFamily="18" charset="0"/>
                                          <a:ea typeface="Calibri" panose="020F0502020204030204" pitchFamily="34" charset="0"/>
                                          <a:cs typeface="Arial" panose="020B0604020202020204" pitchFamily="34" charset="0"/>
                                        </a:rPr>
                                        <m:t>𝑌</m:t>
                                      </m:r>
                                    </m:e>
                                    <m:sub>
                                      <m:r>
                                        <a:rPr lang="id-ID" sz="1800" i="1">
                                          <a:effectLst/>
                                          <a:latin typeface="Cambria Math" panose="02040503050406030204" pitchFamily="18" charset="0"/>
                                          <a:ea typeface="Calibri" panose="020F0502020204030204" pitchFamily="34" charset="0"/>
                                          <a:cs typeface="Arial" panose="020B0604020202020204" pitchFamily="34" charset="0"/>
                                        </a:rPr>
                                        <m:t>𝑖</m:t>
                                      </m:r>
                                    </m:sub>
                                  </m:sSub>
                                  <m:r>
                                    <a:rPr lang="id-ID" sz="1800" i="1">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100" i="1">
                                          <a:effectLst/>
                                          <a:latin typeface="Cambria Math" panose="02040503050406030204" pitchFamily="18" charset="0"/>
                                        </a:rPr>
                                      </m:ctrlPr>
                                    </m:sSubPr>
                                    <m:e>
                                      <m:r>
                                        <a:rPr lang="id-ID" sz="1800" i="1">
                                          <a:effectLst/>
                                          <a:latin typeface="Cambria Math" panose="02040503050406030204" pitchFamily="18" charset="0"/>
                                          <a:ea typeface="Calibri" panose="020F0502020204030204" pitchFamily="34" charset="0"/>
                                          <a:cs typeface="Arial" panose="020B0604020202020204" pitchFamily="34" charset="0"/>
                                        </a:rPr>
                                        <m:t>Ŷ</m:t>
                                      </m:r>
                                    </m:e>
                                    <m:sub>
                                      <m:r>
                                        <a:rPr lang="id-ID" sz="1800" i="1">
                                          <a:effectLst/>
                                          <a:latin typeface="Cambria Math" panose="02040503050406030204" pitchFamily="18" charset="0"/>
                                          <a:ea typeface="Calibri" panose="020F0502020204030204" pitchFamily="34" charset="0"/>
                                          <a:cs typeface="Arial" panose="020B0604020202020204" pitchFamily="34" charset="0"/>
                                        </a:rPr>
                                        <m:t>𝑖</m:t>
                                      </m:r>
                                    </m:sub>
                                  </m:sSub>
                                </m:num>
                                <m:den>
                                  <m:sSub>
                                    <m:sSubPr>
                                      <m:ctrlPr>
                                        <a:rPr lang="en-US" sz="1100" i="1">
                                          <a:effectLst/>
                                          <a:latin typeface="Cambria Math" panose="02040503050406030204" pitchFamily="18" charset="0"/>
                                        </a:rPr>
                                      </m:ctrlPr>
                                    </m:sSubPr>
                                    <m:e>
                                      <m:r>
                                        <a:rPr lang="id-ID" sz="1800" i="1">
                                          <a:effectLst/>
                                          <a:latin typeface="Cambria Math" panose="02040503050406030204" pitchFamily="18" charset="0"/>
                                          <a:ea typeface="Calibri" panose="020F0502020204030204" pitchFamily="34" charset="0"/>
                                          <a:cs typeface="Arial" panose="020B0604020202020204" pitchFamily="34" charset="0"/>
                                        </a:rPr>
                                        <m:t>𝑌</m:t>
                                      </m:r>
                                    </m:e>
                                    <m:sub>
                                      <m:r>
                                        <a:rPr lang="id-ID" sz="1800" i="1">
                                          <a:effectLst/>
                                          <a:latin typeface="Cambria Math" panose="02040503050406030204" pitchFamily="18" charset="0"/>
                                          <a:ea typeface="Calibri" panose="020F0502020204030204" pitchFamily="34" charset="0"/>
                                          <a:cs typeface="Arial" panose="020B0604020202020204" pitchFamily="34" charset="0"/>
                                        </a:rPr>
                                        <m:t>𝑖</m:t>
                                      </m:r>
                                    </m:sub>
                                  </m:sSub>
                                </m:den>
                              </m:f>
                            </m:e>
                          </m:d>
                        </m:e>
                      </m:nary>
                      <m:r>
                        <a:rPr lang="id-ID" sz="1800" i="1">
                          <a:effectLst/>
                          <a:latin typeface="Cambria Math" panose="02040503050406030204" pitchFamily="18" charset="0"/>
                          <a:ea typeface="Calibri" panose="020F0502020204030204" pitchFamily="34" charset="0"/>
                          <a:cs typeface="Arial" panose="020B0604020202020204" pitchFamily="34" charset="0"/>
                        </a:rPr>
                        <m:t>×100%</m:t>
                      </m:r>
                    </m:oMath>
                  </m:oMathPara>
                </a14:m>
                <a:endParaRPr lang="id-ID" sz="1400" dirty="0">
                  <a:latin typeface="+mj-lt"/>
                </a:endParaRPr>
              </a:p>
              <a:p>
                <a:pPr marL="0" indent="0">
                  <a:lnSpc>
                    <a:spcPct val="100000"/>
                  </a:lnSpc>
                  <a:buNone/>
                </a:pPr>
                <a:r>
                  <a:rPr lang="id-ID" sz="1400" dirty="0">
                    <a:latin typeface="+mj-lt"/>
                  </a:rPr>
                  <a:t>Keterangan:</a:t>
                </a:r>
              </a:p>
              <a:p>
                <a:pPr>
                  <a:lnSpc>
                    <a:spcPct val="100000"/>
                  </a:lnSpc>
                </a:pPr>
                <a14:m>
                  <m:oMath xmlns:m="http://schemas.openxmlformats.org/officeDocument/2006/math">
                    <m:r>
                      <a:rPr lang="id-ID" sz="1400" i="1" smtClean="0">
                        <a:effectLst/>
                        <a:latin typeface="Cambria Math" panose="02040503050406030204" pitchFamily="18" charset="0"/>
                        <a:ea typeface="Calibri" panose="020F0502020204030204" pitchFamily="34" charset="0"/>
                        <a:cs typeface="Arial" panose="020B0604020202020204" pitchFamily="34" charset="0"/>
                      </a:rPr>
                      <m:t>𝑛</m:t>
                    </m:r>
                    <m:r>
                      <a:rPr lang="id-ID" sz="1400" i="1" smtClean="0">
                        <a:effectLst/>
                        <a:latin typeface="Cambria Math" panose="02040503050406030204" pitchFamily="18" charset="0"/>
                        <a:ea typeface="Calibri" panose="020F0502020204030204" pitchFamily="34" charset="0"/>
                        <a:cs typeface="Arial" panose="020B0604020202020204" pitchFamily="34" charset="0"/>
                      </a:rPr>
                      <m:t> </m:t>
                    </m:r>
                  </m:oMath>
                </a14:m>
                <a:r>
                  <a:rPr lang="id-ID" sz="1400" dirty="0">
                    <a:latin typeface="+mj-lt"/>
                  </a:rPr>
                  <a:t>	= jumlah data</a:t>
                </a:r>
              </a:p>
              <a:p>
                <a:pPr>
                  <a:lnSpc>
                    <a:spcPct val="100000"/>
                  </a:lnSpc>
                </a:pPr>
                <a14:m>
                  <m:oMath xmlns:m="http://schemas.openxmlformats.org/officeDocument/2006/math">
                    <m:sSub>
                      <m:sSubPr>
                        <m:ctrlPr>
                          <a:rPr lang="en-US" sz="1000" i="1" smtClean="0">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𝑌</m:t>
                        </m:r>
                      </m:e>
                      <m:sub>
                        <m:r>
                          <a:rPr lang="id-ID" sz="1400" i="1">
                            <a:effectLst/>
                            <a:latin typeface="Cambria Math" panose="02040503050406030204" pitchFamily="18" charset="0"/>
                            <a:ea typeface="Calibri" panose="020F0502020204030204" pitchFamily="34" charset="0"/>
                            <a:cs typeface="Arial" panose="020B0604020202020204" pitchFamily="34" charset="0"/>
                          </a:rPr>
                          <m:t>𝑖</m:t>
                        </m:r>
                      </m:sub>
                    </m:sSub>
                    <m:r>
                      <a:rPr lang="id-ID" sz="1400" i="1">
                        <a:effectLst/>
                        <a:latin typeface="Cambria Math" panose="02040503050406030204" pitchFamily="18" charset="0"/>
                        <a:ea typeface="Calibri" panose="020F0502020204030204" pitchFamily="34" charset="0"/>
                        <a:cs typeface="Arial" panose="020B0604020202020204" pitchFamily="34" charset="0"/>
                      </a:rPr>
                      <m:t> </m:t>
                    </m:r>
                  </m:oMath>
                </a14:m>
                <a:r>
                  <a:rPr lang="id-ID" sz="1400" dirty="0">
                    <a:latin typeface="+mj-lt"/>
                  </a:rPr>
                  <a:t>	= nilai data aktual sebanyak i .</a:t>
                </a:r>
              </a:p>
              <a:p>
                <a:pPr>
                  <a:lnSpc>
                    <a:spcPct val="100000"/>
                  </a:lnSpc>
                </a:pPr>
                <a14:m>
                  <m:oMath xmlns:m="http://schemas.openxmlformats.org/officeDocument/2006/math">
                    <m:sSub>
                      <m:sSubPr>
                        <m:ctrlPr>
                          <a:rPr lang="en-US" sz="1000" i="1" smtClean="0">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Ŷ</m:t>
                        </m:r>
                      </m:e>
                      <m:sub>
                        <m:r>
                          <a:rPr lang="id-ID" sz="1400" i="1">
                            <a:effectLst/>
                            <a:latin typeface="Cambria Math" panose="02040503050406030204" pitchFamily="18" charset="0"/>
                            <a:ea typeface="Calibri" panose="020F0502020204030204" pitchFamily="34" charset="0"/>
                            <a:cs typeface="Arial" panose="020B0604020202020204" pitchFamily="34" charset="0"/>
                          </a:rPr>
                          <m:t>𝑖</m:t>
                        </m:r>
                      </m:sub>
                    </m:sSub>
                    <m:r>
                      <a:rPr lang="id-ID" sz="1400" i="1">
                        <a:effectLst/>
                        <a:latin typeface="Cambria Math" panose="02040503050406030204" pitchFamily="18" charset="0"/>
                        <a:ea typeface="Calibri" panose="020F0502020204030204" pitchFamily="34" charset="0"/>
                        <a:cs typeface="Arial" panose="020B0604020202020204" pitchFamily="34" charset="0"/>
                      </a:rPr>
                      <m:t> </m:t>
                    </m:r>
                  </m:oMath>
                </a14:m>
                <a:r>
                  <a:rPr lang="id-ID" sz="1400" dirty="0">
                    <a:latin typeface="+mj-lt"/>
                  </a:rPr>
                  <a:t>	= nilai data prediksi sebanyak i.</a:t>
                </a:r>
              </a:p>
              <a:p>
                <a:pPr marL="0" indent="0">
                  <a:lnSpc>
                    <a:spcPct val="100000"/>
                  </a:lnSpc>
                  <a:buNone/>
                </a:pPr>
                <a:endParaRPr lang="id-ID" sz="14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l="-309" t="-374"/>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6680908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es-ES" dirty="0"/>
              <a:t>Analisis </a:t>
            </a:r>
            <a:r>
              <a:rPr lang="en-US" dirty="0"/>
              <a:t>R Square Value</a:t>
            </a:r>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pPr>
            <a:r>
              <a:rPr lang="id-ID" sz="1400" dirty="0">
                <a:latin typeface="+mj-lt"/>
              </a:rPr>
              <a:t>Ukuran nilai persentase MAPE:</a:t>
            </a:r>
          </a:p>
          <a:p>
            <a:pPr>
              <a:lnSpc>
                <a:spcPct val="100000"/>
              </a:lnSpc>
            </a:pPr>
            <a:endParaRPr lang="id-ID" sz="1400" dirty="0">
              <a:latin typeface="+mj-lt"/>
            </a:endParaRPr>
          </a:p>
          <a:p>
            <a:pPr>
              <a:lnSpc>
                <a:spcPct val="100000"/>
              </a:lnSpc>
            </a:pPr>
            <a:endParaRPr lang="id-ID" sz="1400" dirty="0">
              <a:latin typeface="+mj-lt"/>
            </a:endParaRPr>
          </a:p>
          <a:p>
            <a:pPr>
              <a:lnSpc>
                <a:spcPct val="100000"/>
              </a:lnSpc>
            </a:pPr>
            <a:endParaRPr lang="id-ID" sz="1400" dirty="0">
              <a:latin typeface="+mj-lt"/>
            </a:endParaRPr>
          </a:p>
          <a:p>
            <a:pPr>
              <a:lnSpc>
                <a:spcPct val="100000"/>
              </a:lnSpc>
            </a:pPr>
            <a:endParaRPr lang="id-ID" sz="1400" dirty="0">
              <a:latin typeface="+mj-lt"/>
            </a:endParaRPr>
          </a:p>
          <a:p>
            <a:pPr>
              <a:lnSpc>
                <a:spcPct val="100000"/>
              </a:lnSpc>
            </a:pPr>
            <a:endParaRPr lang="id-ID" sz="1400" dirty="0">
              <a:latin typeface="+mj-lt"/>
            </a:endParaRPr>
          </a:p>
          <a:p>
            <a:pPr>
              <a:lnSpc>
                <a:spcPct val="100000"/>
              </a:lnSpc>
            </a:pPr>
            <a:endParaRPr lang="id-ID" sz="1400" dirty="0">
              <a:latin typeface="+mj-lt"/>
            </a:endParaRPr>
          </a:p>
          <a:p>
            <a:pPr>
              <a:lnSpc>
                <a:spcPct val="100000"/>
              </a:lnSpc>
            </a:pPr>
            <a:endParaRPr lang="id-ID" sz="1400" dirty="0">
              <a:latin typeface="+mj-lt"/>
            </a:endParaRPr>
          </a:p>
          <a:p>
            <a:pPr>
              <a:lnSpc>
                <a:spcPct val="100000"/>
              </a:lnSpc>
            </a:pPr>
            <a:r>
              <a:rPr lang="id-ID" sz="1400" dirty="0">
                <a:latin typeface="+mj-lt"/>
              </a:rPr>
              <a:t>Berdasarkan perhitungan tersebut, kita bisa melihat hasil MAPE adalah ± 4.04%. Artinya model regresi yang kita buat memiliki keakuratan yang sangat tinggi dalam memprediksi nilai baru.</a:t>
            </a:r>
          </a:p>
          <a:p>
            <a:pPr marL="0" indent="0">
              <a:lnSpc>
                <a:spcPct val="100000"/>
              </a:lnSpc>
              <a:buNone/>
            </a:pPr>
            <a:endParaRPr lang="id-ID" sz="1400" dirty="0">
              <a:latin typeface="+mj-lt"/>
            </a:endParaRP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el 5">
            <a:extLst>
              <a:ext uri="{FF2B5EF4-FFF2-40B4-BE49-F238E27FC236}">
                <a16:creationId xmlns:a16="http://schemas.microsoft.com/office/drawing/2014/main" id="{2D8BA1AE-D8DA-4DD3-9EF2-78D837E8B47C}"/>
              </a:ext>
            </a:extLst>
          </p:cNvPr>
          <p:cNvGraphicFramePr>
            <a:graphicFrameLocks noGrp="1"/>
          </p:cNvGraphicFramePr>
          <p:nvPr>
            <p:extLst>
              <p:ext uri="{D42A27DB-BD31-4B8C-83A1-F6EECF244321}">
                <p14:modId xmlns:p14="http://schemas.microsoft.com/office/powerpoint/2010/main" val="2608624278"/>
              </p:ext>
            </p:extLst>
          </p:nvPr>
        </p:nvGraphicFramePr>
        <p:xfrm>
          <a:off x="1770135" y="1716232"/>
          <a:ext cx="3317730" cy="857250"/>
        </p:xfrm>
        <a:graphic>
          <a:graphicData uri="http://schemas.openxmlformats.org/drawingml/2006/table">
            <a:tbl>
              <a:tblPr firstRow="1" firstCol="1" bandRow="1">
                <a:tableStyleId>{69012ECD-51FC-41F1-AA8D-1B2483CD663E}</a:tableStyleId>
              </a:tblPr>
              <a:tblGrid>
                <a:gridCol w="1142566">
                  <a:extLst>
                    <a:ext uri="{9D8B030D-6E8A-4147-A177-3AD203B41FA5}">
                      <a16:colId xmlns:a16="http://schemas.microsoft.com/office/drawing/2014/main" val="3575944955"/>
                    </a:ext>
                  </a:extLst>
                </a:gridCol>
                <a:gridCol w="2175164">
                  <a:extLst>
                    <a:ext uri="{9D8B030D-6E8A-4147-A177-3AD203B41FA5}">
                      <a16:colId xmlns:a16="http://schemas.microsoft.com/office/drawing/2014/main" val="4147548578"/>
                    </a:ext>
                  </a:extLst>
                </a:gridCol>
              </a:tblGrid>
              <a:tr h="171450">
                <a:tc>
                  <a:txBody>
                    <a:bodyPr/>
                    <a:lstStyle/>
                    <a:p>
                      <a:pPr algn="ctr">
                        <a:lnSpc>
                          <a:spcPct val="107000"/>
                        </a:lnSpc>
                        <a:spcAft>
                          <a:spcPts val="800"/>
                        </a:spcAft>
                      </a:pPr>
                      <a:r>
                        <a:rPr lang="id-ID" sz="1100">
                          <a:effectLst/>
                        </a:rPr>
                        <a:t>Nilai MAPE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id-ID" sz="1100">
                          <a:effectLst/>
                        </a:rPr>
                        <a:t>Keterangan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58203444"/>
                  </a:ext>
                </a:extLst>
              </a:tr>
              <a:tr h="171450">
                <a:tc>
                  <a:txBody>
                    <a:bodyPr/>
                    <a:lstStyle/>
                    <a:p>
                      <a:pPr algn="ctr">
                        <a:lnSpc>
                          <a:spcPct val="107000"/>
                        </a:lnSpc>
                        <a:spcAft>
                          <a:spcPts val="800"/>
                        </a:spcAft>
                      </a:pPr>
                      <a:r>
                        <a:rPr lang="id-ID" sz="1100">
                          <a:effectLst/>
                        </a:rPr>
                        <a:t>≤ 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id-ID" sz="1100">
                          <a:effectLst/>
                        </a:rPr>
                        <a:t>Hasil prediksi sangat akurat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76825933"/>
                  </a:ext>
                </a:extLst>
              </a:tr>
              <a:tr h="171450">
                <a:tc>
                  <a:txBody>
                    <a:bodyPr/>
                    <a:lstStyle/>
                    <a:p>
                      <a:pPr algn="ctr">
                        <a:lnSpc>
                          <a:spcPct val="107000"/>
                        </a:lnSpc>
                        <a:spcAft>
                          <a:spcPts val="800"/>
                        </a:spcAft>
                      </a:pPr>
                      <a:r>
                        <a:rPr lang="id-ID" sz="1100">
                          <a:effectLst/>
                        </a:rPr>
                        <a:t>10 - 20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id-ID" sz="1100">
                          <a:effectLst/>
                        </a:rPr>
                        <a:t>Hasil prediksi baik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39106872"/>
                  </a:ext>
                </a:extLst>
              </a:tr>
              <a:tr h="171450">
                <a:tc>
                  <a:txBody>
                    <a:bodyPr/>
                    <a:lstStyle/>
                    <a:p>
                      <a:pPr algn="ctr">
                        <a:lnSpc>
                          <a:spcPct val="107000"/>
                        </a:lnSpc>
                        <a:spcAft>
                          <a:spcPts val="800"/>
                        </a:spcAft>
                      </a:pPr>
                      <a:r>
                        <a:rPr lang="id-ID" sz="1100">
                          <a:effectLst/>
                        </a:rPr>
                        <a:t>20 - 50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id-ID" sz="1100">
                          <a:effectLst/>
                        </a:rPr>
                        <a:t>Hasil prediksi layak (cukup baik)</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24996746"/>
                  </a:ext>
                </a:extLst>
              </a:tr>
              <a:tr h="171450">
                <a:tc>
                  <a:txBody>
                    <a:bodyPr/>
                    <a:lstStyle/>
                    <a:p>
                      <a:pPr algn="ctr">
                        <a:lnSpc>
                          <a:spcPct val="107000"/>
                        </a:lnSpc>
                        <a:spcAft>
                          <a:spcPts val="800"/>
                        </a:spcAft>
                      </a:pPr>
                      <a:r>
                        <a:rPr lang="id-ID" sz="1100">
                          <a:effectLst/>
                        </a:rPr>
                        <a:t>&gt; 50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id-ID" sz="1100" dirty="0">
                          <a:effectLst/>
                        </a:rPr>
                        <a:t>Hasil prediksi tidak akurat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56777456"/>
                  </a:ext>
                </a:extLst>
              </a:tr>
            </a:tbl>
          </a:graphicData>
        </a:graphic>
      </p:graphicFrame>
      <p:graphicFrame>
        <p:nvGraphicFramePr>
          <p:cNvPr id="7" name="Tabel 6">
            <a:extLst>
              <a:ext uri="{FF2B5EF4-FFF2-40B4-BE49-F238E27FC236}">
                <a16:creationId xmlns:a16="http://schemas.microsoft.com/office/drawing/2014/main" id="{F7B07D4D-FBB6-4319-B82C-D07D29EFC9AF}"/>
              </a:ext>
            </a:extLst>
          </p:cNvPr>
          <p:cNvGraphicFramePr>
            <a:graphicFrameLocks noGrp="1"/>
          </p:cNvGraphicFramePr>
          <p:nvPr>
            <p:extLst>
              <p:ext uri="{D42A27DB-BD31-4B8C-83A1-F6EECF244321}">
                <p14:modId xmlns:p14="http://schemas.microsoft.com/office/powerpoint/2010/main" val="3536783740"/>
              </p:ext>
            </p:extLst>
          </p:nvPr>
        </p:nvGraphicFramePr>
        <p:xfrm>
          <a:off x="1133157" y="2802207"/>
          <a:ext cx="4591685" cy="1114425"/>
        </p:xfrm>
        <a:graphic>
          <a:graphicData uri="http://schemas.openxmlformats.org/drawingml/2006/table">
            <a:tbl>
              <a:tblPr firstRow="1" firstCol="1" bandRow="1">
                <a:tableStyleId>{5C22544A-7EE6-4342-B048-85BDC9FD1C3A}</a:tableStyleId>
              </a:tblPr>
              <a:tblGrid>
                <a:gridCol w="810476">
                  <a:extLst>
                    <a:ext uri="{9D8B030D-6E8A-4147-A177-3AD203B41FA5}">
                      <a16:colId xmlns:a16="http://schemas.microsoft.com/office/drawing/2014/main" val="3531774259"/>
                    </a:ext>
                  </a:extLst>
                </a:gridCol>
                <a:gridCol w="886221">
                  <a:extLst>
                    <a:ext uri="{9D8B030D-6E8A-4147-A177-3AD203B41FA5}">
                      <a16:colId xmlns:a16="http://schemas.microsoft.com/office/drawing/2014/main" val="1957611991"/>
                    </a:ext>
                  </a:extLst>
                </a:gridCol>
                <a:gridCol w="1090733">
                  <a:extLst>
                    <a:ext uri="{9D8B030D-6E8A-4147-A177-3AD203B41FA5}">
                      <a16:colId xmlns:a16="http://schemas.microsoft.com/office/drawing/2014/main" val="3242817714"/>
                    </a:ext>
                  </a:extLst>
                </a:gridCol>
                <a:gridCol w="886221">
                  <a:extLst>
                    <a:ext uri="{9D8B030D-6E8A-4147-A177-3AD203B41FA5}">
                      <a16:colId xmlns:a16="http://schemas.microsoft.com/office/drawing/2014/main" val="512026504"/>
                    </a:ext>
                  </a:extLst>
                </a:gridCol>
                <a:gridCol w="918034">
                  <a:extLst>
                    <a:ext uri="{9D8B030D-6E8A-4147-A177-3AD203B41FA5}">
                      <a16:colId xmlns:a16="http://schemas.microsoft.com/office/drawing/2014/main" val="1323779153"/>
                    </a:ext>
                  </a:extLst>
                </a:gridCol>
              </a:tblGrid>
              <a:tr h="314325">
                <a:tc>
                  <a:txBody>
                    <a:bodyPr/>
                    <a:lstStyle/>
                    <a:p>
                      <a:pPr algn="ctr">
                        <a:lnSpc>
                          <a:spcPct val="107000"/>
                        </a:lnSpc>
                        <a:spcAft>
                          <a:spcPts val="800"/>
                        </a:spcAft>
                      </a:pPr>
                      <a:r>
                        <a:rPr lang="en-US" sz="900">
                          <a:effectLst/>
                        </a:rPr>
                        <a:t>Hours (x)</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Scores (y)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Predicted (ŷ)</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a:effectLst/>
                        </a:rPr>
                        <a:t>Residual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a:effectLst/>
                        </a:rPr>
                        <a:t>|Ŷ-Y|/Y*100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31234220"/>
                  </a:ext>
                </a:extLst>
              </a:tr>
              <a:tr h="200025">
                <a:tc>
                  <a:txBody>
                    <a:bodyPr/>
                    <a:lstStyle/>
                    <a:p>
                      <a:pPr algn="ctr">
                        <a:lnSpc>
                          <a:spcPct val="107000"/>
                        </a:lnSpc>
                        <a:spcAft>
                          <a:spcPts val="800"/>
                        </a:spcAft>
                      </a:pPr>
                      <a:r>
                        <a:rPr lang="en-US" sz="900">
                          <a:effectLst/>
                        </a:rPr>
                        <a:t>5.1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47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51.08615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-4.08615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8.69393617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945252186"/>
                  </a:ext>
                </a:extLst>
              </a:tr>
              <a:tr h="200025">
                <a:tc>
                  <a:txBody>
                    <a:bodyPr/>
                    <a:lstStyle/>
                    <a:p>
                      <a:pPr algn="ctr">
                        <a:lnSpc>
                          <a:spcPct val="107000"/>
                        </a:lnSpc>
                        <a:spcAft>
                          <a:spcPts val="800"/>
                        </a:spcAft>
                      </a:pPr>
                      <a:r>
                        <a:rPr lang="en-US" sz="900">
                          <a:effectLst/>
                        </a:rPr>
                        <a:t>9.2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88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90.28427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-2.28427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2.595761364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24983516"/>
                  </a:ext>
                </a:extLst>
              </a:tr>
              <a:tr h="200025">
                <a:tc>
                  <a:txBody>
                    <a:bodyPr/>
                    <a:lstStyle/>
                    <a:p>
                      <a:pPr algn="ctr">
                        <a:lnSpc>
                          <a:spcPct val="107000"/>
                        </a:lnSpc>
                        <a:spcAft>
                          <a:spcPts val="800"/>
                        </a:spcAft>
                      </a:pPr>
                      <a:r>
                        <a:rPr lang="en-US" sz="900">
                          <a:effectLst/>
                        </a:rPr>
                        <a:t>8.3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81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81.6798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-0.6798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0.839259259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49142845"/>
                  </a:ext>
                </a:extLst>
              </a:tr>
              <a:tr h="200025">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MAPE</a:t>
                      </a:r>
                      <a:r>
                        <a:rPr lang="id-ID" sz="1100">
                          <a:effectLst/>
                        </a:rPr>
                        <a: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dirty="0">
                          <a:effectLst/>
                        </a:rPr>
                        <a:t>4.042985598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562815320"/>
                  </a:ext>
                </a:extLst>
              </a:tr>
            </a:tbl>
          </a:graphicData>
        </a:graphic>
      </p:graphicFrame>
    </p:spTree>
    <p:extLst>
      <p:ext uri="{BB962C8B-B14F-4D97-AF65-F5344CB8AC3E}">
        <p14:creationId xmlns:p14="http://schemas.microsoft.com/office/powerpoint/2010/main" val="31780469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es-ES" dirty="0"/>
              <a:t>Analisis </a:t>
            </a:r>
            <a:r>
              <a:rPr lang="en-US" dirty="0"/>
              <a:t>R Square Value</a:t>
            </a:r>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spcBef>
                    <a:spcPts val="0"/>
                  </a:spcBef>
                </a:pPr>
                <a:r>
                  <a:rPr lang="id-ID" sz="1400" dirty="0">
                    <a:latin typeface="+mj-lt"/>
                  </a:rPr>
                  <a:t>R </a:t>
                </a:r>
                <a:r>
                  <a:rPr lang="id-ID" sz="1400" dirty="0" err="1">
                    <a:latin typeface="+mj-lt"/>
                  </a:rPr>
                  <a:t>square</a:t>
                </a:r>
                <a:r>
                  <a:rPr lang="id-ID" sz="1400" dirty="0">
                    <a:latin typeface="+mj-lt"/>
                  </a:rPr>
                  <a:t> (R2) merupakan nilai yang berkisar dari 0 – 1 untuk menjelaskan besarnya kombinasi/variasi dari variabel independen terhadap variabel dependen.</a:t>
                </a:r>
              </a:p>
              <a:p>
                <a:pPr>
                  <a:lnSpc>
                    <a:spcPct val="100000"/>
                  </a:lnSpc>
                  <a:spcBef>
                    <a:spcPts val="0"/>
                  </a:spcBef>
                </a:pPr>
                <a:r>
                  <a:rPr lang="id-ID" sz="1400" dirty="0">
                    <a:latin typeface="+mj-lt"/>
                  </a:rPr>
                  <a:t>Semakin tinggi nilai R2, maka semakin bagus model yang kita buat.</a:t>
                </a:r>
              </a:p>
              <a:p>
                <a:pPr>
                  <a:lnSpc>
                    <a:spcPct val="100000"/>
                  </a:lnSpc>
                  <a:spcBef>
                    <a:spcPts val="0"/>
                  </a:spcBef>
                </a:pPr>
                <a:r>
                  <a:rPr lang="id-ID" sz="1400" dirty="0">
                    <a:latin typeface="+mj-lt"/>
                  </a:rPr>
                  <a:t>Contohnya, jika kita memiliki model dengan nilai R2 = 0.97, artinya 97% dari variabel dependen dapat dijelaskan oleh variabel independen. </a:t>
                </a: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sSup>
                        <m:sSupPr>
                          <m:ctrlPr>
                            <a:rPr lang="en-US" sz="1400" i="1" smtClean="0">
                              <a:effectLst/>
                              <a:latin typeface="Cambria Math" panose="02040503050406030204" pitchFamily="18" charset="0"/>
                            </a:rPr>
                          </m:ctrlPr>
                        </m:sSupPr>
                        <m:e>
                          <m:r>
                            <a:rPr lang="id-ID" sz="1400" i="1">
                              <a:effectLst/>
                              <a:latin typeface="Cambria Math" panose="02040503050406030204" pitchFamily="18" charset="0"/>
                              <a:ea typeface="Calibri" panose="020F0502020204030204" pitchFamily="34" charset="0"/>
                              <a:cs typeface="Arial" panose="020B0604020202020204" pitchFamily="34" charset="0"/>
                            </a:rPr>
                            <m:t>𝑅</m:t>
                          </m:r>
                        </m:e>
                        <m:sup>
                          <m:r>
                            <a:rPr lang="id-ID" sz="1400" i="1">
                              <a:effectLst/>
                              <a:latin typeface="Cambria Math" panose="02040503050406030204" pitchFamily="18" charset="0"/>
                              <a:ea typeface="Calibri" panose="020F0502020204030204" pitchFamily="34" charset="0"/>
                              <a:cs typeface="Arial" panose="020B0604020202020204" pitchFamily="34" charset="0"/>
                            </a:rPr>
                            <m:t>2</m:t>
                          </m:r>
                        </m:sup>
                      </m:sSup>
                      <m:r>
                        <a:rPr lang="id-ID" sz="1400" i="1">
                          <a:effectLst/>
                          <a:latin typeface="Cambria Math" panose="02040503050406030204" pitchFamily="18" charset="0"/>
                          <a:ea typeface="Calibri" panose="020F0502020204030204" pitchFamily="34" charset="0"/>
                          <a:cs typeface="Arial" panose="020B0604020202020204" pitchFamily="34" charset="0"/>
                        </a:rPr>
                        <m:t>=1−</m:t>
                      </m:r>
                      <m:f>
                        <m:fPr>
                          <m:ctrlPr>
                            <a:rPr lang="en-US" sz="1400" i="1">
                              <a:effectLst/>
                              <a:latin typeface="Cambria Math" panose="02040503050406030204" pitchFamily="18" charset="0"/>
                            </a:rPr>
                          </m:ctrlPr>
                        </m:fPr>
                        <m:num>
                          <m:r>
                            <a:rPr lang="id-ID" sz="1400" i="1">
                              <a:effectLst/>
                              <a:latin typeface="Cambria Math" panose="02040503050406030204" pitchFamily="18" charset="0"/>
                              <a:ea typeface="Calibri" panose="020F0502020204030204" pitchFamily="34" charset="0"/>
                              <a:cs typeface="Arial" panose="020B0604020202020204" pitchFamily="34" charset="0"/>
                            </a:rPr>
                            <m:t>𝑆𝑢𝑚</m:t>
                          </m:r>
                          <m:r>
                            <a:rPr lang="id-ID" sz="1400" i="1">
                              <a:effectLst/>
                              <a:latin typeface="Cambria Math" panose="02040503050406030204" pitchFamily="18" charset="0"/>
                              <a:ea typeface="Calibri" panose="020F0502020204030204" pitchFamily="34" charset="0"/>
                              <a:cs typeface="Arial" panose="020B0604020202020204" pitchFamily="34" charset="0"/>
                            </a:rPr>
                            <m:t> </m:t>
                          </m:r>
                          <m:r>
                            <a:rPr lang="id-ID" sz="1400" i="1">
                              <a:effectLst/>
                              <a:latin typeface="Cambria Math" panose="02040503050406030204" pitchFamily="18" charset="0"/>
                              <a:ea typeface="Calibri" panose="020F0502020204030204" pitchFamily="34" charset="0"/>
                              <a:cs typeface="Arial" panose="020B0604020202020204" pitchFamily="34" charset="0"/>
                            </a:rPr>
                            <m:t>𝑆𝑞𝑢𝑎𝑟𝑒</m:t>
                          </m:r>
                          <m:r>
                            <a:rPr lang="id-ID" sz="1400" i="1">
                              <a:effectLst/>
                              <a:latin typeface="Cambria Math" panose="02040503050406030204" pitchFamily="18" charset="0"/>
                              <a:ea typeface="Calibri" panose="020F0502020204030204" pitchFamily="34" charset="0"/>
                              <a:cs typeface="Arial" panose="020B0604020202020204" pitchFamily="34" charset="0"/>
                            </a:rPr>
                            <m:t> </m:t>
                          </m:r>
                          <m:r>
                            <a:rPr lang="id-ID" sz="1400" i="1">
                              <a:effectLst/>
                              <a:latin typeface="Cambria Math" panose="02040503050406030204" pitchFamily="18" charset="0"/>
                              <a:ea typeface="Calibri" panose="020F0502020204030204" pitchFamily="34" charset="0"/>
                              <a:cs typeface="Arial" panose="020B0604020202020204" pitchFamily="34" charset="0"/>
                            </a:rPr>
                            <m:t>𝐸𝑟𝑟𝑜𝑟</m:t>
                          </m:r>
                        </m:num>
                        <m:den>
                          <m:r>
                            <a:rPr lang="id-ID" sz="1400" i="1">
                              <a:effectLst/>
                              <a:latin typeface="Cambria Math" panose="02040503050406030204" pitchFamily="18" charset="0"/>
                              <a:ea typeface="Calibri" panose="020F0502020204030204" pitchFamily="34" charset="0"/>
                              <a:cs typeface="Arial" panose="020B0604020202020204" pitchFamily="34" charset="0"/>
                            </a:rPr>
                            <m:t>𝑆𝑢𝑚</m:t>
                          </m:r>
                          <m:r>
                            <a:rPr lang="id-ID" sz="1400" i="1">
                              <a:effectLst/>
                              <a:latin typeface="Cambria Math" panose="02040503050406030204" pitchFamily="18" charset="0"/>
                              <a:ea typeface="Calibri" panose="020F0502020204030204" pitchFamily="34" charset="0"/>
                              <a:cs typeface="Arial" panose="020B0604020202020204" pitchFamily="34" charset="0"/>
                            </a:rPr>
                            <m:t> </m:t>
                          </m:r>
                          <m:r>
                            <a:rPr lang="id-ID" sz="1400" i="1">
                              <a:effectLst/>
                              <a:latin typeface="Cambria Math" panose="02040503050406030204" pitchFamily="18" charset="0"/>
                              <a:ea typeface="Calibri" panose="020F0502020204030204" pitchFamily="34" charset="0"/>
                              <a:cs typeface="Arial" panose="020B0604020202020204" pitchFamily="34" charset="0"/>
                            </a:rPr>
                            <m:t>𝑆𝑞𝑢𝑎𝑟𝑒</m:t>
                          </m:r>
                          <m:r>
                            <a:rPr lang="id-ID" sz="1400" i="1">
                              <a:effectLst/>
                              <a:latin typeface="Cambria Math" panose="02040503050406030204" pitchFamily="18" charset="0"/>
                              <a:ea typeface="Calibri" panose="020F0502020204030204" pitchFamily="34" charset="0"/>
                              <a:cs typeface="Arial" panose="020B0604020202020204" pitchFamily="34" charset="0"/>
                            </a:rPr>
                            <m:t> </m:t>
                          </m:r>
                          <m:r>
                            <a:rPr lang="id-ID" sz="1400" i="1">
                              <a:effectLst/>
                              <a:latin typeface="Cambria Math" panose="02040503050406030204" pitchFamily="18" charset="0"/>
                              <a:ea typeface="Calibri" panose="020F0502020204030204" pitchFamily="34" charset="0"/>
                              <a:cs typeface="Arial" panose="020B0604020202020204" pitchFamily="34" charset="0"/>
                            </a:rPr>
                            <m:t>𝑇𝑜𝑡𝑎𝑙</m:t>
                          </m:r>
                        </m:den>
                      </m:f>
                      <m:r>
                        <a:rPr lang="id-ID" sz="1400" i="1">
                          <a:effectLst/>
                          <a:latin typeface="Cambria Math" panose="02040503050406030204" pitchFamily="18" charset="0"/>
                          <a:ea typeface="Yu Mincho" panose="02020400000000000000" pitchFamily="18" charset="-128"/>
                          <a:cs typeface="Arial" panose="020B0604020202020204" pitchFamily="34" charset="0"/>
                        </a:rPr>
                        <m:t>=1−</m:t>
                      </m:r>
                      <m:f>
                        <m:fPr>
                          <m:ctrlPr>
                            <a:rPr lang="en-US" sz="1400" i="1">
                              <a:effectLst/>
                              <a:latin typeface="Cambria Math" panose="02040503050406030204" pitchFamily="18" charset="0"/>
                              <a:ea typeface="Yu Mincho" panose="02020400000000000000" pitchFamily="18" charset="-128"/>
                            </a:rPr>
                          </m:ctrlPr>
                        </m:fPr>
                        <m:num>
                          <m:nary>
                            <m:naryPr>
                              <m:chr m:val="∑"/>
                              <m:limLoc m:val="undOvr"/>
                              <m:subHide m:val="on"/>
                              <m:supHide m:val="on"/>
                              <m:ctrlPr>
                                <a:rPr lang="en-US" sz="1400" i="1">
                                  <a:effectLst/>
                                  <a:latin typeface="Cambria Math" panose="02040503050406030204" pitchFamily="18" charset="0"/>
                                  <a:ea typeface="Yu Mincho" panose="02020400000000000000" pitchFamily="18" charset="-128"/>
                                </a:rPr>
                              </m:ctrlPr>
                            </m:naryPr>
                            <m:sub/>
                            <m:sup/>
                            <m:e>
                              <m:sSup>
                                <m:sSupPr>
                                  <m:ctrlPr>
                                    <a:rPr lang="en-US" sz="1400" i="1">
                                      <a:effectLst/>
                                      <a:latin typeface="Cambria Math" panose="02040503050406030204" pitchFamily="18" charset="0"/>
                                      <a:ea typeface="Yu Mincho" panose="02020400000000000000" pitchFamily="18" charset="-128"/>
                                    </a:rPr>
                                  </m:ctrlPr>
                                </m:sSupPr>
                                <m:e>
                                  <m:d>
                                    <m:dPr>
                                      <m:ctrlPr>
                                        <a:rPr lang="en-US" sz="1400" i="1">
                                          <a:effectLst/>
                                          <a:latin typeface="Cambria Math" panose="02040503050406030204" pitchFamily="18" charset="0"/>
                                          <a:ea typeface="Yu Mincho" panose="02020400000000000000" pitchFamily="18" charset="-128"/>
                                        </a:rPr>
                                      </m:ctrlPr>
                                    </m:dPr>
                                    <m:e>
                                      <m:sSub>
                                        <m:sSubPr>
                                          <m:ctrlPr>
                                            <a:rPr lang="en-US" sz="1400" i="1">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𝑌</m:t>
                                          </m:r>
                                        </m:e>
                                        <m:sub>
                                          <m:r>
                                            <a:rPr lang="id-ID" sz="1400" i="1">
                                              <a:effectLst/>
                                              <a:latin typeface="Cambria Math" panose="02040503050406030204" pitchFamily="18" charset="0"/>
                                              <a:ea typeface="Calibri" panose="020F0502020204030204" pitchFamily="34" charset="0"/>
                                              <a:cs typeface="Arial" panose="020B0604020202020204" pitchFamily="34" charset="0"/>
                                            </a:rPr>
                                            <m:t>𝑖</m:t>
                                          </m:r>
                                        </m:sub>
                                      </m:sSub>
                                      <m:r>
                                        <a:rPr lang="id-ID" sz="1400" i="1">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400" i="1">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Ŷ</m:t>
                                          </m:r>
                                        </m:e>
                                        <m:sub>
                                          <m:r>
                                            <a:rPr lang="id-ID" sz="1400" i="1">
                                              <a:effectLst/>
                                              <a:latin typeface="Cambria Math" panose="02040503050406030204" pitchFamily="18" charset="0"/>
                                              <a:ea typeface="Calibri" panose="020F0502020204030204" pitchFamily="34" charset="0"/>
                                              <a:cs typeface="Arial" panose="020B0604020202020204" pitchFamily="34" charset="0"/>
                                            </a:rPr>
                                            <m:t>𝑖</m:t>
                                          </m:r>
                                        </m:sub>
                                      </m:sSub>
                                    </m:e>
                                  </m:d>
                                </m:e>
                                <m:sup>
                                  <m:r>
                                    <a:rPr lang="id-ID" sz="1400" i="1">
                                      <a:effectLst/>
                                      <a:latin typeface="Cambria Math" panose="02040503050406030204" pitchFamily="18" charset="0"/>
                                      <a:ea typeface="Yu Mincho" panose="02020400000000000000" pitchFamily="18" charset="-128"/>
                                      <a:cs typeface="Arial" panose="020B0604020202020204" pitchFamily="34" charset="0"/>
                                    </a:rPr>
                                    <m:t>2</m:t>
                                  </m:r>
                                </m:sup>
                              </m:sSup>
                            </m:e>
                          </m:nary>
                        </m:num>
                        <m:den>
                          <m:nary>
                            <m:naryPr>
                              <m:chr m:val="∑"/>
                              <m:limLoc m:val="undOvr"/>
                              <m:subHide m:val="on"/>
                              <m:supHide m:val="on"/>
                              <m:ctrlPr>
                                <a:rPr lang="en-US" sz="1400" i="1">
                                  <a:effectLst/>
                                  <a:latin typeface="Cambria Math" panose="02040503050406030204" pitchFamily="18" charset="0"/>
                                  <a:ea typeface="Yu Mincho" panose="02020400000000000000" pitchFamily="18" charset="-128"/>
                                </a:rPr>
                              </m:ctrlPr>
                            </m:naryPr>
                            <m:sub/>
                            <m:sup/>
                            <m:e>
                              <m:sSup>
                                <m:sSupPr>
                                  <m:ctrlPr>
                                    <a:rPr lang="en-US" sz="1400" i="1">
                                      <a:effectLst/>
                                      <a:latin typeface="Cambria Math" panose="02040503050406030204" pitchFamily="18" charset="0"/>
                                      <a:ea typeface="Yu Mincho" panose="02020400000000000000" pitchFamily="18" charset="-128"/>
                                    </a:rPr>
                                  </m:ctrlPr>
                                </m:sSupPr>
                                <m:e>
                                  <m:d>
                                    <m:dPr>
                                      <m:ctrlPr>
                                        <a:rPr lang="en-US" sz="1400" i="1">
                                          <a:effectLst/>
                                          <a:latin typeface="Cambria Math" panose="02040503050406030204" pitchFamily="18" charset="0"/>
                                          <a:ea typeface="Yu Mincho" panose="02020400000000000000" pitchFamily="18" charset="-128"/>
                                        </a:rPr>
                                      </m:ctrlPr>
                                    </m:dPr>
                                    <m:e>
                                      <m:sSub>
                                        <m:sSubPr>
                                          <m:ctrlPr>
                                            <a:rPr lang="en-US" sz="1400" i="1">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𝑌</m:t>
                                          </m:r>
                                        </m:e>
                                        <m:sub>
                                          <m:r>
                                            <a:rPr lang="id-ID" sz="1400" i="1">
                                              <a:effectLst/>
                                              <a:latin typeface="Cambria Math" panose="02040503050406030204" pitchFamily="18" charset="0"/>
                                              <a:ea typeface="Calibri" panose="020F0502020204030204" pitchFamily="34" charset="0"/>
                                              <a:cs typeface="Arial" panose="020B0604020202020204" pitchFamily="34" charset="0"/>
                                            </a:rPr>
                                            <m:t>𝑖</m:t>
                                          </m:r>
                                        </m:sub>
                                      </m:sSub>
                                      <m:r>
                                        <a:rPr lang="id-ID" sz="1400" i="1">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400" i="1">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Ȳ</m:t>
                                          </m:r>
                                        </m:e>
                                        <m:sub>
                                          <m:r>
                                            <a:rPr lang="id-ID" sz="1400" i="1">
                                              <a:effectLst/>
                                              <a:latin typeface="Cambria Math" panose="02040503050406030204" pitchFamily="18" charset="0"/>
                                              <a:ea typeface="Calibri" panose="020F0502020204030204" pitchFamily="34" charset="0"/>
                                              <a:cs typeface="Arial" panose="020B0604020202020204" pitchFamily="34" charset="0"/>
                                            </a:rPr>
                                            <m:t>𝑖</m:t>
                                          </m:r>
                                        </m:sub>
                                      </m:sSub>
                                    </m:e>
                                  </m:d>
                                </m:e>
                                <m:sup>
                                  <m:r>
                                    <a:rPr lang="id-ID" sz="1400" i="1">
                                      <a:effectLst/>
                                      <a:latin typeface="Cambria Math" panose="02040503050406030204" pitchFamily="18" charset="0"/>
                                      <a:ea typeface="Yu Mincho" panose="02020400000000000000" pitchFamily="18" charset="-128"/>
                                      <a:cs typeface="Arial" panose="020B0604020202020204" pitchFamily="34" charset="0"/>
                                    </a:rPr>
                                    <m:t>2</m:t>
                                  </m:r>
                                </m:sup>
                              </m:sSup>
                            </m:e>
                          </m:nary>
                        </m:den>
                      </m:f>
                    </m:oMath>
                  </m:oMathPara>
                </a14:m>
                <a:endParaRPr lang="id-ID" sz="1400" dirty="0">
                  <a:latin typeface="+mj-lt"/>
                </a:endParaRPr>
              </a:p>
              <a:p>
                <a:pPr marL="0" indent="0">
                  <a:lnSpc>
                    <a:spcPct val="100000"/>
                  </a:lnSpc>
                  <a:spcBef>
                    <a:spcPts val="0"/>
                  </a:spcBef>
                  <a:buNone/>
                </a:pPr>
                <a:r>
                  <a:rPr lang="id-ID" sz="1400" dirty="0">
                    <a:latin typeface="+mj-lt"/>
                  </a:rPr>
                  <a:t>Keterangan:</a:t>
                </a:r>
              </a:p>
              <a:p>
                <a:pPr>
                  <a:lnSpc>
                    <a:spcPct val="100000"/>
                  </a:lnSpc>
                  <a:spcBef>
                    <a:spcPts val="0"/>
                  </a:spcBef>
                </a:pPr>
                <a14:m>
                  <m:oMath xmlns:m="http://schemas.openxmlformats.org/officeDocument/2006/math">
                    <m:sSub>
                      <m:sSubPr>
                        <m:ctrlPr>
                          <a:rPr lang="en-US" sz="1400" i="1" smtClean="0">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𝑌</m:t>
                        </m:r>
                      </m:e>
                      <m:sub>
                        <m:r>
                          <a:rPr lang="id-ID" sz="1400" i="1">
                            <a:effectLst/>
                            <a:latin typeface="Cambria Math" panose="02040503050406030204" pitchFamily="18" charset="0"/>
                            <a:ea typeface="Calibri" panose="020F0502020204030204" pitchFamily="34" charset="0"/>
                            <a:cs typeface="Arial" panose="020B0604020202020204" pitchFamily="34" charset="0"/>
                          </a:rPr>
                          <m:t>𝑖</m:t>
                        </m:r>
                      </m:sub>
                    </m:sSub>
                    <m:r>
                      <a:rPr lang="id-ID" sz="1400" i="1">
                        <a:effectLst/>
                        <a:latin typeface="Cambria Math" panose="02040503050406030204" pitchFamily="18" charset="0"/>
                        <a:ea typeface="Calibri" panose="020F0502020204030204" pitchFamily="34" charset="0"/>
                        <a:cs typeface="Arial" panose="020B0604020202020204" pitchFamily="34" charset="0"/>
                      </a:rPr>
                      <m:t> </m:t>
                    </m:r>
                  </m:oMath>
                </a14:m>
                <a:r>
                  <a:rPr lang="id-ID" sz="1400" dirty="0">
                    <a:latin typeface="+mj-lt"/>
                  </a:rPr>
                  <a:t>	= nilai data aktual sebanyak i .</a:t>
                </a:r>
              </a:p>
              <a:p>
                <a:pPr>
                  <a:lnSpc>
                    <a:spcPct val="100000"/>
                  </a:lnSpc>
                  <a:spcBef>
                    <a:spcPts val="0"/>
                  </a:spcBef>
                </a:pPr>
                <a14:m>
                  <m:oMath xmlns:m="http://schemas.openxmlformats.org/officeDocument/2006/math">
                    <m:sSub>
                      <m:sSubPr>
                        <m:ctrlPr>
                          <a:rPr lang="en-US" sz="1400" i="1" smtClean="0">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Ŷ</m:t>
                        </m:r>
                      </m:e>
                      <m:sub>
                        <m:r>
                          <a:rPr lang="id-ID" sz="1400" i="1">
                            <a:effectLst/>
                            <a:latin typeface="Cambria Math" panose="02040503050406030204" pitchFamily="18" charset="0"/>
                            <a:ea typeface="Calibri" panose="020F0502020204030204" pitchFamily="34" charset="0"/>
                            <a:cs typeface="Arial" panose="020B0604020202020204" pitchFamily="34" charset="0"/>
                          </a:rPr>
                          <m:t>𝑖</m:t>
                        </m:r>
                      </m:sub>
                    </m:sSub>
                    <m:r>
                      <a:rPr lang="id-ID" sz="1400" i="1">
                        <a:effectLst/>
                        <a:latin typeface="Cambria Math" panose="02040503050406030204" pitchFamily="18" charset="0"/>
                        <a:ea typeface="Calibri" panose="020F0502020204030204" pitchFamily="34" charset="0"/>
                        <a:cs typeface="Arial" panose="020B0604020202020204" pitchFamily="34" charset="0"/>
                      </a:rPr>
                      <m:t> </m:t>
                    </m:r>
                  </m:oMath>
                </a14:m>
                <a:r>
                  <a:rPr lang="id-ID" sz="1400" dirty="0">
                    <a:latin typeface="+mj-lt"/>
                  </a:rPr>
                  <a:t>	= nilai data prediksi sebanyak i.</a:t>
                </a:r>
              </a:p>
              <a:p>
                <a:pPr>
                  <a:lnSpc>
                    <a:spcPct val="100000"/>
                  </a:lnSpc>
                  <a:spcBef>
                    <a:spcPts val="0"/>
                  </a:spcBef>
                </a:pPr>
                <a14:m>
                  <m:oMath xmlns:m="http://schemas.openxmlformats.org/officeDocument/2006/math">
                    <m:sSub>
                      <m:sSubPr>
                        <m:ctrlPr>
                          <a:rPr lang="en-US" sz="1400" i="1" smtClean="0">
                            <a:effectLst/>
                            <a:latin typeface="Cambria Math" panose="02040503050406030204" pitchFamily="18" charset="0"/>
                          </a:rPr>
                        </m:ctrlPr>
                      </m:sSubPr>
                      <m:e>
                        <m:r>
                          <a:rPr lang="id-ID" sz="1400" i="1">
                            <a:effectLst/>
                            <a:latin typeface="Cambria Math" panose="02040503050406030204" pitchFamily="18" charset="0"/>
                            <a:ea typeface="Calibri" panose="020F0502020204030204" pitchFamily="34" charset="0"/>
                            <a:cs typeface="Arial" panose="020B0604020202020204" pitchFamily="34" charset="0"/>
                          </a:rPr>
                          <m:t>Ȳ</m:t>
                        </m:r>
                      </m:e>
                      <m:sub>
                        <m:r>
                          <a:rPr lang="id-ID" sz="1400" i="1">
                            <a:effectLst/>
                            <a:latin typeface="Cambria Math" panose="02040503050406030204" pitchFamily="18" charset="0"/>
                            <a:ea typeface="Calibri" panose="020F0502020204030204" pitchFamily="34" charset="0"/>
                            <a:cs typeface="Arial" panose="020B0604020202020204" pitchFamily="34" charset="0"/>
                          </a:rPr>
                          <m:t>𝑖</m:t>
                        </m:r>
                      </m:sub>
                    </m:sSub>
                    <m:r>
                      <a:rPr lang="id-ID" sz="1400" i="1">
                        <a:effectLst/>
                        <a:latin typeface="Cambria Math" panose="02040503050406030204" pitchFamily="18" charset="0"/>
                        <a:ea typeface="Calibri" panose="020F0502020204030204" pitchFamily="34" charset="0"/>
                        <a:cs typeface="Arial" panose="020B0604020202020204" pitchFamily="34" charset="0"/>
                      </a:rPr>
                      <m:t> </m:t>
                    </m:r>
                  </m:oMath>
                </a14:m>
                <a:r>
                  <a:rPr lang="id-ID" sz="1400" dirty="0">
                    <a:latin typeface="+mj-lt"/>
                  </a:rPr>
                  <a:t>	= nilai </a:t>
                </a:r>
                <a:r>
                  <a:rPr lang="id-ID" sz="1400" dirty="0" err="1">
                    <a:latin typeface="+mj-lt"/>
                  </a:rPr>
                  <a:t>mean</a:t>
                </a:r>
                <a:r>
                  <a:rPr lang="id-ID" sz="1400" dirty="0">
                    <a:latin typeface="+mj-lt"/>
                  </a:rPr>
                  <a:t> dari Y. Pada kasus ini nilainya adalah 72. </a:t>
                </a:r>
              </a:p>
              <a:p>
                <a:pPr marL="0" indent="0">
                  <a:lnSpc>
                    <a:spcPct val="100000"/>
                  </a:lnSpc>
                  <a:spcBef>
                    <a:spcPts val="0"/>
                  </a:spcBef>
                  <a:buNone/>
                </a:pPr>
                <a:endParaRPr lang="id-ID" sz="14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l="-309" t="-374"/>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502057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es-ES" dirty="0"/>
              <a:t>Analisis </a:t>
            </a:r>
            <a:r>
              <a:rPr lang="en-US" dirty="0"/>
              <a:t>R Square Value</a:t>
            </a:r>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p:txBody>
              <a:bodyPr>
                <a:normAutofit/>
              </a:bodyPr>
              <a:lstStyle/>
              <a:p>
                <a:pPr>
                  <a:lnSpc>
                    <a:spcPct val="100000"/>
                  </a:lnSpc>
                  <a:spcBef>
                    <a:spcPts val="0"/>
                  </a:spcBef>
                </a:pPr>
                <a:r>
                  <a:rPr lang="id-ID" sz="1200" dirty="0">
                    <a:latin typeface="+mj-lt"/>
                  </a:rPr>
                  <a:t>Jika kita implementasikan pada kasus kita, maka hasilnya adalah sebagai berikut:</a:t>
                </a:r>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sSup>
                        <m:sSupPr>
                          <m:ctrlPr>
                            <a:rPr lang="en-US" sz="1200" i="1" smtClean="0">
                              <a:effectLst/>
                              <a:latin typeface="Cambria Math" panose="02040503050406030204" pitchFamily="18" charset="0"/>
                            </a:rPr>
                          </m:ctrlPr>
                        </m:sSupPr>
                        <m:e>
                          <m:r>
                            <a:rPr lang="id-ID" sz="1200" i="1">
                              <a:effectLst/>
                              <a:latin typeface="Cambria Math" panose="02040503050406030204" pitchFamily="18" charset="0"/>
                              <a:ea typeface="Calibri" panose="020F0502020204030204" pitchFamily="34" charset="0"/>
                              <a:cs typeface="Arial" panose="020B0604020202020204" pitchFamily="34" charset="0"/>
                            </a:rPr>
                            <m:t>𝑅</m:t>
                          </m:r>
                        </m:e>
                        <m:sup>
                          <m:r>
                            <a:rPr lang="id-ID" sz="1200" i="1">
                              <a:effectLst/>
                              <a:latin typeface="Cambria Math" panose="02040503050406030204" pitchFamily="18" charset="0"/>
                              <a:ea typeface="Calibri" panose="020F0502020204030204" pitchFamily="34" charset="0"/>
                              <a:cs typeface="Arial" panose="020B0604020202020204" pitchFamily="34" charset="0"/>
                            </a:rPr>
                            <m:t>2</m:t>
                          </m:r>
                        </m:sup>
                      </m:sSup>
                      <m:r>
                        <m:rPr>
                          <m:aln/>
                        </m:rPr>
                        <a:rPr lang="id-ID" sz="1200" i="1">
                          <a:effectLst/>
                          <a:latin typeface="Cambria Math" panose="02040503050406030204" pitchFamily="18" charset="0"/>
                          <a:ea typeface="Yu Mincho" panose="02020400000000000000" pitchFamily="18" charset="-128"/>
                          <a:cs typeface="Arial" panose="020B0604020202020204" pitchFamily="34" charset="0"/>
                        </a:rPr>
                        <m:t>=</m:t>
                      </m:r>
                      <m:r>
                        <a:rPr lang="id-ID" sz="1200" i="1">
                          <a:effectLst/>
                          <a:latin typeface="Cambria Math" panose="02040503050406030204" pitchFamily="18" charset="0"/>
                          <a:ea typeface="Yu Mincho" panose="02020400000000000000" pitchFamily="18" charset="-128"/>
                          <a:cs typeface="Arial" panose="020B0604020202020204" pitchFamily="34" charset="0"/>
                        </a:rPr>
                        <m:t>1−</m:t>
                      </m:r>
                      <m:f>
                        <m:fPr>
                          <m:ctrlPr>
                            <a:rPr lang="en-US" sz="1200" i="1">
                              <a:effectLst/>
                              <a:latin typeface="Cambria Math" panose="02040503050406030204" pitchFamily="18" charset="0"/>
                              <a:ea typeface="Yu Mincho" panose="02020400000000000000" pitchFamily="18" charset="-128"/>
                            </a:rPr>
                          </m:ctrlPr>
                        </m:fPr>
                        <m:num>
                          <m:nary>
                            <m:naryPr>
                              <m:chr m:val="∑"/>
                              <m:limLoc m:val="undOvr"/>
                              <m:subHide m:val="on"/>
                              <m:supHide m:val="on"/>
                              <m:ctrlPr>
                                <a:rPr lang="en-US" sz="1200" i="1">
                                  <a:effectLst/>
                                  <a:latin typeface="Cambria Math" panose="02040503050406030204" pitchFamily="18" charset="0"/>
                                  <a:ea typeface="Yu Mincho" panose="02020400000000000000" pitchFamily="18" charset="-128"/>
                                </a:rPr>
                              </m:ctrlPr>
                            </m:naryPr>
                            <m:sub/>
                            <m:sup/>
                            <m:e>
                              <m:sSup>
                                <m:sSupPr>
                                  <m:ctrlPr>
                                    <a:rPr lang="en-US" sz="1200" i="1">
                                      <a:effectLst/>
                                      <a:latin typeface="Cambria Math" panose="02040503050406030204" pitchFamily="18" charset="0"/>
                                      <a:ea typeface="Yu Mincho" panose="02020400000000000000" pitchFamily="18" charset="-128"/>
                                    </a:rPr>
                                  </m:ctrlPr>
                                </m:sSupPr>
                                <m:e>
                                  <m:d>
                                    <m:dPr>
                                      <m:ctrlPr>
                                        <a:rPr lang="en-US" sz="1200" i="1">
                                          <a:effectLst/>
                                          <a:latin typeface="Cambria Math" panose="02040503050406030204" pitchFamily="18" charset="0"/>
                                          <a:ea typeface="Yu Mincho" panose="02020400000000000000" pitchFamily="18" charset="-128"/>
                                        </a:rPr>
                                      </m:ctrlPr>
                                    </m:dPr>
                                    <m:e>
                                      <m:sSub>
                                        <m:sSubPr>
                                          <m:ctrlPr>
                                            <a:rPr lang="en-US" sz="1200" i="1">
                                              <a:effectLst/>
                                              <a:latin typeface="Cambria Math" panose="02040503050406030204" pitchFamily="18" charset="0"/>
                                            </a:rPr>
                                          </m:ctrlPr>
                                        </m:sSubPr>
                                        <m:e>
                                          <m:r>
                                            <a:rPr lang="id-ID" sz="1200" i="1">
                                              <a:effectLst/>
                                              <a:latin typeface="Cambria Math" panose="02040503050406030204" pitchFamily="18" charset="0"/>
                                              <a:ea typeface="Calibri" panose="020F0502020204030204" pitchFamily="34" charset="0"/>
                                              <a:cs typeface="Arial" panose="020B0604020202020204" pitchFamily="34" charset="0"/>
                                            </a:rPr>
                                            <m:t>𝑌</m:t>
                                          </m:r>
                                        </m:e>
                                        <m:sub>
                                          <m:r>
                                            <a:rPr lang="id-ID" sz="1200" i="1">
                                              <a:effectLst/>
                                              <a:latin typeface="Cambria Math" panose="02040503050406030204" pitchFamily="18" charset="0"/>
                                              <a:ea typeface="Calibri" panose="020F0502020204030204" pitchFamily="34" charset="0"/>
                                              <a:cs typeface="Arial" panose="020B0604020202020204" pitchFamily="34" charset="0"/>
                                            </a:rPr>
                                            <m:t>𝑖</m:t>
                                          </m:r>
                                        </m:sub>
                                      </m:sSub>
                                      <m:r>
                                        <a:rPr lang="id-ID" sz="1200" i="1">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200" i="1">
                                              <a:effectLst/>
                                              <a:latin typeface="Cambria Math" panose="02040503050406030204" pitchFamily="18" charset="0"/>
                                            </a:rPr>
                                          </m:ctrlPr>
                                        </m:sSubPr>
                                        <m:e>
                                          <m:r>
                                            <a:rPr lang="id-ID" sz="1200" i="1">
                                              <a:effectLst/>
                                              <a:latin typeface="Cambria Math" panose="02040503050406030204" pitchFamily="18" charset="0"/>
                                              <a:ea typeface="Calibri" panose="020F0502020204030204" pitchFamily="34" charset="0"/>
                                              <a:cs typeface="Arial" panose="020B0604020202020204" pitchFamily="34" charset="0"/>
                                            </a:rPr>
                                            <m:t>Ŷ</m:t>
                                          </m:r>
                                        </m:e>
                                        <m:sub>
                                          <m:r>
                                            <a:rPr lang="id-ID" sz="1200" i="1">
                                              <a:effectLst/>
                                              <a:latin typeface="Cambria Math" panose="02040503050406030204" pitchFamily="18" charset="0"/>
                                              <a:ea typeface="Calibri" panose="020F0502020204030204" pitchFamily="34" charset="0"/>
                                              <a:cs typeface="Arial" panose="020B0604020202020204" pitchFamily="34" charset="0"/>
                                            </a:rPr>
                                            <m:t>𝑖</m:t>
                                          </m:r>
                                        </m:sub>
                                      </m:sSub>
                                    </m:e>
                                  </m:d>
                                </m:e>
                                <m:sup>
                                  <m:r>
                                    <a:rPr lang="id-ID" sz="1200" i="1">
                                      <a:effectLst/>
                                      <a:latin typeface="Cambria Math" panose="02040503050406030204" pitchFamily="18" charset="0"/>
                                      <a:ea typeface="Yu Mincho" panose="02020400000000000000" pitchFamily="18" charset="-128"/>
                                      <a:cs typeface="Arial" panose="020B0604020202020204" pitchFamily="34" charset="0"/>
                                    </a:rPr>
                                    <m:t>2</m:t>
                                  </m:r>
                                </m:sup>
                              </m:sSup>
                            </m:e>
                          </m:nary>
                        </m:num>
                        <m:den>
                          <m:nary>
                            <m:naryPr>
                              <m:chr m:val="∑"/>
                              <m:limLoc m:val="undOvr"/>
                              <m:subHide m:val="on"/>
                              <m:supHide m:val="on"/>
                              <m:ctrlPr>
                                <a:rPr lang="en-US" sz="1200" i="1">
                                  <a:effectLst/>
                                  <a:latin typeface="Cambria Math" panose="02040503050406030204" pitchFamily="18" charset="0"/>
                                  <a:ea typeface="Yu Mincho" panose="02020400000000000000" pitchFamily="18" charset="-128"/>
                                </a:rPr>
                              </m:ctrlPr>
                            </m:naryPr>
                            <m:sub/>
                            <m:sup/>
                            <m:e>
                              <m:sSup>
                                <m:sSupPr>
                                  <m:ctrlPr>
                                    <a:rPr lang="en-US" sz="1200" i="1">
                                      <a:effectLst/>
                                      <a:latin typeface="Cambria Math" panose="02040503050406030204" pitchFamily="18" charset="0"/>
                                      <a:ea typeface="Yu Mincho" panose="02020400000000000000" pitchFamily="18" charset="-128"/>
                                    </a:rPr>
                                  </m:ctrlPr>
                                </m:sSupPr>
                                <m:e>
                                  <m:d>
                                    <m:dPr>
                                      <m:ctrlPr>
                                        <a:rPr lang="en-US" sz="1200" i="1">
                                          <a:effectLst/>
                                          <a:latin typeface="Cambria Math" panose="02040503050406030204" pitchFamily="18" charset="0"/>
                                          <a:ea typeface="Yu Mincho" panose="02020400000000000000" pitchFamily="18" charset="-128"/>
                                        </a:rPr>
                                      </m:ctrlPr>
                                    </m:dPr>
                                    <m:e>
                                      <m:sSub>
                                        <m:sSubPr>
                                          <m:ctrlPr>
                                            <a:rPr lang="en-US" sz="1200" i="1">
                                              <a:effectLst/>
                                              <a:latin typeface="Cambria Math" panose="02040503050406030204" pitchFamily="18" charset="0"/>
                                            </a:rPr>
                                          </m:ctrlPr>
                                        </m:sSubPr>
                                        <m:e>
                                          <m:r>
                                            <a:rPr lang="id-ID" sz="1200" i="1">
                                              <a:effectLst/>
                                              <a:latin typeface="Cambria Math" panose="02040503050406030204" pitchFamily="18" charset="0"/>
                                              <a:ea typeface="Calibri" panose="020F0502020204030204" pitchFamily="34" charset="0"/>
                                              <a:cs typeface="Arial" panose="020B0604020202020204" pitchFamily="34" charset="0"/>
                                            </a:rPr>
                                            <m:t>𝑌</m:t>
                                          </m:r>
                                        </m:e>
                                        <m:sub>
                                          <m:r>
                                            <a:rPr lang="id-ID" sz="1200" i="1">
                                              <a:effectLst/>
                                              <a:latin typeface="Cambria Math" panose="02040503050406030204" pitchFamily="18" charset="0"/>
                                              <a:ea typeface="Calibri" panose="020F0502020204030204" pitchFamily="34" charset="0"/>
                                              <a:cs typeface="Arial" panose="020B0604020202020204" pitchFamily="34" charset="0"/>
                                            </a:rPr>
                                            <m:t>𝑖</m:t>
                                          </m:r>
                                        </m:sub>
                                      </m:sSub>
                                      <m:r>
                                        <a:rPr lang="id-ID" sz="1200" i="1">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200" i="1">
                                              <a:effectLst/>
                                              <a:latin typeface="Cambria Math" panose="02040503050406030204" pitchFamily="18" charset="0"/>
                                            </a:rPr>
                                          </m:ctrlPr>
                                        </m:sSubPr>
                                        <m:e>
                                          <m:r>
                                            <a:rPr lang="id-ID" sz="1200" i="1">
                                              <a:effectLst/>
                                              <a:latin typeface="Cambria Math" panose="02040503050406030204" pitchFamily="18" charset="0"/>
                                              <a:ea typeface="Calibri" panose="020F0502020204030204" pitchFamily="34" charset="0"/>
                                              <a:cs typeface="Arial" panose="020B0604020202020204" pitchFamily="34" charset="0"/>
                                            </a:rPr>
                                            <m:t>Ȳ</m:t>
                                          </m:r>
                                        </m:e>
                                        <m:sub>
                                          <m:r>
                                            <a:rPr lang="id-ID" sz="1200" i="1">
                                              <a:effectLst/>
                                              <a:latin typeface="Cambria Math" panose="02040503050406030204" pitchFamily="18" charset="0"/>
                                              <a:ea typeface="Calibri" panose="020F0502020204030204" pitchFamily="34" charset="0"/>
                                              <a:cs typeface="Arial" panose="020B0604020202020204" pitchFamily="34" charset="0"/>
                                            </a:rPr>
                                            <m:t>𝑖</m:t>
                                          </m:r>
                                        </m:sub>
                                      </m:sSub>
                                    </m:e>
                                  </m:d>
                                </m:e>
                                <m:sup>
                                  <m:r>
                                    <a:rPr lang="id-ID" sz="1200" i="1">
                                      <a:effectLst/>
                                      <a:latin typeface="Cambria Math" panose="02040503050406030204" pitchFamily="18" charset="0"/>
                                      <a:ea typeface="Yu Mincho" panose="02020400000000000000" pitchFamily="18" charset="-128"/>
                                      <a:cs typeface="Arial" panose="020B0604020202020204" pitchFamily="34" charset="0"/>
                                    </a:rPr>
                                    <m:t>2</m:t>
                                  </m:r>
                                </m:sup>
                              </m:sSup>
                            </m:e>
                          </m:nary>
                        </m:den>
                      </m:f>
                    </m:oMath>
                  </m:oMathPara>
                </a14:m>
                <a:endParaRPr lang="id-ID" sz="1200" dirty="0">
                  <a:latin typeface="+mj-lt"/>
                </a:endParaRPr>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sSup>
                        <m:sSupPr>
                          <m:ctrlPr>
                            <a:rPr lang="en-US" sz="1200" i="1" smtClean="0">
                              <a:effectLst/>
                              <a:latin typeface="Cambria Math" panose="02040503050406030204" pitchFamily="18" charset="0"/>
                            </a:rPr>
                          </m:ctrlPr>
                        </m:sSupPr>
                        <m:e>
                          <m:r>
                            <a:rPr lang="id-ID" sz="1200" i="1">
                              <a:effectLst/>
                              <a:latin typeface="Cambria Math" panose="02040503050406030204" pitchFamily="18" charset="0"/>
                              <a:ea typeface="Calibri" panose="020F0502020204030204" pitchFamily="34" charset="0"/>
                              <a:cs typeface="Arial" panose="020B0604020202020204" pitchFamily="34" charset="0"/>
                            </a:rPr>
                            <m:t>𝑅</m:t>
                          </m:r>
                        </m:e>
                        <m:sup>
                          <m:r>
                            <a:rPr lang="id-ID" sz="1200" i="1">
                              <a:effectLst/>
                              <a:latin typeface="Cambria Math" panose="02040503050406030204" pitchFamily="18" charset="0"/>
                              <a:ea typeface="Calibri" panose="020F0502020204030204" pitchFamily="34" charset="0"/>
                              <a:cs typeface="Arial" panose="020B0604020202020204" pitchFamily="34" charset="0"/>
                            </a:rPr>
                            <m:t>2</m:t>
                          </m:r>
                        </m:sup>
                      </m:sSup>
                      <m:r>
                        <m:rPr>
                          <m:aln/>
                        </m:rPr>
                        <a:rPr lang="id-ID" sz="1200" i="1">
                          <a:effectLst/>
                          <a:latin typeface="Cambria Math" panose="02040503050406030204" pitchFamily="18" charset="0"/>
                          <a:ea typeface="Yu Mincho" panose="02020400000000000000" pitchFamily="18" charset="-128"/>
                          <a:cs typeface="Arial" panose="020B0604020202020204" pitchFamily="34" charset="0"/>
                        </a:rPr>
                        <m:t>=</m:t>
                      </m:r>
                      <m:r>
                        <a:rPr lang="id-ID" sz="1200" i="1">
                          <a:effectLst/>
                          <a:latin typeface="Cambria Math" panose="02040503050406030204" pitchFamily="18" charset="0"/>
                          <a:ea typeface="Yu Mincho" panose="02020400000000000000" pitchFamily="18" charset="-128"/>
                          <a:cs typeface="Arial" panose="020B0604020202020204" pitchFamily="34" charset="0"/>
                        </a:rPr>
                        <m:t>1−</m:t>
                      </m:r>
                      <m:f>
                        <m:fPr>
                          <m:ctrlPr>
                            <a:rPr lang="en-US" sz="1200" i="1">
                              <a:effectLst/>
                              <a:latin typeface="Cambria Math" panose="02040503050406030204" pitchFamily="18" charset="0"/>
                              <a:ea typeface="Yu Mincho" panose="02020400000000000000" pitchFamily="18" charset="-128"/>
                            </a:rPr>
                          </m:ctrlPr>
                        </m:fPr>
                        <m:num>
                          <m:r>
                            <a:rPr lang="id-ID" sz="1200" i="1">
                              <a:effectLst/>
                              <a:latin typeface="Cambria Math" panose="02040503050406030204" pitchFamily="18" charset="0"/>
                              <a:ea typeface="Yu Mincho" panose="02020400000000000000" pitchFamily="18" charset="-128"/>
                              <a:cs typeface="Arial" panose="020B0604020202020204" pitchFamily="34" charset="0"/>
                            </a:rPr>
                            <m:t>962</m:t>
                          </m:r>
                        </m:num>
                        <m:den>
                          <m:r>
                            <a:rPr lang="id-ID" sz="1200" i="1">
                              <a:effectLst/>
                              <a:latin typeface="Cambria Math" panose="02040503050406030204" pitchFamily="18" charset="0"/>
                              <a:ea typeface="Yu Mincho" panose="02020400000000000000" pitchFamily="18" charset="-128"/>
                              <a:cs typeface="Arial" panose="020B0604020202020204" pitchFamily="34" charset="0"/>
                            </a:rPr>
                            <m:t>22.3766393</m:t>
                          </m:r>
                        </m:den>
                      </m:f>
                    </m:oMath>
                  </m:oMathPara>
                </a14:m>
                <a:endParaRPr lang="id-ID" sz="1200" dirty="0">
                  <a:latin typeface="+mj-lt"/>
                </a:endParaRPr>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sSup>
                        <m:sSupPr>
                          <m:ctrlPr>
                            <a:rPr lang="en-US" sz="1200" i="1" smtClean="0">
                              <a:effectLst/>
                              <a:latin typeface="Cambria Math" panose="02040503050406030204" pitchFamily="18" charset="0"/>
                            </a:rPr>
                          </m:ctrlPr>
                        </m:sSupPr>
                        <m:e>
                          <m:r>
                            <a:rPr lang="id-ID" sz="1200" i="1">
                              <a:effectLst/>
                              <a:latin typeface="Cambria Math" panose="02040503050406030204" pitchFamily="18" charset="0"/>
                              <a:ea typeface="Calibri" panose="020F0502020204030204" pitchFamily="34" charset="0"/>
                              <a:cs typeface="Arial" panose="020B0604020202020204" pitchFamily="34" charset="0"/>
                            </a:rPr>
                            <m:t>𝑅</m:t>
                          </m:r>
                        </m:e>
                        <m:sup>
                          <m:r>
                            <a:rPr lang="id-ID" sz="1200" i="1">
                              <a:effectLst/>
                              <a:latin typeface="Cambria Math" panose="02040503050406030204" pitchFamily="18" charset="0"/>
                              <a:ea typeface="Calibri" panose="020F0502020204030204" pitchFamily="34" charset="0"/>
                              <a:cs typeface="Arial" panose="020B0604020202020204" pitchFamily="34" charset="0"/>
                            </a:rPr>
                            <m:t>2</m:t>
                          </m:r>
                        </m:sup>
                      </m:sSup>
                      <m:r>
                        <m:rPr>
                          <m:aln/>
                        </m:rPr>
                        <a:rPr lang="id-ID" sz="1200" i="1">
                          <a:effectLst/>
                          <a:latin typeface="Cambria Math" panose="02040503050406030204" pitchFamily="18" charset="0"/>
                          <a:ea typeface="Yu Mincho" panose="02020400000000000000" pitchFamily="18" charset="-128"/>
                          <a:cs typeface="Arial" panose="020B0604020202020204" pitchFamily="34" charset="0"/>
                        </a:rPr>
                        <m:t>=</m:t>
                      </m:r>
                      <m:r>
                        <a:rPr lang="id-ID" sz="1200" i="1">
                          <a:effectLst/>
                          <a:latin typeface="Cambria Math" panose="02040503050406030204" pitchFamily="18" charset="0"/>
                          <a:ea typeface="Yu Mincho" panose="02020400000000000000" pitchFamily="18" charset="-128"/>
                          <a:cs typeface="Arial" panose="020B0604020202020204" pitchFamily="34" charset="0"/>
                        </a:rPr>
                        <m:t>0.97673946</m:t>
                      </m:r>
                    </m:oMath>
                  </m:oMathPara>
                </a14:m>
                <a:endParaRPr lang="id-ID" sz="1200" dirty="0">
                  <a:latin typeface="+mj-lt"/>
                </a:endParaRPr>
              </a:p>
              <a:p>
                <a:pPr marL="0" indent="0">
                  <a:lnSpc>
                    <a:spcPct val="100000"/>
                  </a:lnSpc>
                  <a:spcBef>
                    <a:spcPts val="0"/>
                  </a:spcBef>
                  <a:buNone/>
                </a:pPr>
                <a:endParaRPr lang="id-ID" sz="12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blipFill>
                <a:blip r:embed="rId3"/>
                <a:stretch>
                  <a:fillRect t="-187"/>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el 5">
            <a:extLst>
              <a:ext uri="{FF2B5EF4-FFF2-40B4-BE49-F238E27FC236}">
                <a16:creationId xmlns:a16="http://schemas.microsoft.com/office/drawing/2014/main" id="{749DF33D-EB20-479A-BE71-E48B97679161}"/>
              </a:ext>
            </a:extLst>
          </p:cNvPr>
          <p:cNvGraphicFramePr>
            <a:graphicFrameLocks noGrp="1"/>
          </p:cNvGraphicFramePr>
          <p:nvPr>
            <p:extLst>
              <p:ext uri="{D42A27DB-BD31-4B8C-83A1-F6EECF244321}">
                <p14:modId xmlns:p14="http://schemas.microsoft.com/office/powerpoint/2010/main" val="3636159536"/>
              </p:ext>
            </p:extLst>
          </p:nvPr>
        </p:nvGraphicFramePr>
        <p:xfrm>
          <a:off x="675596" y="3111051"/>
          <a:ext cx="5506808" cy="1495425"/>
        </p:xfrm>
        <a:graphic>
          <a:graphicData uri="http://schemas.openxmlformats.org/drawingml/2006/table">
            <a:tbl>
              <a:tblPr firstRow="1" firstCol="1" bandRow="1">
                <a:tableStyleId>{5C22544A-7EE6-4342-B048-85BDC9FD1C3A}</a:tableStyleId>
              </a:tblPr>
              <a:tblGrid>
                <a:gridCol w="649691">
                  <a:extLst>
                    <a:ext uri="{9D8B030D-6E8A-4147-A177-3AD203B41FA5}">
                      <a16:colId xmlns:a16="http://schemas.microsoft.com/office/drawing/2014/main" val="7622209"/>
                    </a:ext>
                  </a:extLst>
                </a:gridCol>
                <a:gridCol w="649691">
                  <a:extLst>
                    <a:ext uri="{9D8B030D-6E8A-4147-A177-3AD203B41FA5}">
                      <a16:colId xmlns:a16="http://schemas.microsoft.com/office/drawing/2014/main" val="628759883"/>
                    </a:ext>
                  </a:extLst>
                </a:gridCol>
                <a:gridCol w="938668">
                  <a:extLst>
                    <a:ext uri="{9D8B030D-6E8A-4147-A177-3AD203B41FA5}">
                      <a16:colId xmlns:a16="http://schemas.microsoft.com/office/drawing/2014/main" val="3652084658"/>
                    </a:ext>
                  </a:extLst>
                </a:gridCol>
                <a:gridCol w="746468">
                  <a:extLst>
                    <a:ext uri="{9D8B030D-6E8A-4147-A177-3AD203B41FA5}">
                      <a16:colId xmlns:a16="http://schemas.microsoft.com/office/drawing/2014/main" val="2083013066"/>
                    </a:ext>
                  </a:extLst>
                </a:gridCol>
                <a:gridCol w="712630">
                  <a:extLst>
                    <a:ext uri="{9D8B030D-6E8A-4147-A177-3AD203B41FA5}">
                      <a16:colId xmlns:a16="http://schemas.microsoft.com/office/drawing/2014/main" val="1737199801"/>
                    </a:ext>
                  </a:extLst>
                </a:gridCol>
                <a:gridCol w="870992">
                  <a:extLst>
                    <a:ext uri="{9D8B030D-6E8A-4147-A177-3AD203B41FA5}">
                      <a16:colId xmlns:a16="http://schemas.microsoft.com/office/drawing/2014/main" val="4149389733"/>
                    </a:ext>
                  </a:extLst>
                </a:gridCol>
                <a:gridCol w="938668">
                  <a:extLst>
                    <a:ext uri="{9D8B030D-6E8A-4147-A177-3AD203B41FA5}">
                      <a16:colId xmlns:a16="http://schemas.microsoft.com/office/drawing/2014/main" val="3881263340"/>
                    </a:ext>
                  </a:extLst>
                </a:gridCol>
              </a:tblGrid>
              <a:tr h="314325">
                <a:tc rowSpan="4">
                  <a:txBody>
                    <a:bodyPr/>
                    <a:lstStyle/>
                    <a:p>
                      <a:pPr>
                        <a:lnSpc>
                          <a:spcPct val="107000"/>
                        </a:lnSpc>
                      </a:pPr>
                      <a:endParaRPr lang="en-US" sz="1100" dirty="0">
                        <a:effectLst/>
                        <a:latin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Scores (y)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Predicted (ŷ)</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(Ŷ-Y)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(Ŷ-Y)</a:t>
                      </a:r>
                      <a:r>
                        <a:rPr lang="en-US" sz="1100" baseline="30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dirty="0">
                          <a:effectLst/>
                        </a:rPr>
                        <a:t>Y- Ȳ</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a:effectLst/>
                        </a:rPr>
                        <a:t>(</a:t>
                      </a:r>
                      <a:r>
                        <a:rPr lang="en-US" sz="1100">
                          <a:effectLst/>
                        </a:rPr>
                        <a:t>Y- Ȳ</a:t>
                      </a:r>
                      <a:r>
                        <a:rPr lang="id-ID" sz="1100">
                          <a:effectLst/>
                        </a:rPr>
                        <a:t>)</a:t>
                      </a:r>
                      <a:r>
                        <a:rPr lang="en-US" sz="1100" baseline="30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13642305"/>
                  </a:ext>
                </a:extLst>
              </a:tr>
              <a:tr h="190500">
                <a:tc vMerge="1">
                  <a:txBody>
                    <a:bodyPr/>
                    <a:lstStyle/>
                    <a:p>
                      <a:pPr>
                        <a:lnSpc>
                          <a:spcPct val="107000"/>
                        </a:lnSpc>
                      </a:pPr>
                      <a:endParaRPr lang="en-US" sz="1100" dirty="0">
                        <a:effectLst/>
                        <a:latin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47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51.08615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-4.08615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16.69662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625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965909652"/>
                  </a:ext>
                </a:extLst>
              </a:tr>
              <a:tr h="190500">
                <a:tc vMerge="1">
                  <a:txBody>
                    <a:bodyPr/>
                    <a:lstStyle/>
                    <a:p>
                      <a:pPr>
                        <a:lnSpc>
                          <a:spcPct val="107000"/>
                        </a:lnSpc>
                      </a:pPr>
                      <a:endParaRPr lang="en-US" sz="1100" dirty="0">
                        <a:effectLst/>
                        <a:latin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88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90.28427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-2.28427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5.217889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16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256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129302946"/>
                  </a:ext>
                </a:extLst>
              </a:tr>
              <a:tr h="200025">
                <a:tc vMerge="1">
                  <a:txBody>
                    <a:bodyPr/>
                    <a:lstStyle/>
                    <a:p>
                      <a:pPr>
                        <a:lnSpc>
                          <a:spcPct val="107000"/>
                        </a:lnSpc>
                      </a:pPr>
                      <a:endParaRPr lang="en-US" sz="1100" dirty="0">
                        <a:effectLst/>
                        <a:latin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900">
                          <a:effectLst/>
                        </a:rPr>
                        <a:t>81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81.6798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-0.6798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0.462128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81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136704721"/>
                  </a:ext>
                </a:extLst>
              </a:tr>
              <a:tr h="200025">
                <a:tc>
                  <a:txBody>
                    <a:bodyPr/>
                    <a:lstStyle/>
                    <a:p>
                      <a:pPr algn="ctr">
                        <a:lnSpc>
                          <a:spcPct val="107000"/>
                        </a:lnSpc>
                        <a:spcAft>
                          <a:spcPts val="800"/>
                        </a:spcAft>
                      </a:pPr>
                      <a:r>
                        <a:rPr lang="en-US" sz="1100">
                          <a:effectLst/>
                        </a:rPr>
                        <a:t>SUM</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216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223.05022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-7.05022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22.37664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962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0743056"/>
                  </a:ext>
                </a:extLst>
              </a:tr>
              <a:tr h="200025">
                <a:tc>
                  <a:txBody>
                    <a:bodyPr/>
                    <a:lstStyle/>
                    <a:p>
                      <a:pPr algn="ctr">
                        <a:lnSpc>
                          <a:spcPct val="107000"/>
                        </a:lnSpc>
                        <a:spcAft>
                          <a:spcPts val="800"/>
                        </a:spcAft>
                      </a:pPr>
                      <a:r>
                        <a:rPr lang="en-US" sz="1100">
                          <a:effectLst/>
                        </a:rPr>
                        <a:t>Mean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72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74.35007333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-2.35007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7.45888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320.6666667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83972305"/>
                  </a:ext>
                </a:extLst>
              </a:tr>
              <a:tr h="200025">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nSpc>
                          <a:spcPct val="107000"/>
                        </a:lnSpc>
                      </a:pPr>
                      <a:endParaRPr lang="en-US" sz="1100">
                        <a:effectLst/>
                        <a:latin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a:effectLst/>
                        </a:rPr>
                        <a:t>R Square: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100" dirty="0">
                          <a:effectLst/>
                        </a:rPr>
                        <a:t>0.97673946</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03913703"/>
                  </a:ext>
                </a:extLst>
              </a:tr>
            </a:tbl>
          </a:graphicData>
        </a:graphic>
      </p:graphicFrame>
    </p:spTree>
    <p:extLst>
      <p:ext uri="{BB962C8B-B14F-4D97-AF65-F5344CB8AC3E}">
        <p14:creationId xmlns:p14="http://schemas.microsoft.com/office/powerpoint/2010/main" val="3686810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E7306A9D-6CAD-441D-AD26-E6B1CA958C5D}"/>
              </a:ext>
            </a:extLst>
          </p:cNvPr>
          <p:cNvSpPr>
            <a:spLocks noGrp="1"/>
          </p:cNvSpPr>
          <p:nvPr>
            <p:ph type="ctrTitle"/>
          </p:nvPr>
        </p:nvSpPr>
        <p:spPr/>
        <p:txBody>
          <a:bodyPr/>
          <a:lstStyle/>
          <a:p>
            <a:r>
              <a:rPr lang="id-ID" dirty="0"/>
              <a:t>Multi </a:t>
            </a:r>
            <a:r>
              <a:rPr lang="id-ID" dirty="0" err="1"/>
              <a:t>Class</a:t>
            </a:r>
            <a:r>
              <a:rPr lang="id-ID" dirty="0"/>
              <a:t> Linear </a:t>
            </a:r>
            <a:r>
              <a:rPr lang="id-ID" dirty="0" err="1"/>
              <a:t>Regression</a:t>
            </a:r>
            <a:endParaRPr lang="en-US" dirty="0"/>
          </a:p>
        </p:txBody>
      </p:sp>
      <p:sp>
        <p:nvSpPr>
          <p:cNvPr id="3" name="Subjudul 2">
            <a:extLst>
              <a:ext uri="{FF2B5EF4-FFF2-40B4-BE49-F238E27FC236}">
                <a16:creationId xmlns:a16="http://schemas.microsoft.com/office/drawing/2014/main" id="{91ADF75E-36CF-4073-9A6F-85A13B7A1EB1}"/>
              </a:ext>
            </a:extLst>
          </p:cNvPr>
          <p:cNvSpPr>
            <a:spLocks noGrp="1"/>
          </p:cNvSpPr>
          <p:nvPr>
            <p:ph type="subTitle" idx="1"/>
          </p:nvPr>
        </p:nvSpPr>
        <p:spPr/>
        <p:txBody>
          <a:bodyPr/>
          <a:lstStyle/>
          <a:p>
            <a:pPr>
              <a:lnSpc>
                <a:spcPct val="100000"/>
              </a:lnSpc>
              <a:spcBef>
                <a:spcPts val="0"/>
              </a:spcBef>
            </a:pPr>
            <a:r>
              <a:rPr lang="id-ID" dirty="0">
                <a:latin typeface="+mj-lt"/>
              </a:rPr>
              <a:t>Irwansyah Saputra, S.Kom., M.Kom., MTA</a:t>
            </a:r>
          </a:p>
          <a:p>
            <a:pPr>
              <a:lnSpc>
                <a:spcPct val="100000"/>
              </a:lnSpc>
              <a:spcBef>
                <a:spcPts val="0"/>
              </a:spcBef>
            </a:pPr>
            <a:r>
              <a:rPr lang="id-ID" sz="1200" dirty="0" err="1">
                <a:latin typeface="+mj-lt"/>
              </a:rPr>
              <a:t>Founder</a:t>
            </a:r>
            <a:r>
              <a:rPr lang="id-ID" sz="1200" dirty="0">
                <a:latin typeface="+mj-lt"/>
              </a:rPr>
              <a:t> </a:t>
            </a:r>
            <a:r>
              <a:rPr lang="id-ID" sz="1200" dirty="0" err="1">
                <a:latin typeface="+mj-lt"/>
              </a:rPr>
              <a:t>of</a:t>
            </a:r>
            <a:r>
              <a:rPr lang="id-ID" sz="1200" dirty="0">
                <a:latin typeface="+mj-lt"/>
              </a:rPr>
              <a:t> Multinity Indonesia</a:t>
            </a:r>
            <a:endParaRPr lang="en-US" sz="1200" dirty="0">
              <a:latin typeface="+mj-lt"/>
            </a:endParaRPr>
          </a:p>
          <a:p>
            <a:endParaRPr lang="en-US" dirty="0"/>
          </a:p>
        </p:txBody>
      </p:sp>
    </p:spTree>
    <p:extLst>
      <p:ext uri="{BB962C8B-B14F-4D97-AF65-F5344CB8AC3E}">
        <p14:creationId xmlns:p14="http://schemas.microsoft.com/office/powerpoint/2010/main" val="4098686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es-ES" sz="2800" dirty="0"/>
              <a:t>Multi </a:t>
            </a:r>
            <a:r>
              <a:rPr lang="es-ES" sz="2800" dirty="0" err="1"/>
              <a:t>Class</a:t>
            </a:r>
            <a:r>
              <a:rPr lang="es-ES" sz="2800" dirty="0"/>
              <a:t> Linear </a:t>
            </a:r>
            <a:r>
              <a:rPr lang="es-ES" sz="2800" dirty="0" err="1"/>
              <a:t>Regression</a:t>
            </a:r>
            <a:endParaRPr lang="en-US" sz="2800"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a:xfrm>
                <a:off x="471488" y="1334582"/>
                <a:ext cx="5915025" cy="3263504"/>
              </a:xfrm>
            </p:spPr>
            <p:txBody>
              <a:bodyPr>
                <a:noAutofit/>
              </a:bodyPr>
              <a:lstStyle/>
              <a:p>
                <a:pPr>
                  <a:lnSpc>
                    <a:spcPct val="120000"/>
                  </a:lnSpc>
                  <a:spcBef>
                    <a:spcPts val="0"/>
                  </a:spcBef>
                </a:pPr>
                <a:r>
                  <a:rPr lang="id-ID" sz="1300" dirty="0">
                    <a:latin typeface="+mj-lt"/>
                  </a:rPr>
                  <a:t>MLR digunakan untuk kasus yang memiliki atribut independen lebih dari satu.</a:t>
                </a:r>
              </a:p>
              <a:p>
                <a:pPr>
                  <a:lnSpc>
                    <a:spcPct val="120000"/>
                  </a:lnSpc>
                  <a:spcBef>
                    <a:spcPts val="0"/>
                  </a:spcBef>
                </a:pPr>
                <a:r>
                  <a:rPr lang="id-ID" sz="1300" dirty="0">
                    <a:latin typeface="+mj-lt"/>
                  </a:rPr>
                  <a:t>Contohnya, jika pada SLR terdapat kaitan antara jam belajar siswa terhadap nilai yang didapatkan, maka pada MLR atribut pendukung yang mempengaruhi nilai siswa tidak hanya jam belajar, bisa juga fasilitas yang dimiliki. </a:t>
                </a:r>
              </a:p>
              <a:p>
                <a:pPr>
                  <a:lnSpc>
                    <a:spcPct val="120000"/>
                  </a:lnSpc>
                  <a:spcBef>
                    <a:spcPts val="0"/>
                  </a:spcBef>
                </a:pPr>
                <a:r>
                  <a:rPr lang="id-ID" sz="1300" dirty="0">
                    <a:latin typeface="+mj-lt"/>
                  </a:rPr>
                  <a:t>Fasilitas tersebut adalah variabel independen baru yang mempengaruhi nilai siswa. </a:t>
                </a:r>
              </a:p>
              <a:p>
                <a:pPr>
                  <a:lnSpc>
                    <a:spcPct val="120000"/>
                  </a:lnSpc>
                  <a:spcBef>
                    <a:spcPts val="0"/>
                  </a:spcBef>
                </a:pPr>
                <a:r>
                  <a:rPr lang="id-ID" sz="1300" dirty="0">
                    <a:latin typeface="+mj-lt"/>
                  </a:rPr>
                  <a:t>Rumusnya adalah:</a:t>
                </a: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id-ID" sz="1300" i="1" smtClean="0">
                          <a:effectLst/>
                          <a:latin typeface="Cambria Math" panose="02040503050406030204" pitchFamily="18" charset="0"/>
                          <a:ea typeface="Calibri" panose="020F0502020204030204" pitchFamily="34" charset="0"/>
                          <a:cs typeface="Arial" panose="020B0604020202020204" pitchFamily="34" charset="0"/>
                        </a:rPr>
                        <m:t>𝑌</m:t>
                      </m:r>
                      <m:r>
                        <a:rPr lang="id-ID" sz="1300" i="1" smtClean="0">
                          <a:effectLst/>
                          <a:latin typeface="Cambria Math" panose="02040503050406030204" pitchFamily="18" charset="0"/>
                          <a:ea typeface="Calibri" panose="020F0502020204030204" pitchFamily="34" charset="0"/>
                          <a:cs typeface="Arial" panose="020B0604020202020204" pitchFamily="34" charset="0"/>
                        </a:rPr>
                        <m:t> = </m:t>
                      </m:r>
                      <m:sSub>
                        <m:sSubPr>
                          <m:ctrlPr>
                            <a:rPr lang="en-US" sz="1300" i="1">
                              <a:effectLst/>
                              <a:latin typeface="Cambria Math" panose="02040503050406030204" pitchFamily="18" charset="0"/>
                            </a:rPr>
                          </m:ctrlPr>
                        </m:sSubPr>
                        <m:e>
                          <m:r>
                            <a:rPr lang="id-ID" sz="1300" i="1">
                              <a:effectLst/>
                              <a:latin typeface="Cambria Math" panose="02040503050406030204" pitchFamily="18" charset="0"/>
                              <a:ea typeface="Calibri" panose="020F0502020204030204" pitchFamily="34" charset="0"/>
                              <a:cs typeface="Arial" panose="020B0604020202020204" pitchFamily="34" charset="0"/>
                            </a:rPr>
                            <m:t>𝛽</m:t>
                          </m:r>
                        </m:e>
                        <m:sub>
                          <m:r>
                            <a:rPr lang="id-ID" sz="1300" i="1">
                              <a:effectLst/>
                              <a:latin typeface="Cambria Math" panose="02040503050406030204" pitchFamily="18" charset="0"/>
                              <a:ea typeface="Calibri" panose="020F0502020204030204" pitchFamily="34" charset="0"/>
                              <a:cs typeface="Arial" panose="020B0604020202020204" pitchFamily="34" charset="0"/>
                            </a:rPr>
                            <m:t>0</m:t>
                          </m:r>
                        </m:sub>
                      </m:sSub>
                      <m:r>
                        <a:rPr lang="id-ID" sz="1300" i="1">
                          <a:effectLst/>
                          <a:latin typeface="Cambria Math" panose="02040503050406030204" pitchFamily="18" charset="0"/>
                          <a:ea typeface="Calibri" panose="020F0502020204030204" pitchFamily="34" charset="0"/>
                          <a:cs typeface="Arial" panose="020B0604020202020204" pitchFamily="34" charset="0"/>
                        </a:rPr>
                        <m:t> + </m:t>
                      </m:r>
                      <m:sSub>
                        <m:sSubPr>
                          <m:ctrlPr>
                            <a:rPr lang="en-US" sz="1300" i="1">
                              <a:effectLst/>
                              <a:latin typeface="Cambria Math" panose="02040503050406030204" pitchFamily="18" charset="0"/>
                            </a:rPr>
                          </m:ctrlPr>
                        </m:sSubPr>
                        <m:e>
                          <m:r>
                            <a:rPr lang="id-ID" sz="1300" i="1">
                              <a:effectLst/>
                              <a:latin typeface="Cambria Math" panose="02040503050406030204" pitchFamily="18" charset="0"/>
                              <a:ea typeface="Calibri" panose="020F0502020204030204" pitchFamily="34" charset="0"/>
                              <a:cs typeface="Arial" panose="020B0604020202020204" pitchFamily="34" charset="0"/>
                            </a:rPr>
                            <m:t>𝛽</m:t>
                          </m:r>
                        </m:e>
                        <m:sub>
                          <m:r>
                            <a:rPr lang="id-ID" sz="1300" i="1">
                              <a:effectLst/>
                              <a:latin typeface="Cambria Math" panose="02040503050406030204" pitchFamily="18" charset="0"/>
                              <a:ea typeface="Calibri" panose="020F0502020204030204" pitchFamily="34" charset="0"/>
                              <a:cs typeface="Arial" panose="020B0604020202020204" pitchFamily="34" charset="0"/>
                            </a:rPr>
                            <m:t>1</m:t>
                          </m:r>
                        </m:sub>
                      </m:sSub>
                      <m:sSub>
                        <m:sSubPr>
                          <m:ctrlPr>
                            <a:rPr lang="en-US" sz="1300" i="1">
                              <a:effectLst/>
                              <a:latin typeface="Cambria Math" panose="02040503050406030204" pitchFamily="18" charset="0"/>
                            </a:rPr>
                          </m:ctrlPr>
                        </m:sSubPr>
                        <m:e>
                          <m:r>
                            <a:rPr lang="id-ID" sz="1300" i="1">
                              <a:effectLst/>
                              <a:latin typeface="Cambria Math" panose="02040503050406030204" pitchFamily="18" charset="0"/>
                              <a:ea typeface="Calibri" panose="020F0502020204030204" pitchFamily="34" charset="0"/>
                              <a:cs typeface="Arial" panose="020B0604020202020204" pitchFamily="34" charset="0"/>
                            </a:rPr>
                            <m:t>𝑋</m:t>
                          </m:r>
                        </m:e>
                        <m:sub>
                          <m:r>
                            <a:rPr lang="id-ID" sz="1300" i="1">
                              <a:effectLst/>
                              <a:latin typeface="Cambria Math" panose="02040503050406030204" pitchFamily="18" charset="0"/>
                              <a:ea typeface="Calibri" panose="020F0502020204030204" pitchFamily="34" charset="0"/>
                              <a:cs typeface="Arial" panose="020B0604020202020204" pitchFamily="34" charset="0"/>
                            </a:rPr>
                            <m:t>1</m:t>
                          </m:r>
                        </m:sub>
                      </m:sSub>
                      <m:r>
                        <a:rPr lang="id-ID" sz="1300" i="1">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300" i="1">
                              <a:effectLst/>
                              <a:latin typeface="Cambria Math" panose="02040503050406030204" pitchFamily="18" charset="0"/>
                            </a:rPr>
                          </m:ctrlPr>
                        </m:sSubPr>
                        <m:e>
                          <m:r>
                            <a:rPr lang="id-ID" sz="1300" i="1">
                              <a:effectLst/>
                              <a:latin typeface="Cambria Math" panose="02040503050406030204" pitchFamily="18" charset="0"/>
                              <a:ea typeface="Calibri" panose="020F0502020204030204" pitchFamily="34" charset="0"/>
                              <a:cs typeface="Arial" panose="020B0604020202020204" pitchFamily="34" charset="0"/>
                            </a:rPr>
                            <m:t>𝛽</m:t>
                          </m:r>
                        </m:e>
                        <m:sub>
                          <m:r>
                            <a:rPr lang="id-ID" sz="1300" i="1">
                              <a:effectLst/>
                              <a:latin typeface="Cambria Math" panose="02040503050406030204" pitchFamily="18" charset="0"/>
                              <a:ea typeface="Calibri" panose="020F0502020204030204" pitchFamily="34" charset="0"/>
                              <a:cs typeface="Arial" panose="020B0604020202020204" pitchFamily="34" charset="0"/>
                            </a:rPr>
                            <m:t>𝑛</m:t>
                          </m:r>
                        </m:sub>
                      </m:sSub>
                      <m:sSub>
                        <m:sSubPr>
                          <m:ctrlPr>
                            <a:rPr lang="en-US" sz="1300" i="1">
                              <a:effectLst/>
                              <a:latin typeface="Cambria Math" panose="02040503050406030204" pitchFamily="18" charset="0"/>
                            </a:rPr>
                          </m:ctrlPr>
                        </m:sSubPr>
                        <m:e>
                          <m:r>
                            <a:rPr lang="id-ID" sz="1300" i="1">
                              <a:effectLst/>
                              <a:latin typeface="Cambria Math" panose="02040503050406030204" pitchFamily="18" charset="0"/>
                              <a:ea typeface="Calibri" panose="020F0502020204030204" pitchFamily="34" charset="0"/>
                              <a:cs typeface="Arial" panose="020B0604020202020204" pitchFamily="34" charset="0"/>
                            </a:rPr>
                            <m:t>𝑋</m:t>
                          </m:r>
                        </m:e>
                        <m:sub>
                          <m:r>
                            <a:rPr lang="id-ID" sz="1300" i="1">
                              <a:effectLst/>
                              <a:latin typeface="Cambria Math" panose="02040503050406030204" pitchFamily="18" charset="0"/>
                              <a:ea typeface="Calibri" panose="020F0502020204030204" pitchFamily="34" charset="0"/>
                              <a:cs typeface="Arial" panose="020B0604020202020204" pitchFamily="34" charset="0"/>
                            </a:rPr>
                            <m:t>𝑛</m:t>
                          </m:r>
                        </m:sub>
                      </m:sSub>
                    </m:oMath>
                  </m:oMathPara>
                </a14:m>
                <a:endParaRPr lang="id-ID" sz="1300" dirty="0">
                  <a:latin typeface="+mj-lt"/>
                </a:endParaRPr>
              </a:p>
              <a:p>
                <a:pPr>
                  <a:lnSpc>
                    <a:spcPct val="100000"/>
                  </a:lnSpc>
                  <a:spcBef>
                    <a:spcPts val="0"/>
                  </a:spcBef>
                </a:pPr>
                <a:r>
                  <a:rPr lang="id-ID" sz="1300" dirty="0">
                    <a:effectLst/>
                    <a:latin typeface="+mj-lt"/>
                    <a:ea typeface="Yu Mincho" panose="02020400000000000000" pitchFamily="18" charset="-128"/>
                    <a:cs typeface="Arial" panose="020B0604020202020204" pitchFamily="34" charset="0"/>
                  </a:rPr>
                  <a:t>Keterangan:</a:t>
                </a:r>
                <a:endParaRPr lang="en-US" sz="1300" dirty="0">
                  <a:effectLst/>
                  <a:latin typeface="+mj-lt"/>
                  <a:ea typeface="Calibri" panose="020F0502020204030204" pitchFamily="34" charset="0"/>
                  <a:cs typeface="Arial" panose="020B0604020202020204" pitchFamily="34" charset="0"/>
                </a:endParaRPr>
              </a:p>
              <a:p>
                <a:pPr marL="228600">
                  <a:lnSpc>
                    <a:spcPct val="100000"/>
                  </a:lnSpc>
                  <a:spcBef>
                    <a:spcPts val="0"/>
                  </a:spcBef>
                </a:pPr>
                <a14:m>
                  <m:oMath xmlns:m="http://schemas.openxmlformats.org/officeDocument/2006/math">
                    <m:r>
                      <a:rPr lang="id-ID" sz="1200" i="1">
                        <a:effectLst/>
                        <a:latin typeface="Cambria Math" panose="02040503050406030204" pitchFamily="18" charset="0"/>
                        <a:ea typeface="Calibri" panose="020F0502020204030204" pitchFamily="34" charset="0"/>
                        <a:cs typeface="Arial" panose="020B0604020202020204" pitchFamily="34" charset="0"/>
                      </a:rPr>
                      <m:t>𝑌</m:t>
                    </m:r>
                  </m:oMath>
                </a14:m>
                <a:r>
                  <a:rPr lang="id-ID" sz="1200" dirty="0">
                    <a:effectLst/>
                    <a:latin typeface="+mj-lt"/>
                    <a:ea typeface="Yu Mincho" panose="02020400000000000000" pitchFamily="18" charset="-128"/>
                    <a:cs typeface="Arial" panose="020B0604020202020204" pitchFamily="34" charset="0"/>
                  </a:rPr>
                  <a:t> 	= Variabel terikat (Dependen)</a:t>
                </a:r>
                <a:endParaRPr lang="en-US" sz="1200" dirty="0">
                  <a:effectLst/>
                  <a:latin typeface="+mj-lt"/>
                  <a:ea typeface="Calibri" panose="020F0502020204030204" pitchFamily="34" charset="0"/>
                  <a:cs typeface="Arial" panose="020B0604020202020204" pitchFamily="34" charset="0"/>
                </a:endParaRPr>
              </a:p>
              <a:p>
                <a:pPr marL="228600">
                  <a:lnSpc>
                    <a:spcPct val="100000"/>
                  </a:lnSpc>
                  <a:spcBef>
                    <a:spcPts val="0"/>
                  </a:spcBef>
                </a:pPr>
                <a14:m>
                  <m:oMath xmlns:m="http://schemas.openxmlformats.org/officeDocument/2006/math">
                    <m:r>
                      <a:rPr lang="id-ID" sz="1200" i="1">
                        <a:effectLst/>
                        <a:latin typeface="Cambria Math" panose="02040503050406030204" pitchFamily="18" charset="0"/>
                        <a:ea typeface="Calibri" panose="020F0502020204030204" pitchFamily="34" charset="0"/>
                        <a:cs typeface="Arial" panose="020B0604020202020204" pitchFamily="34" charset="0"/>
                      </a:rPr>
                      <m:t>𝑋</m:t>
                    </m:r>
                  </m:oMath>
                </a14:m>
                <a:r>
                  <a:rPr lang="id-ID" sz="1200" dirty="0">
                    <a:effectLst/>
                    <a:latin typeface="+mj-lt"/>
                    <a:ea typeface="Yu Mincho" panose="02020400000000000000" pitchFamily="18" charset="-128"/>
                    <a:cs typeface="Arial" panose="020B0604020202020204" pitchFamily="34" charset="0"/>
                  </a:rPr>
                  <a:t> 	= Variabel tidak terikat (Independen)</a:t>
                </a:r>
                <a:endParaRPr lang="en-US" sz="1200" dirty="0">
                  <a:effectLst/>
                  <a:latin typeface="+mj-lt"/>
                  <a:ea typeface="Calibri" panose="020F0502020204030204" pitchFamily="34" charset="0"/>
                  <a:cs typeface="Arial" panose="020B0604020202020204" pitchFamily="34" charset="0"/>
                </a:endParaRPr>
              </a:p>
              <a:p>
                <a:pPr marL="228600">
                  <a:lnSpc>
                    <a:spcPct val="100000"/>
                  </a:lnSpc>
                  <a:spcBef>
                    <a:spcPts val="0"/>
                  </a:spcBef>
                </a:pPr>
                <a14:m>
                  <m:oMath xmlns:m="http://schemas.openxmlformats.org/officeDocument/2006/math">
                    <m:sSub>
                      <m:sSubPr>
                        <m:ctrlPr>
                          <a:rPr lang="en-US" sz="1200" i="1">
                            <a:effectLst/>
                            <a:latin typeface="Cambria Math" panose="02040503050406030204" pitchFamily="18" charset="0"/>
                            <a:ea typeface="Calibri" panose="020F0502020204030204" pitchFamily="34" charset="0"/>
                            <a:cs typeface="Arial" panose="020B0604020202020204" pitchFamily="34" charset="0"/>
                          </a:rPr>
                        </m:ctrlPr>
                      </m:sSubPr>
                      <m:e>
                        <m:r>
                          <a:rPr lang="id-ID" sz="1200" i="1">
                            <a:effectLst/>
                            <a:latin typeface="Cambria Math" panose="02040503050406030204" pitchFamily="18" charset="0"/>
                            <a:ea typeface="Calibri" panose="020F0502020204030204" pitchFamily="34" charset="0"/>
                            <a:cs typeface="Arial" panose="020B0604020202020204" pitchFamily="34" charset="0"/>
                          </a:rPr>
                          <m:t>𝛽</m:t>
                        </m:r>
                      </m:e>
                      <m:sub>
                        <m:r>
                          <a:rPr lang="id-ID" sz="1200" i="1">
                            <a:effectLst/>
                            <a:latin typeface="Cambria Math" panose="02040503050406030204" pitchFamily="18" charset="0"/>
                            <a:ea typeface="Calibri" panose="020F0502020204030204" pitchFamily="34" charset="0"/>
                            <a:cs typeface="Arial" panose="020B0604020202020204" pitchFamily="34" charset="0"/>
                          </a:rPr>
                          <m:t>0</m:t>
                        </m:r>
                      </m:sub>
                    </m:sSub>
                  </m:oMath>
                </a14:m>
                <a:r>
                  <a:rPr lang="id-ID" sz="1200" dirty="0">
                    <a:effectLst/>
                    <a:latin typeface="+mj-lt"/>
                    <a:ea typeface="Yu Mincho" panose="02020400000000000000" pitchFamily="18" charset="-128"/>
                    <a:cs typeface="Arial" panose="020B0604020202020204" pitchFamily="34" charset="0"/>
                  </a:rPr>
                  <a:t>	= Konstanta, perpotongan garis regresi dengan sumbu Y (nilai estimasi jika x = 0).</a:t>
                </a:r>
                <a:endParaRPr lang="en-US" sz="1200" dirty="0">
                  <a:effectLst/>
                  <a:latin typeface="+mj-lt"/>
                  <a:ea typeface="Calibri" panose="020F0502020204030204" pitchFamily="34" charset="0"/>
                  <a:cs typeface="Arial" panose="020B0604020202020204" pitchFamily="34" charset="0"/>
                </a:endParaRPr>
              </a:p>
              <a:p>
                <a:pPr marL="228600">
                  <a:lnSpc>
                    <a:spcPct val="100000"/>
                  </a:lnSpc>
                  <a:spcBef>
                    <a:spcPts val="0"/>
                  </a:spcBef>
                </a:pPr>
                <a14:m>
                  <m:oMath xmlns:m="http://schemas.openxmlformats.org/officeDocument/2006/math">
                    <m:sSub>
                      <m:sSubPr>
                        <m:ctrlPr>
                          <a:rPr lang="en-US" sz="1200" i="1">
                            <a:effectLst/>
                            <a:latin typeface="Cambria Math" panose="02040503050406030204" pitchFamily="18" charset="0"/>
                            <a:ea typeface="Calibri" panose="020F0502020204030204" pitchFamily="34" charset="0"/>
                            <a:cs typeface="Arial" panose="020B0604020202020204" pitchFamily="34" charset="0"/>
                          </a:rPr>
                        </m:ctrlPr>
                      </m:sSubPr>
                      <m:e>
                        <m:r>
                          <a:rPr lang="id-ID" sz="1200" i="1">
                            <a:effectLst/>
                            <a:latin typeface="Cambria Math" panose="02040503050406030204" pitchFamily="18" charset="0"/>
                            <a:ea typeface="Calibri" panose="020F0502020204030204" pitchFamily="34" charset="0"/>
                            <a:cs typeface="Arial" panose="020B0604020202020204" pitchFamily="34" charset="0"/>
                          </a:rPr>
                          <m:t>𝛽</m:t>
                        </m:r>
                      </m:e>
                      <m:sub>
                        <m:r>
                          <a:rPr lang="id-ID" sz="1200" i="1">
                            <a:effectLst/>
                            <a:latin typeface="Cambria Math" panose="02040503050406030204" pitchFamily="18" charset="0"/>
                            <a:ea typeface="Calibri" panose="020F0502020204030204" pitchFamily="34" charset="0"/>
                            <a:cs typeface="Arial" panose="020B0604020202020204" pitchFamily="34" charset="0"/>
                          </a:rPr>
                          <m:t>1</m:t>
                        </m:r>
                      </m:sub>
                    </m:sSub>
                  </m:oMath>
                </a14:m>
                <a:r>
                  <a:rPr lang="id-ID" sz="1200" dirty="0">
                    <a:effectLst/>
                    <a:latin typeface="+mj-lt"/>
                    <a:ea typeface="Yu Mincho" panose="02020400000000000000" pitchFamily="18" charset="-128"/>
                    <a:cs typeface="Arial" panose="020B0604020202020204" pitchFamily="34" charset="0"/>
                  </a:rPr>
                  <a:t>	= Koefisien regresi (kemiringan); besaran </a:t>
                </a:r>
                <a:r>
                  <a:rPr lang="id-ID" sz="1200" dirty="0" err="1">
                    <a:effectLst/>
                    <a:latin typeface="+mj-lt"/>
                    <a:ea typeface="Yu Mincho" panose="02020400000000000000" pitchFamily="18" charset="-128"/>
                    <a:cs typeface="Arial" panose="020B0604020202020204" pitchFamily="34" charset="0"/>
                  </a:rPr>
                  <a:t>Response</a:t>
                </a:r>
                <a:r>
                  <a:rPr lang="id-ID" sz="1200" dirty="0">
                    <a:effectLst/>
                    <a:latin typeface="+mj-lt"/>
                    <a:ea typeface="Yu Mincho" panose="02020400000000000000" pitchFamily="18" charset="-128"/>
                    <a:cs typeface="Arial" panose="020B0604020202020204" pitchFamily="34" charset="0"/>
                  </a:rPr>
                  <a:t> yang ditimbulkan oleh variabel.</a:t>
                </a:r>
                <a:endParaRPr lang="en-US" sz="1200" dirty="0">
                  <a:effectLst/>
                  <a:latin typeface="+mj-lt"/>
                  <a:ea typeface="Calibri" panose="020F0502020204030204" pitchFamily="34" charset="0"/>
                  <a:cs typeface="Arial" panose="020B0604020202020204" pitchFamily="34" charset="0"/>
                </a:endParaRPr>
              </a:p>
              <a:p>
                <a:pPr marL="228600">
                  <a:lnSpc>
                    <a:spcPct val="100000"/>
                  </a:lnSpc>
                  <a:spcBef>
                    <a:spcPts val="0"/>
                  </a:spcBef>
                </a:pPr>
                <a14:m>
                  <m:oMath xmlns:m="http://schemas.openxmlformats.org/officeDocument/2006/math">
                    <m:r>
                      <a:rPr lang="id-ID" sz="1200" i="1">
                        <a:effectLst/>
                        <a:latin typeface="Cambria Math" panose="02040503050406030204" pitchFamily="18" charset="0"/>
                        <a:ea typeface="Calibri" panose="020F0502020204030204" pitchFamily="34" charset="0"/>
                        <a:cs typeface="Arial" panose="020B0604020202020204" pitchFamily="34" charset="0"/>
                      </a:rPr>
                      <m:t>𝑛</m:t>
                    </m:r>
                  </m:oMath>
                </a14:m>
                <a:r>
                  <a:rPr lang="id-ID" sz="1200" dirty="0">
                    <a:effectLst/>
                    <a:latin typeface="+mj-lt"/>
                    <a:ea typeface="Yu Mincho" panose="02020400000000000000" pitchFamily="18" charset="-128"/>
                    <a:cs typeface="Arial" panose="020B0604020202020204" pitchFamily="34" charset="0"/>
                  </a:rPr>
                  <a:t>	= Banyaknya data yang dihitung.</a:t>
                </a:r>
                <a:endParaRPr lang="en-US" sz="1200" dirty="0">
                  <a:effectLst/>
                  <a:latin typeface="+mj-lt"/>
                  <a:ea typeface="Calibri" panose="020F0502020204030204" pitchFamily="34" charset="0"/>
                  <a:cs typeface="Arial" panose="020B0604020202020204" pitchFamily="34" charset="0"/>
                </a:endParaRPr>
              </a:p>
              <a:p>
                <a:pPr marL="0" indent="0">
                  <a:lnSpc>
                    <a:spcPct val="120000"/>
                  </a:lnSpc>
                  <a:spcBef>
                    <a:spcPts val="0"/>
                  </a:spcBef>
                  <a:buNone/>
                </a:pPr>
                <a:endParaRPr lang="id-ID" sz="13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xfrm>
                <a:off x="471488" y="1334582"/>
                <a:ext cx="5915025" cy="3263504"/>
              </a:xfrm>
              <a:blipFill>
                <a:blip r:embed="rId3"/>
                <a:stretch>
                  <a:fillRect/>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750348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id-ID" sz="2800" dirty="0"/>
              <a:t>Contoh Kasus</a:t>
            </a:r>
            <a:endParaRPr lang="en-US" sz="2800" dirty="0"/>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a:xfrm>
            <a:off x="471488" y="1334582"/>
            <a:ext cx="5915025" cy="3263504"/>
          </a:xfrm>
        </p:spPr>
        <p:txBody>
          <a:bodyPr>
            <a:noAutofit/>
          </a:bodyPr>
          <a:lstStyle/>
          <a:p>
            <a:pPr>
              <a:lnSpc>
                <a:spcPct val="120000"/>
              </a:lnSpc>
              <a:spcBef>
                <a:spcPts val="0"/>
              </a:spcBef>
            </a:pPr>
            <a:r>
              <a:rPr lang="id-ID" sz="1400" dirty="0">
                <a:latin typeface="+mj-lt"/>
              </a:rPr>
              <a:t>Kasus yang akan kita gunakan kali ini adalah </a:t>
            </a:r>
            <a:r>
              <a:rPr lang="id-ID" sz="1400" dirty="0" err="1">
                <a:latin typeface="+mj-lt"/>
              </a:rPr>
              <a:t>dataset</a:t>
            </a:r>
            <a:r>
              <a:rPr lang="id-ID" sz="1400" dirty="0">
                <a:latin typeface="+mj-lt"/>
              </a:rPr>
              <a:t> perpustakaan yang terdiri dari dua variabel independen dan satu variabel dependen. Berikut </a:t>
            </a:r>
            <a:r>
              <a:rPr lang="id-ID" sz="1400" dirty="0" err="1">
                <a:latin typeface="+mj-lt"/>
              </a:rPr>
              <a:t>rinciannya</a:t>
            </a:r>
            <a:r>
              <a:rPr lang="id-ID" sz="1400" dirty="0">
                <a:latin typeface="+mj-lt"/>
              </a:rPr>
              <a:t>:</a:t>
            </a: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153889"/>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400">
              <a:latin typeface="+mj-lt"/>
            </a:endParaRPr>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153889"/>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400">
              <a:latin typeface="+mj-lt"/>
            </a:endParaRPr>
          </a:p>
        </p:txBody>
      </p:sp>
      <p:graphicFrame>
        <p:nvGraphicFramePr>
          <p:cNvPr id="6" name="Tabel 5">
            <a:extLst>
              <a:ext uri="{FF2B5EF4-FFF2-40B4-BE49-F238E27FC236}">
                <a16:creationId xmlns:a16="http://schemas.microsoft.com/office/drawing/2014/main" id="{B6FE0BD8-A6DE-4128-8732-D2429E88BF41}"/>
              </a:ext>
            </a:extLst>
          </p:cNvPr>
          <p:cNvGraphicFramePr>
            <a:graphicFrameLocks noGrp="1"/>
          </p:cNvGraphicFramePr>
          <p:nvPr>
            <p:extLst>
              <p:ext uri="{D42A27DB-BD31-4B8C-83A1-F6EECF244321}">
                <p14:modId xmlns:p14="http://schemas.microsoft.com/office/powerpoint/2010/main" val="1777534822"/>
              </p:ext>
            </p:extLst>
          </p:nvPr>
        </p:nvGraphicFramePr>
        <p:xfrm>
          <a:off x="1285874" y="2076377"/>
          <a:ext cx="4286250" cy="685800"/>
        </p:xfrm>
        <a:graphic>
          <a:graphicData uri="http://schemas.openxmlformats.org/drawingml/2006/table">
            <a:tbl>
              <a:tblPr firstRow="1" firstCol="1" bandRow="1">
                <a:tableStyleId>{5C22544A-7EE6-4342-B048-85BDC9FD1C3A}</a:tableStyleId>
              </a:tblPr>
              <a:tblGrid>
                <a:gridCol w="2030095">
                  <a:extLst>
                    <a:ext uri="{9D8B030D-6E8A-4147-A177-3AD203B41FA5}">
                      <a16:colId xmlns:a16="http://schemas.microsoft.com/office/drawing/2014/main" val="2783520355"/>
                    </a:ext>
                  </a:extLst>
                </a:gridCol>
                <a:gridCol w="1167130">
                  <a:extLst>
                    <a:ext uri="{9D8B030D-6E8A-4147-A177-3AD203B41FA5}">
                      <a16:colId xmlns:a16="http://schemas.microsoft.com/office/drawing/2014/main" val="1471635653"/>
                    </a:ext>
                  </a:extLst>
                </a:gridCol>
                <a:gridCol w="1089025">
                  <a:extLst>
                    <a:ext uri="{9D8B030D-6E8A-4147-A177-3AD203B41FA5}">
                      <a16:colId xmlns:a16="http://schemas.microsoft.com/office/drawing/2014/main" val="1036230873"/>
                    </a:ext>
                  </a:extLst>
                </a:gridCol>
              </a:tblGrid>
              <a:tr h="0">
                <a:tc>
                  <a:txBody>
                    <a:bodyPr/>
                    <a:lstStyle/>
                    <a:p>
                      <a:pPr algn="ctr">
                        <a:lnSpc>
                          <a:spcPct val="107000"/>
                        </a:lnSpc>
                        <a:spcAft>
                          <a:spcPts val="800"/>
                        </a:spcAft>
                      </a:pPr>
                      <a:r>
                        <a:rPr lang="id-ID" sz="1100">
                          <a:effectLst/>
                        </a:rPr>
                        <a:t>Nama Variabel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dirty="0">
                          <a:effectLst/>
                        </a:rPr>
                        <a:t>Jenis Variabel</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a:effectLst/>
                        </a:rPr>
                        <a:t>Simbol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64238192"/>
                  </a:ext>
                </a:extLst>
              </a:tr>
              <a:tr h="0">
                <a:tc>
                  <a:txBody>
                    <a:bodyPr/>
                    <a:lstStyle/>
                    <a:p>
                      <a:pPr algn="ctr">
                        <a:lnSpc>
                          <a:spcPct val="107000"/>
                        </a:lnSpc>
                        <a:spcAft>
                          <a:spcPts val="800"/>
                        </a:spcAft>
                      </a:pPr>
                      <a:r>
                        <a:rPr lang="id-ID" sz="1100">
                          <a:effectLst/>
                        </a:rPr>
                        <a:t>jumlah pengunjung per bulan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a:effectLst/>
                        </a:rPr>
                        <a:t>Dependen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a:effectLst/>
                        </a:rPr>
                        <a:t>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673076607"/>
                  </a:ext>
                </a:extLst>
              </a:tr>
              <a:tr h="0">
                <a:tc>
                  <a:txBody>
                    <a:bodyPr/>
                    <a:lstStyle/>
                    <a:p>
                      <a:pPr algn="ctr">
                        <a:lnSpc>
                          <a:spcPct val="107000"/>
                        </a:lnSpc>
                        <a:spcAft>
                          <a:spcPts val="800"/>
                        </a:spcAft>
                      </a:pPr>
                      <a:r>
                        <a:rPr lang="id-ID" sz="1100">
                          <a:effectLst/>
                        </a:rPr>
                        <a:t>jumlah buku baru per bulan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a:effectLst/>
                        </a:rPr>
                        <a:t>Independen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a:effectLst/>
                        </a:rPr>
                        <a:t>X1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427595396"/>
                  </a:ext>
                </a:extLst>
              </a:tr>
              <a:tr h="0">
                <a:tc>
                  <a:txBody>
                    <a:bodyPr/>
                    <a:lstStyle/>
                    <a:p>
                      <a:pPr algn="ctr">
                        <a:lnSpc>
                          <a:spcPct val="107000"/>
                        </a:lnSpc>
                        <a:spcAft>
                          <a:spcPts val="800"/>
                        </a:spcAft>
                      </a:pPr>
                      <a:r>
                        <a:rPr lang="id-ID" sz="1100" dirty="0">
                          <a:effectLst/>
                        </a:rPr>
                        <a:t>jumlah </a:t>
                      </a:r>
                      <a:r>
                        <a:rPr lang="id-ID" sz="1100" dirty="0" err="1">
                          <a:effectLst/>
                        </a:rPr>
                        <a:t>member</a:t>
                      </a:r>
                      <a:r>
                        <a:rPr lang="id-ID" sz="1100" dirty="0">
                          <a:effectLst/>
                        </a:rPr>
                        <a:t> perpustakaan</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dirty="0">
                          <a:effectLst/>
                        </a:rPr>
                        <a:t>Independen</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id-ID" sz="1100" dirty="0">
                          <a:effectLst/>
                        </a:rPr>
                        <a:t>X2</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952091870"/>
                  </a:ext>
                </a:extLst>
              </a:tr>
            </a:tbl>
          </a:graphicData>
        </a:graphic>
      </p:graphicFrame>
      <p:graphicFrame>
        <p:nvGraphicFramePr>
          <p:cNvPr id="7" name="Tabel 6">
            <a:extLst>
              <a:ext uri="{FF2B5EF4-FFF2-40B4-BE49-F238E27FC236}">
                <a16:creationId xmlns:a16="http://schemas.microsoft.com/office/drawing/2014/main" id="{945BE2C4-24CF-438D-B53F-F37576250F9A}"/>
              </a:ext>
            </a:extLst>
          </p:cNvPr>
          <p:cNvGraphicFramePr>
            <a:graphicFrameLocks noGrp="1"/>
          </p:cNvGraphicFramePr>
          <p:nvPr>
            <p:extLst>
              <p:ext uri="{D42A27DB-BD31-4B8C-83A1-F6EECF244321}">
                <p14:modId xmlns:p14="http://schemas.microsoft.com/office/powerpoint/2010/main" val="3599313107"/>
              </p:ext>
            </p:extLst>
          </p:nvPr>
        </p:nvGraphicFramePr>
        <p:xfrm>
          <a:off x="1285874" y="2911273"/>
          <a:ext cx="4286249" cy="961071"/>
        </p:xfrm>
        <a:graphic>
          <a:graphicData uri="http://schemas.openxmlformats.org/drawingml/2006/table">
            <a:tbl>
              <a:tblPr firstRow="1" firstCol="1" bandRow="1">
                <a:tableStyleId>{5C22544A-7EE6-4342-B048-85BDC9FD1C3A}</a:tableStyleId>
              </a:tblPr>
              <a:tblGrid>
                <a:gridCol w="389659">
                  <a:extLst>
                    <a:ext uri="{9D8B030D-6E8A-4147-A177-3AD203B41FA5}">
                      <a16:colId xmlns:a16="http://schemas.microsoft.com/office/drawing/2014/main" val="2485394048"/>
                    </a:ext>
                  </a:extLst>
                </a:gridCol>
                <a:gridCol w="389659">
                  <a:extLst>
                    <a:ext uri="{9D8B030D-6E8A-4147-A177-3AD203B41FA5}">
                      <a16:colId xmlns:a16="http://schemas.microsoft.com/office/drawing/2014/main" val="3998618498"/>
                    </a:ext>
                  </a:extLst>
                </a:gridCol>
                <a:gridCol w="389659">
                  <a:extLst>
                    <a:ext uri="{9D8B030D-6E8A-4147-A177-3AD203B41FA5}">
                      <a16:colId xmlns:a16="http://schemas.microsoft.com/office/drawing/2014/main" val="2736438841"/>
                    </a:ext>
                  </a:extLst>
                </a:gridCol>
                <a:gridCol w="389659">
                  <a:extLst>
                    <a:ext uri="{9D8B030D-6E8A-4147-A177-3AD203B41FA5}">
                      <a16:colId xmlns:a16="http://schemas.microsoft.com/office/drawing/2014/main" val="2441853129"/>
                    </a:ext>
                  </a:extLst>
                </a:gridCol>
                <a:gridCol w="389659">
                  <a:extLst>
                    <a:ext uri="{9D8B030D-6E8A-4147-A177-3AD203B41FA5}">
                      <a16:colId xmlns:a16="http://schemas.microsoft.com/office/drawing/2014/main" val="3712340184"/>
                    </a:ext>
                  </a:extLst>
                </a:gridCol>
                <a:gridCol w="389659">
                  <a:extLst>
                    <a:ext uri="{9D8B030D-6E8A-4147-A177-3AD203B41FA5}">
                      <a16:colId xmlns:a16="http://schemas.microsoft.com/office/drawing/2014/main" val="1866164143"/>
                    </a:ext>
                  </a:extLst>
                </a:gridCol>
                <a:gridCol w="389659">
                  <a:extLst>
                    <a:ext uri="{9D8B030D-6E8A-4147-A177-3AD203B41FA5}">
                      <a16:colId xmlns:a16="http://schemas.microsoft.com/office/drawing/2014/main" val="3393579911"/>
                    </a:ext>
                  </a:extLst>
                </a:gridCol>
                <a:gridCol w="389659">
                  <a:extLst>
                    <a:ext uri="{9D8B030D-6E8A-4147-A177-3AD203B41FA5}">
                      <a16:colId xmlns:a16="http://schemas.microsoft.com/office/drawing/2014/main" val="1786595650"/>
                    </a:ext>
                  </a:extLst>
                </a:gridCol>
                <a:gridCol w="389659">
                  <a:extLst>
                    <a:ext uri="{9D8B030D-6E8A-4147-A177-3AD203B41FA5}">
                      <a16:colId xmlns:a16="http://schemas.microsoft.com/office/drawing/2014/main" val="4011657147"/>
                    </a:ext>
                  </a:extLst>
                </a:gridCol>
                <a:gridCol w="389659">
                  <a:extLst>
                    <a:ext uri="{9D8B030D-6E8A-4147-A177-3AD203B41FA5}">
                      <a16:colId xmlns:a16="http://schemas.microsoft.com/office/drawing/2014/main" val="2887525878"/>
                    </a:ext>
                  </a:extLst>
                </a:gridCol>
                <a:gridCol w="389659">
                  <a:extLst>
                    <a:ext uri="{9D8B030D-6E8A-4147-A177-3AD203B41FA5}">
                      <a16:colId xmlns:a16="http://schemas.microsoft.com/office/drawing/2014/main" val="3783656311"/>
                    </a:ext>
                  </a:extLst>
                </a:gridCol>
              </a:tblGrid>
              <a:tr h="320357">
                <a:tc>
                  <a:txBody>
                    <a:bodyPr/>
                    <a:lstStyle/>
                    <a:p>
                      <a:pPr algn="ctr">
                        <a:lnSpc>
                          <a:spcPct val="107000"/>
                        </a:lnSpc>
                        <a:spcAft>
                          <a:spcPts val="800"/>
                        </a:spcAft>
                      </a:pPr>
                      <a:r>
                        <a:rPr lang="en-US" sz="1400">
                          <a:effectLst/>
                        </a:rPr>
                        <a:t>Y</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23</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7</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15</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17</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23</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22</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10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14</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20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19</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1932013599"/>
                  </a:ext>
                </a:extLst>
              </a:tr>
              <a:tr h="320357">
                <a:tc>
                  <a:txBody>
                    <a:bodyPr/>
                    <a:lstStyle/>
                    <a:p>
                      <a:pPr algn="ctr">
                        <a:lnSpc>
                          <a:spcPct val="107000"/>
                        </a:lnSpc>
                        <a:spcAft>
                          <a:spcPts val="800"/>
                        </a:spcAft>
                      </a:pPr>
                      <a:r>
                        <a:rPr lang="en-US" sz="1400">
                          <a:effectLst/>
                        </a:rPr>
                        <a:t>X</a:t>
                      </a:r>
                      <a:r>
                        <a:rPr lang="en-US" sz="1400" baseline="-25000">
                          <a:effectLst/>
                        </a:rPr>
                        <a:t>1</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10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2</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4</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6</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8</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7</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4</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6</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7</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6</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3082683373"/>
                  </a:ext>
                </a:extLst>
              </a:tr>
              <a:tr h="320357">
                <a:tc>
                  <a:txBody>
                    <a:bodyPr/>
                    <a:lstStyle/>
                    <a:p>
                      <a:pPr algn="ctr">
                        <a:lnSpc>
                          <a:spcPct val="107000"/>
                        </a:lnSpc>
                        <a:spcAft>
                          <a:spcPts val="800"/>
                        </a:spcAft>
                      </a:pPr>
                      <a:r>
                        <a:rPr lang="en-US" sz="1400">
                          <a:effectLst/>
                        </a:rPr>
                        <a:t>X</a:t>
                      </a:r>
                      <a:r>
                        <a:rPr lang="en-US" sz="1400" baseline="-25000">
                          <a:effectLst/>
                        </a:rPr>
                        <a:t>2</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7</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3</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2</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4</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6</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5</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3</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3</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a:effectLst/>
                        </a:rPr>
                        <a:t>4</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400" dirty="0">
                          <a:effectLst/>
                        </a:rPr>
                        <a:t>3</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2714769402"/>
                  </a:ext>
                </a:extLst>
              </a:tr>
            </a:tbl>
          </a:graphicData>
        </a:graphic>
      </p:graphicFrame>
    </p:spTree>
    <p:extLst>
      <p:ext uri="{BB962C8B-B14F-4D97-AF65-F5344CB8AC3E}">
        <p14:creationId xmlns:p14="http://schemas.microsoft.com/office/powerpoint/2010/main" val="37873088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id-ID" sz="2800" dirty="0"/>
              <a:t>Contoh Kasus</a:t>
            </a:r>
            <a:endParaRPr lang="en-US" sz="2800" dirty="0"/>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a:xfrm>
            <a:off x="471488" y="1334582"/>
            <a:ext cx="2445732" cy="3263504"/>
          </a:xfrm>
        </p:spPr>
        <p:txBody>
          <a:bodyPr>
            <a:noAutofit/>
          </a:bodyPr>
          <a:lstStyle/>
          <a:p>
            <a:pPr>
              <a:lnSpc>
                <a:spcPct val="120000"/>
              </a:lnSpc>
              <a:spcBef>
                <a:spcPts val="0"/>
              </a:spcBef>
            </a:pPr>
            <a:r>
              <a:rPr lang="id-ID" sz="1400" dirty="0">
                <a:latin typeface="+mj-lt"/>
              </a:rPr>
              <a:t>Kemudian kita buat tabel bantu untuk memudahkan dalam perhitungan. Teknik yang digunakan sama persis dengan SLR pada pembahasan sebelumnya. Hasilnya dapat kita lihat sebagai berikut:</a:t>
            </a: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153889"/>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400">
              <a:latin typeface="+mj-lt"/>
            </a:endParaRPr>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153889"/>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400">
              <a:latin typeface="+mj-lt"/>
            </a:endParaRPr>
          </a:p>
        </p:txBody>
      </p:sp>
      <p:graphicFrame>
        <p:nvGraphicFramePr>
          <p:cNvPr id="8" name="Tabel 7">
            <a:extLst>
              <a:ext uri="{FF2B5EF4-FFF2-40B4-BE49-F238E27FC236}">
                <a16:creationId xmlns:a16="http://schemas.microsoft.com/office/drawing/2014/main" id="{FD706922-0604-45DE-8CFC-A3E9CF5F038C}"/>
              </a:ext>
            </a:extLst>
          </p:cNvPr>
          <p:cNvGraphicFramePr>
            <a:graphicFrameLocks noGrp="1"/>
          </p:cNvGraphicFramePr>
          <p:nvPr>
            <p:extLst>
              <p:ext uri="{D42A27DB-BD31-4B8C-83A1-F6EECF244321}">
                <p14:modId xmlns:p14="http://schemas.microsoft.com/office/powerpoint/2010/main" val="3078701176"/>
              </p:ext>
            </p:extLst>
          </p:nvPr>
        </p:nvGraphicFramePr>
        <p:xfrm>
          <a:off x="2917220" y="1422850"/>
          <a:ext cx="3683635" cy="3086968"/>
        </p:xfrm>
        <a:graphic>
          <a:graphicData uri="http://schemas.openxmlformats.org/drawingml/2006/table">
            <a:tbl>
              <a:tblPr firstRow="1" firstCol="1" bandRow="1">
                <a:tableStyleId>{5C22544A-7EE6-4342-B048-85BDC9FD1C3A}</a:tableStyleId>
              </a:tblPr>
              <a:tblGrid>
                <a:gridCol w="420243">
                  <a:extLst>
                    <a:ext uri="{9D8B030D-6E8A-4147-A177-3AD203B41FA5}">
                      <a16:colId xmlns:a16="http://schemas.microsoft.com/office/drawing/2014/main" val="1850971845"/>
                    </a:ext>
                  </a:extLst>
                </a:gridCol>
                <a:gridCol w="420243">
                  <a:extLst>
                    <a:ext uri="{9D8B030D-6E8A-4147-A177-3AD203B41FA5}">
                      <a16:colId xmlns:a16="http://schemas.microsoft.com/office/drawing/2014/main" val="3364207916"/>
                    </a:ext>
                  </a:extLst>
                </a:gridCol>
                <a:gridCol w="420243">
                  <a:extLst>
                    <a:ext uri="{9D8B030D-6E8A-4147-A177-3AD203B41FA5}">
                      <a16:colId xmlns:a16="http://schemas.microsoft.com/office/drawing/2014/main" val="2057406508"/>
                    </a:ext>
                  </a:extLst>
                </a:gridCol>
                <a:gridCol w="342265">
                  <a:extLst>
                    <a:ext uri="{9D8B030D-6E8A-4147-A177-3AD203B41FA5}">
                      <a16:colId xmlns:a16="http://schemas.microsoft.com/office/drawing/2014/main" val="2469328368"/>
                    </a:ext>
                  </a:extLst>
                </a:gridCol>
                <a:gridCol w="433070">
                  <a:extLst>
                    <a:ext uri="{9D8B030D-6E8A-4147-A177-3AD203B41FA5}">
                      <a16:colId xmlns:a16="http://schemas.microsoft.com/office/drawing/2014/main" val="1904138693"/>
                    </a:ext>
                  </a:extLst>
                </a:gridCol>
                <a:gridCol w="420243">
                  <a:extLst>
                    <a:ext uri="{9D8B030D-6E8A-4147-A177-3AD203B41FA5}">
                      <a16:colId xmlns:a16="http://schemas.microsoft.com/office/drawing/2014/main" val="426953518"/>
                    </a:ext>
                  </a:extLst>
                </a:gridCol>
                <a:gridCol w="431165">
                  <a:extLst>
                    <a:ext uri="{9D8B030D-6E8A-4147-A177-3AD203B41FA5}">
                      <a16:colId xmlns:a16="http://schemas.microsoft.com/office/drawing/2014/main" val="1329415616"/>
                    </a:ext>
                  </a:extLst>
                </a:gridCol>
                <a:gridCol w="375920">
                  <a:extLst>
                    <a:ext uri="{9D8B030D-6E8A-4147-A177-3AD203B41FA5}">
                      <a16:colId xmlns:a16="http://schemas.microsoft.com/office/drawing/2014/main" val="3645914763"/>
                    </a:ext>
                  </a:extLst>
                </a:gridCol>
                <a:gridCol w="420243">
                  <a:extLst>
                    <a:ext uri="{9D8B030D-6E8A-4147-A177-3AD203B41FA5}">
                      <a16:colId xmlns:a16="http://schemas.microsoft.com/office/drawing/2014/main" val="877686809"/>
                    </a:ext>
                  </a:extLst>
                </a:gridCol>
              </a:tblGrid>
              <a:tr h="300748">
                <a:tc>
                  <a:txBody>
                    <a:bodyPr/>
                    <a:lstStyle/>
                    <a:p>
                      <a:pPr algn="ctr">
                        <a:lnSpc>
                          <a:spcPct val="107000"/>
                        </a:lnSpc>
                        <a:spcAft>
                          <a:spcPts val="800"/>
                        </a:spcAft>
                      </a:pPr>
                      <a:r>
                        <a:rPr lang="id-ID" sz="1100">
                          <a:effectLst/>
                        </a:rPr>
                        <a:t>Tanggal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X</a:t>
                      </a:r>
                      <a:r>
                        <a:rPr lang="en-US" sz="1100" baseline="-250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X</a:t>
                      </a:r>
                      <a:r>
                        <a:rPr lang="en-US" sz="1100" baseline="-25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X</a:t>
                      </a:r>
                      <a:r>
                        <a:rPr lang="en-US" sz="1100" baseline="-25000">
                          <a:effectLst/>
                        </a:rPr>
                        <a:t>1</a:t>
                      </a:r>
                      <a:r>
                        <a:rPr lang="en-US" sz="1100">
                          <a:effectLst/>
                        </a:rPr>
                        <a:t>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X</a:t>
                      </a:r>
                      <a:r>
                        <a:rPr lang="en-US" sz="1100" baseline="-25000">
                          <a:effectLst/>
                        </a:rPr>
                        <a:t>2</a:t>
                      </a:r>
                      <a:r>
                        <a:rPr lang="en-US" sz="1100">
                          <a:effectLst/>
                        </a:rPr>
                        <a:t>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X</a:t>
                      </a:r>
                      <a:r>
                        <a:rPr lang="en-US" sz="1100" baseline="-25000">
                          <a:effectLst/>
                        </a:rPr>
                        <a:t>1</a:t>
                      </a:r>
                      <a:r>
                        <a:rPr lang="en-US" sz="1100">
                          <a:effectLst/>
                        </a:rPr>
                        <a:t>X</a:t>
                      </a:r>
                      <a:r>
                        <a:rPr lang="en-US" sz="1100" baseline="-25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X</a:t>
                      </a:r>
                      <a:r>
                        <a:rPr lang="en-US" sz="1100" baseline="-25000">
                          <a:effectLst/>
                        </a:rPr>
                        <a:t>1</a:t>
                      </a:r>
                      <a:r>
                        <a:rPr lang="en-US" sz="1100" baseline="30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X</a:t>
                      </a:r>
                      <a:r>
                        <a:rPr lang="en-US" sz="1100" baseline="-25000">
                          <a:effectLst/>
                        </a:rPr>
                        <a:t>2</a:t>
                      </a:r>
                      <a:r>
                        <a:rPr lang="en-US" sz="1100" baseline="30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2927242365"/>
                  </a:ext>
                </a:extLst>
              </a:tr>
              <a:tr h="162035">
                <a:tc>
                  <a:txBody>
                    <a:bodyPr/>
                    <a:lstStyle/>
                    <a:p>
                      <a:pPr algn="ctr">
                        <a:lnSpc>
                          <a:spcPct val="107000"/>
                        </a:lnSpc>
                        <a:spcAft>
                          <a:spcPts val="800"/>
                        </a:spcAft>
                      </a:pPr>
                      <a:r>
                        <a:rPr lang="en-US"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230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161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70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100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3716641769"/>
                  </a:ext>
                </a:extLst>
              </a:tr>
              <a:tr h="162035">
                <a:tc>
                  <a:txBody>
                    <a:bodyPr/>
                    <a:lstStyle/>
                    <a:p>
                      <a:pPr algn="ctr">
                        <a:lnSpc>
                          <a:spcPct val="107000"/>
                        </a:lnSpc>
                        <a:spcAft>
                          <a:spcPts val="800"/>
                        </a:spcAft>
                      </a:pPr>
                      <a:r>
                        <a:rPr lang="en-US"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647888398"/>
                  </a:ext>
                </a:extLst>
              </a:tr>
              <a:tr h="162035">
                <a:tc>
                  <a:txBody>
                    <a:bodyPr/>
                    <a:lstStyle/>
                    <a:p>
                      <a:pPr algn="ctr">
                        <a:lnSpc>
                          <a:spcPct val="107000"/>
                        </a:lnSpc>
                        <a:spcAft>
                          <a:spcPts val="800"/>
                        </a:spcAft>
                      </a:pPr>
                      <a:r>
                        <a:rPr lang="en-US" sz="11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60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3663232970"/>
                  </a:ext>
                </a:extLst>
              </a:tr>
              <a:tr h="162035">
                <a:tc>
                  <a:txBody>
                    <a:bodyPr/>
                    <a:lstStyle/>
                    <a:p>
                      <a:pPr algn="ctr">
                        <a:lnSpc>
                          <a:spcPct val="107000"/>
                        </a:lnSpc>
                        <a:spcAft>
                          <a:spcPts val="800"/>
                        </a:spcAft>
                      </a:pPr>
                      <a:r>
                        <a:rPr lang="en-US"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102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68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4141145403"/>
                  </a:ext>
                </a:extLst>
              </a:tr>
              <a:tr h="162035">
                <a:tc>
                  <a:txBody>
                    <a:bodyPr/>
                    <a:lstStyle/>
                    <a:p>
                      <a:pPr algn="ctr">
                        <a:lnSpc>
                          <a:spcPct val="107000"/>
                        </a:lnSpc>
                        <a:spcAft>
                          <a:spcPts val="800"/>
                        </a:spcAft>
                      </a:pPr>
                      <a:r>
                        <a:rPr lang="en-US" sz="1100">
                          <a:effectLst/>
                        </a:rPr>
                        <a:t>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184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138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64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3395599353"/>
                  </a:ext>
                </a:extLst>
              </a:tr>
              <a:tr h="162035">
                <a:tc>
                  <a:txBody>
                    <a:bodyPr/>
                    <a:lstStyle/>
                    <a:p>
                      <a:pPr algn="ctr">
                        <a:lnSpc>
                          <a:spcPct val="107000"/>
                        </a:lnSpc>
                        <a:spcAft>
                          <a:spcPts val="800"/>
                        </a:spcAft>
                      </a:pPr>
                      <a:r>
                        <a:rPr lang="en-US"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154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571442022"/>
                  </a:ext>
                </a:extLst>
              </a:tr>
              <a:tr h="162035">
                <a:tc>
                  <a:txBody>
                    <a:bodyPr/>
                    <a:lstStyle/>
                    <a:p>
                      <a:pPr algn="ctr">
                        <a:lnSpc>
                          <a:spcPct val="107000"/>
                        </a:lnSpc>
                        <a:spcAft>
                          <a:spcPts val="800"/>
                        </a:spcAft>
                      </a:pPr>
                      <a:r>
                        <a:rPr lang="en-US" sz="11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2562303526"/>
                  </a:ext>
                </a:extLst>
              </a:tr>
              <a:tr h="162035">
                <a:tc>
                  <a:txBody>
                    <a:bodyPr/>
                    <a:lstStyle/>
                    <a:p>
                      <a:pPr algn="ctr">
                        <a:lnSpc>
                          <a:spcPct val="107000"/>
                        </a:lnSpc>
                        <a:spcAft>
                          <a:spcPts val="800"/>
                        </a:spcAft>
                      </a:pPr>
                      <a:r>
                        <a:rPr lang="en-US" sz="1100">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84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2084357047"/>
                  </a:ext>
                </a:extLst>
              </a:tr>
              <a:tr h="162035">
                <a:tc>
                  <a:txBody>
                    <a:bodyPr/>
                    <a:lstStyle/>
                    <a:p>
                      <a:pPr algn="ctr">
                        <a:lnSpc>
                          <a:spcPct val="107000"/>
                        </a:lnSpc>
                        <a:spcAft>
                          <a:spcPts val="800"/>
                        </a:spcAft>
                      </a:pPr>
                      <a:r>
                        <a:rPr lang="en-US" sz="11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140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80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2574644572"/>
                  </a:ext>
                </a:extLst>
              </a:tr>
              <a:tr h="162035">
                <a:tc>
                  <a:txBody>
                    <a:bodyPr/>
                    <a:lstStyle/>
                    <a:p>
                      <a:pPr algn="ctr">
                        <a:lnSpc>
                          <a:spcPct val="107000"/>
                        </a:lnSpc>
                        <a:spcAft>
                          <a:spcPts val="800"/>
                        </a:spcAft>
                      </a:pPr>
                      <a:r>
                        <a:rPr lang="en-US" sz="1100">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114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57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36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4052853699"/>
                  </a:ext>
                </a:extLst>
              </a:tr>
              <a:tr h="213592">
                <a:tc>
                  <a:txBody>
                    <a:bodyPr/>
                    <a:lstStyle/>
                    <a:p>
                      <a:pPr algn="ctr">
                        <a:lnSpc>
                          <a:spcPct val="107000"/>
                        </a:lnSpc>
                        <a:spcAft>
                          <a:spcPts val="800"/>
                        </a:spcAft>
                      </a:pPr>
                      <a:r>
                        <a:rPr lang="en-US" sz="1100">
                          <a:effectLst/>
                        </a:rPr>
                        <a:t>Σ</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ΣY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ΣX</a:t>
                      </a:r>
                      <a:r>
                        <a:rPr lang="en-US" sz="1100" baseline="-250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ΣX</a:t>
                      </a:r>
                      <a:r>
                        <a:rPr lang="en-US" sz="1100" baseline="-25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ΣX</a:t>
                      </a:r>
                      <a:r>
                        <a:rPr lang="en-US" sz="1100" baseline="-25000">
                          <a:effectLst/>
                        </a:rPr>
                        <a:t>1</a:t>
                      </a:r>
                      <a:r>
                        <a:rPr lang="en-US" sz="1100">
                          <a:effectLst/>
                        </a:rPr>
                        <a:t>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ΣX</a:t>
                      </a:r>
                      <a:r>
                        <a:rPr lang="en-US" sz="1100" baseline="-25000">
                          <a:effectLst/>
                        </a:rPr>
                        <a:t>2</a:t>
                      </a:r>
                      <a:r>
                        <a:rPr lang="en-US" sz="1100">
                          <a:effectLst/>
                        </a:rPr>
                        <a:t>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ΣX</a:t>
                      </a:r>
                      <a:r>
                        <a:rPr lang="en-US" sz="1100" baseline="-25000">
                          <a:effectLst/>
                        </a:rPr>
                        <a:t>1</a:t>
                      </a:r>
                      <a:r>
                        <a:rPr lang="en-US" sz="1100">
                          <a:effectLst/>
                        </a:rPr>
                        <a:t>X</a:t>
                      </a:r>
                      <a:r>
                        <a:rPr lang="en-US" sz="1100" baseline="-25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ΣX</a:t>
                      </a:r>
                      <a:r>
                        <a:rPr lang="en-US" sz="1100" baseline="-25000">
                          <a:effectLst/>
                        </a:rPr>
                        <a:t>1</a:t>
                      </a:r>
                      <a:r>
                        <a:rPr lang="en-US" sz="1100" baseline="30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ΣX</a:t>
                      </a:r>
                      <a:r>
                        <a:rPr lang="en-US" sz="1100" baseline="-25000">
                          <a:effectLst/>
                        </a:rPr>
                        <a:t>2</a:t>
                      </a:r>
                      <a:r>
                        <a:rPr lang="en-US" sz="1100" baseline="300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2886147649"/>
                  </a:ext>
                </a:extLst>
              </a:tr>
              <a:tr h="300748">
                <a:tc>
                  <a:txBody>
                    <a:bodyPr/>
                    <a:lstStyle/>
                    <a:p>
                      <a:pPr algn="ctr">
                        <a:lnSpc>
                          <a:spcPct val="107000"/>
                        </a:lnSpc>
                        <a:spcAft>
                          <a:spcPts val="800"/>
                        </a:spcAft>
                      </a:pPr>
                      <a:r>
                        <a:rPr lang="en-US" sz="1100">
                          <a:effectLst/>
                        </a:rPr>
                        <a:t>Jumlah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170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60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1122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737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267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a:effectLst/>
                        </a:rPr>
                        <a:t>406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tc>
                  <a:txBody>
                    <a:bodyPr/>
                    <a:lstStyle/>
                    <a:p>
                      <a:pPr algn="ctr">
                        <a:lnSpc>
                          <a:spcPct val="107000"/>
                        </a:lnSpc>
                        <a:spcAft>
                          <a:spcPts val="800"/>
                        </a:spcAft>
                      </a:pPr>
                      <a:r>
                        <a:rPr lang="en-US" sz="1100" dirty="0">
                          <a:effectLst/>
                        </a:rPr>
                        <a:t>182</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28575" marR="28575" marT="19050" marB="19050" anchor="ctr"/>
                </a:tc>
                <a:extLst>
                  <a:ext uri="{0D108BD9-81ED-4DB2-BD59-A6C34878D82A}">
                    <a16:rowId xmlns:a16="http://schemas.microsoft.com/office/drawing/2014/main" val="3215948457"/>
                  </a:ext>
                </a:extLst>
              </a:tr>
            </a:tbl>
          </a:graphicData>
        </a:graphic>
      </p:graphicFrame>
    </p:spTree>
    <p:extLst>
      <p:ext uri="{BB962C8B-B14F-4D97-AF65-F5344CB8AC3E}">
        <p14:creationId xmlns:p14="http://schemas.microsoft.com/office/powerpoint/2010/main" val="13557701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id-ID" sz="2800" dirty="0"/>
              <a:t>Contoh Kasus</a:t>
            </a:r>
            <a:endParaRPr lang="en-US" sz="2800"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a:xfrm>
                <a:off x="471487" y="1334582"/>
                <a:ext cx="5915025" cy="3263504"/>
              </a:xfrm>
            </p:spPr>
            <p:txBody>
              <a:bodyPr>
                <a:noAutofit/>
              </a:bodyPr>
              <a:lstStyle/>
              <a:p>
                <a:pPr>
                  <a:lnSpc>
                    <a:spcPct val="120000"/>
                  </a:lnSpc>
                  <a:spcBef>
                    <a:spcPts val="0"/>
                  </a:spcBef>
                </a:pPr>
                <a:r>
                  <a:rPr lang="id-ID" sz="1400" dirty="0">
                    <a:latin typeface="+mj-lt"/>
                  </a:rPr>
                  <a:t>Selanjutnya, kita buat matriks A dan matriks H dengan rumus sebagai berikut:</a:t>
                </a:r>
              </a:p>
              <a:p>
                <a:pPr marL="0" indent="0">
                  <a:lnSpc>
                    <a:spcPct val="120000"/>
                  </a:lnSpc>
                  <a:spcBef>
                    <a:spcPts val="0"/>
                  </a:spcBef>
                  <a:buNone/>
                </a:pPr>
                <a14:m>
                  <m:oMath xmlns:m="http://schemas.openxmlformats.org/officeDocument/2006/math">
                    <m:r>
                      <a:rPr lang="en-US" sz="1800" i="1" smtClean="0">
                        <a:effectLst/>
                        <a:latin typeface="Cambria Math" panose="02040503050406030204" pitchFamily="18" charset="0"/>
                        <a:ea typeface="Yu Mincho" panose="02020400000000000000" pitchFamily="18" charset="-128"/>
                        <a:cs typeface="Calibri" panose="020F0502020204030204" pitchFamily="34" charset="0"/>
                      </a:rPr>
                      <m:t>𝐴</m:t>
                    </m:r>
                    <m:r>
                      <a:rPr lang="en-US" sz="1800" i="1" smtClean="0">
                        <a:effectLst/>
                        <a:latin typeface="Cambria Math" panose="02040503050406030204" pitchFamily="18" charset="0"/>
                        <a:ea typeface="Yu Mincho" panose="02020400000000000000" pitchFamily="18" charset="-128"/>
                        <a:cs typeface="Calibri" panose="020F0502020204030204" pitchFamily="34" charset="0"/>
                      </a:rPr>
                      <m:t>=</m:t>
                    </m:r>
                    <m:d>
                      <m:dPr>
                        <m:begChr m:val="["/>
                        <m:endChr m:val="]"/>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dPr>
                      <m:e>
                        <m:eqArr>
                          <m:eqArrPr>
                            <m:ctrlPr>
                              <a:rPr lang="en-US" sz="1800" i="1">
                                <a:effectLst/>
                                <a:latin typeface="Cambria Math" panose="02040503050406030204" pitchFamily="18" charset="0"/>
                                <a:ea typeface="Calibri" panose="020F0502020204030204" pitchFamily="34" charset="0"/>
                                <a:cs typeface="Calibri" panose="020F0502020204030204" pitchFamily="34" charset="0"/>
                              </a:rPr>
                            </m:ctrlPr>
                          </m:eqArrPr>
                          <m:e>
                            <m:r>
                              <a:rPr lang="en-US" sz="1800" i="1">
                                <a:effectLst/>
                                <a:latin typeface="Cambria Math" panose="02040503050406030204" pitchFamily="18" charset="0"/>
                                <a:ea typeface="Calibri" panose="020F0502020204030204" pitchFamily="34" charset="0"/>
                                <a:cs typeface="Calibri" panose="020F0502020204030204" pitchFamily="34" charset="0"/>
                              </a:rPr>
                              <m:t>𝑛</m:t>
                            </m:r>
                          </m:e>
                          <m:e>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1</m:t>
                                    </m:r>
                                  </m:sub>
                                </m:sSub>
                              </m:e>
                            </m:nary>
                          </m:e>
                          <m:e>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2</m:t>
                                    </m:r>
                                  </m:sub>
                                </m:sSub>
                              </m:e>
                            </m:nary>
                          </m:e>
                        </m:eqArr>
                        <m:r>
                          <a:rPr lang="en-US" sz="1800">
                            <a:effectLst/>
                            <a:latin typeface="Cambria Math" panose="02040503050406030204" pitchFamily="18" charset="0"/>
                            <a:ea typeface="Calibri" panose="020F0502020204030204" pitchFamily="34" charset="0"/>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1</m:t>
                                      </m:r>
                                    </m:sub>
                                  </m:sSub>
                                </m:e>
                              </m:nary>
                            </m:e>
                          </m:mr>
                          <m:mr>
                            <m:e>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sSubSup>
                                    <m:sSubSup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Sup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1</m:t>
                                      </m:r>
                                    </m:sub>
                                    <m:sup>
                                      <m:r>
                                        <a:rPr lang="en-US" sz="1800" i="1">
                                          <a:effectLst/>
                                          <a:latin typeface="Cambria Math" panose="02040503050406030204" pitchFamily="18" charset="0"/>
                                          <a:ea typeface="Calibri" panose="020F0502020204030204" pitchFamily="34" charset="0"/>
                                          <a:cs typeface="Calibri" panose="020F0502020204030204" pitchFamily="34" charset="0"/>
                                        </a:rPr>
                                        <m:t>2</m:t>
                                      </m:r>
                                    </m:sup>
                                  </m:sSubSup>
                                </m:e>
                              </m:nary>
                            </m:e>
                          </m:mr>
                          <m:mr>
                            <m:e>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1</m:t>
                                      </m:r>
                                    </m:sub>
                                  </m:sSub>
                                </m:e>
                              </m:nary>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2</m:t>
                                  </m:r>
                                </m:sub>
                              </m:sSub>
                            </m:e>
                          </m:mr>
                        </m:m>
                        <m:r>
                          <a:rPr lang="en-US" sz="1800">
                            <a:effectLst/>
                            <a:latin typeface="Cambria Math" panose="02040503050406030204" pitchFamily="18" charset="0"/>
                            <a:ea typeface="Calibri" panose="020F0502020204030204" pitchFamily="34" charset="0"/>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sSup>
                                    <m:sSup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p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p>
                                      <m:r>
                                        <a:rPr lang="en-US" sz="1800" i="1">
                                          <a:effectLst/>
                                          <a:latin typeface="Cambria Math" panose="02040503050406030204" pitchFamily="18" charset="0"/>
                                          <a:ea typeface="Calibri" panose="020F0502020204030204" pitchFamily="34" charset="0"/>
                                          <a:cs typeface="Calibri" panose="020F0502020204030204" pitchFamily="34" charset="0"/>
                                        </a:rPr>
                                        <m:t>2</m:t>
                                      </m:r>
                                    </m:sup>
                                  </m:sSup>
                                </m:e>
                              </m:nary>
                            </m:e>
                          </m:mr>
                          <m:mr>
                            <m:e>
                              <m:r>
                                <a:rPr lang="en-US" sz="1800">
                                  <a:effectLst/>
                                  <a:latin typeface="Cambria Math" panose="02040503050406030204" pitchFamily="18" charset="0"/>
                                  <a:ea typeface="Calibri" panose="020F0502020204030204" pitchFamily="34" charset="0"/>
                                  <a:cs typeface="Calibri" panose="020F0502020204030204" pitchFamily="34" charset="0"/>
                                </a:rPr>
                                <m:t>   </m:t>
                              </m:r>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1 </m:t>
                                      </m:r>
                                    </m:sub>
                                  </m:sSub>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2</m:t>
                                      </m:r>
                                    </m:sub>
                                  </m:sSub>
                                </m:e>
                              </m:nary>
                            </m:e>
                          </m:mr>
                          <m:mr>
                            <m:e>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sSubSup>
                                    <m:sSubSup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Sup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2</m:t>
                                      </m:r>
                                    </m:sub>
                                    <m:sup>
                                      <m:r>
                                        <a:rPr lang="en-US" sz="1800" i="1">
                                          <a:effectLst/>
                                          <a:latin typeface="Cambria Math" panose="02040503050406030204" pitchFamily="18" charset="0"/>
                                          <a:ea typeface="Calibri" panose="020F0502020204030204" pitchFamily="34" charset="0"/>
                                          <a:cs typeface="Calibri" panose="020F0502020204030204" pitchFamily="34" charset="0"/>
                                        </a:rPr>
                                        <m:t>2</m:t>
                                      </m:r>
                                    </m:sup>
                                  </m:sSubSup>
                                </m:e>
                              </m:nary>
                            </m:e>
                          </m:mr>
                        </m:m>
                        <m:r>
                          <a:rPr lang="en-US" sz="1800">
                            <a:effectLst/>
                            <a:latin typeface="Cambria Math" panose="02040503050406030204" pitchFamily="18" charset="0"/>
                            <a:ea typeface="Calibri" panose="020F0502020204030204" pitchFamily="34" charset="0"/>
                            <a:cs typeface="Calibri" panose="020F0502020204030204" pitchFamily="34" charset="0"/>
                          </a:rPr>
                          <m:t> </m:t>
                        </m:r>
                      </m:e>
                    </m:d>
                  </m:oMath>
                </a14:m>
                <a:r>
                  <a:rPr lang="en-US" sz="1800" dirty="0">
                    <a:effectLst/>
                    <a:latin typeface="Calibri" panose="020F0502020204030204" pitchFamily="34" charset="0"/>
                    <a:ea typeface="Yu Mincho" panose="02020400000000000000" pitchFamily="18" charset="-128"/>
                    <a:cs typeface="Arial" panose="020B0604020202020204" pitchFamily="34" charset="0"/>
                  </a:rPr>
                  <a:t>	</a:t>
                </a:r>
                <a14:m>
                  <m:oMath xmlns:m="http://schemas.openxmlformats.org/officeDocument/2006/math">
                    <m:r>
                      <a:rPr lang="en-US" sz="1800" i="1">
                        <a:effectLst/>
                        <a:latin typeface="Cambria Math" panose="02040503050406030204" pitchFamily="18" charset="0"/>
                        <a:ea typeface="Yu Mincho" panose="02020400000000000000" pitchFamily="18" charset="-128"/>
                        <a:cs typeface="Arial" panose="020B0604020202020204" pitchFamily="34" charset="0"/>
                      </a:rPr>
                      <m:t>𝐻</m:t>
                    </m:r>
                    <m:r>
                      <a:rPr lang="en-US" sz="1800" i="1">
                        <a:effectLst/>
                        <a:latin typeface="Cambria Math" panose="02040503050406030204" pitchFamily="18" charset="0"/>
                        <a:ea typeface="Yu Mincho" panose="02020400000000000000" pitchFamily="18" charset="-128"/>
                        <a:cs typeface="Arial" panose="020B0604020202020204" pitchFamily="34" charset="0"/>
                      </a:rPr>
                      <m:t>=</m:t>
                    </m:r>
                    <m:d>
                      <m:dPr>
                        <m:begChr m:val="["/>
                        <m:endChr m:val="]"/>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dPr>
                      <m:e>
                        <m:eqArr>
                          <m:eqArrPr>
                            <m:ctrlPr>
                              <a:rPr lang="en-US" sz="1800" i="1">
                                <a:effectLst/>
                                <a:latin typeface="Cambria Math" panose="02040503050406030204" pitchFamily="18" charset="0"/>
                                <a:ea typeface="Calibri" panose="020F0502020204030204" pitchFamily="34" charset="0"/>
                                <a:cs typeface="Calibri" panose="020F0502020204030204" pitchFamily="34" charset="0"/>
                              </a:rPr>
                            </m:ctrlPr>
                          </m:eqArrPr>
                          <m:e>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r>
                                  <m:rPr>
                                    <m:sty m:val="p"/>
                                  </m:rPr>
                                  <a:rPr lang="en-US" sz="1800">
                                    <a:effectLst/>
                                    <a:latin typeface="Cambria Math" panose="02040503050406030204" pitchFamily="18" charset="0"/>
                                    <a:ea typeface="Calibri" panose="020F0502020204030204" pitchFamily="34" charset="0"/>
                                    <a:cs typeface="Calibri" panose="020F0502020204030204" pitchFamily="34" charset="0"/>
                                  </a:rPr>
                                  <m:t>Y</m:t>
                                </m:r>
                              </m:e>
                            </m:nary>
                          </m:e>
                          <m:e>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1</m:t>
                                    </m:r>
                                  </m:sub>
                                </m:sSub>
                                <m:r>
                                  <a:rPr lang="en-US" sz="1800" i="1">
                                    <a:effectLst/>
                                    <a:latin typeface="Cambria Math" panose="02040503050406030204" pitchFamily="18" charset="0"/>
                                    <a:ea typeface="Calibri" panose="020F0502020204030204" pitchFamily="34" charset="0"/>
                                    <a:cs typeface="Calibri" panose="020F0502020204030204" pitchFamily="34" charset="0"/>
                                  </a:rPr>
                                  <m:t>𝑌</m:t>
                                </m:r>
                              </m:e>
                            </m:nary>
                          </m:e>
                          <m:e>
                            <m:nary>
                              <m:naryPr>
                                <m:chr m:val="∑"/>
                                <m:limLoc m:val="undOvr"/>
                                <m:subHide m:val="on"/>
                                <m:supHide m:val="on"/>
                                <m:ctrlPr>
                                  <a:rPr lang="en-US" sz="1800" i="1">
                                    <a:effectLst/>
                                    <a:latin typeface="Cambria Math" panose="02040503050406030204" pitchFamily="18" charset="0"/>
                                    <a:ea typeface="Calibri" panose="020F0502020204030204" pitchFamily="34" charset="0"/>
                                    <a:cs typeface="Calibri" panose="020F0502020204030204" pitchFamily="34" charset="0"/>
                                  </a:rPr>
                                </m:ctrlPr>
                              </m:naryPr>
                              <m:sub/>
                              <m:sup/>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𝑋</m:t>
                                    </m:r>
                                  </m:e>
                                  <m:sub>
                                    <m:r>
                                      <a:rPr lang="en-US" sz="1800" i="1">
                                        <a:effectLst/>
                                        <a:latin typeface="Cambria Math" panose="02040503050406030204" pitchFamily="18" charset="0"/>
                                        <a:ea typeface="Calibri" panose="020F0502020204030204" pitchFamily="34" charset="0"/>
                                        <a:cs typeface="Calibri" panose="020F0502020204030204" pitchFamily="34" charset="0"/>
                                      </a:rPr>
                                      <m:t>2</m:t>
                                    </m:r>
                                  </m:sub>
                                </m:sSub>
                                <m:r>
                                  <a:rPr lang="en-US" sz="1800" i="1">
                                    <a:effectLst/>
                                    <a:latin typeface="Cambria Math" panose="02040503050406030204" pitchFamily="18" charset="0"/>
                                    <a:ea typeface="Calibri" panose="020F0502020204030204" pitchFamily="34" charset="0"/>
                                    <a:cs typeface="Calibri" panose="020F0502020204030204" pitchFamily="34" charset="0"/>
                                  </a:rPr>
                                  <m:t>𝑌</m:t>
                                </m:r>
                              </m:e>
                            </m:nary>
                          </m:e>
                        </m:eqArr>
                      </m:e>
                    </m:d>
                  </m:oMath>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20000"/>
                  </a:lnSpc>
                  <a:spcBef>
                    <a:spcPts val="0"/>
                  </a:spcBef>
                  <a:buNone/>
                </a:pPr>
                <a:r>
                  <a:rPr lang="nn-NO" sz="1400" dirty="0">
                    <a:latin typeface="+mj-lt"/>
                  </a:rPr>
                  <a:t>Keterangan:</a:t>
                </a:r>
              </a:p>
              <a:p>
                <a:pPr>
                  <a:lnSpc>
                    <a:spcPct val="120000"/>
                  </a:lnSpc>
                  <a:spcBef>
                    <a:spcPts val="0"/>
                  </a:spcBef>
                </a:pPr>
                <a14:m>
                  <m:oMath xmlns:m="http://schemas.openxmlformats.org/officeDocument/2006/math">
                    <m:r>
                      <a:rPr lang="en-US" sz="1400" i="1" smtClean="0">
                        <a:effectLst/>
                        <a:latin typeface="Cambria Math" panose="02040503050406030204" pitchFamily="18" charset="0"/>
                        <a:ea typeface="Calibri" panose="020F0502020204030204" pitchFamily="34" charset="0"/>
                        <a:cs typeface="Calibri" panose="020F0502020204030204" pitchFamily="34" charset="0"/>
                      </a:rPr>
                      <m:t>𝑛</m:t>
                    </m:r>
                    <m:r>
                      <a:rPr lang="en-US" sz="1400" i="1" smtClean="0">
                        <a:effectLst/>
                        <a:latin typeface="Cambria Math" panose="02040503050406030204" pitchFamily="18" charset="0"/>
                        <a:ea typeface="Calibri" panose="020F0502020204030204" pitchFamily="34" charset="0"/>
                        <a:cs typeface="Calibri" panose="020F0502020204030204" pitchFamily="34" charset="0"/>
                      </a:rPr>
                      <m:t> </m:t>
                    </m:r>
                  </m:oMath>
                </a14:m>
                <a:r>
                  <a:rPr lang="nn-NO" sz="1400" dirty="0">
                    <a:latin typeface="+mj-lt"/>
                  </a:rPr>
                  <a:t>	= jumlah data yang dimiliki yaitu 10.</a:t>
                </a:r>
              </a:p>
              <a:p>
                <a:pPr marL="0" indent="0">
                  <a:lnSpc>
                    <a:spcPct val="120000"/>
                  </a:lnSpc>
                  <a:spcBef>
                    <a:spcPts val="0"/>
                  </a:spcBef>
                  <a:buNone/>
                </a:pPr>
                <a14:m>
                  <m:oMath xmlns:m="http://schemas.openxmlformats.org/officeDocument/2006/math">
                    <m:r>
                      <a:rPr lang="en-US" sz="1800" i="1" smtClean="0">
                        <a:effectLst/>
                        <a:latin typeface="Cambria Math" panose="02040503050406030204" pitchFamily="18" charset="0"/>
                        <a:ea typeface="Yu Mincho" panose="02020400000000000000" pitchFamily="18" charset="-128"/>
                        <a:cs typeface="Calibri" panose="020F0502020204030204" pitchFamily="34" charset="0"/>
                      </a:rPr>
                      <m:t>𝐴</m:t>
                    </m:r>
                    <m:r>
                      <a:rPr lang="en-US" sz="1800" i="1" smtClean="0">
                        <a:effectLst/>
                        <a:latin typeface="Cambria Math" panose="02040503050406030204" pitchFamily="18" charset="0"/>
                        <a:ea typeface="Yu Mincho" panose="02020400000000000000" pitchFamily="18" charset="-128"/>
                        <a:cs typeface="Calibri" panose="020F0502020204030204" pitchFamily="34" charset="0"/>
                      </a:rPr>
                      <m:t>=</m:t>
                    </m:r>
                    <m:d>
                      <m:dPr>
                        <m:begChr m:val="["/>
                        <m:endChr m:val="]"/>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dPr>
                      <m:e>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10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60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40</m:t>
                              </m:r>
                            </m:e>
                          </m:mr>
                        </m:m>
                        <m:r>
                          <a:rPr lang="en-US" sz="1800" i="1">
                            <a:effectLst/>
                            <a:latin typeface="Cambria Math" panose="02040503050406030204" pitchFamily="18" charset="0"/>
                            <a:ea typeface="Calibri" panose="020F0502020204030204" pitchFamily="34" charset="0"/>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60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406</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267</m:t>
                              </m:r>
                            </m:e>
                          </m:mr>
                        </m:m>
                        <m:r>
                          <a:rPr lang="en-US" sz="1800" i="1">
                            <a:effectLst/>
                            <a:latin typeface="Cambria Math" panose="02040503050406030204" pitchFamily="18" charset="0"/>
                            <a:ea typeface="Calibri" panose="020F0502020204030204" pitchFamily="34" charset="0"/>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40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267</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182</m:t>
                              </m:r>
                            </m:e>
                          </m:mr>
                        </m:m>
                      </m:e>
                    </m:d>
                  </m:oMath>
                </a14:m>
                <a:r>
                  <a:rPr lang="en-US" sz="1800" dirty="0">
                    <a:effectLst/>
                    <a:latin typeface="Calibri" panose="020F0502020204030204" pitchFamily="34" charset="0"/>
                    <a:ea typeface="Yu Mincho" panose="02020400000000000000" pitchFamily="18" charset="-128"/>
                    <a:cs typeface="Arial" panose="020B0604020202020204" pitchFamily="34" charset="0"/>
                  </a:rPr>
                  <a:t>	</a:t>
                </a:r>
                <a14:m>
                  <m:oMath xmlns:m="http://schemas.openxmlformats.org/officeDocument/2006/math">
                    <m:r>
                      <a:rPr lang="en-US" sz="1800" i="1">
                        <a:effectLst/>
                        <a:latin typeface="Cambria Math" panose="02040503050406030204" pitchFamily="18" charset="0"/>
                        <a:ea typeface="Yu Mincho" panose="02020400000000000000" pitchFamily="18" charset="-128"/>
                        <a:cs typeface="Arial" panose="020B0604020202020204" pitchFamily="34" charset="0"/>
                      </a:rPr>
                      <m:t>𝐻</m:t>
                    </m:r>
                    <m:r>
                      <a:rPr lang="en-US" sz="1800" i="1">
                        <a:effectLst/>
                        <a:latin typeface="Cambria Math" panose="02040503050406030204" pitchFamily="18" charset="0"/>
                        <a:ea typeface="Yu Mincho" panose="02020400000000000000" pitchFamily="18" charset="-128"/>
                        <a:cs typeface="Arial" panose="020B0604020202020204" pitchFamily="34" charset="0"/>
                      </a:rPr>
                      <m:t>=</m:t>
                    </m:r>
                    <m:d>
                      <m:dPr>
                        <m:begChr m:val="["/>
                        <m:endChr m:val="]"/>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dPr>
                      <m:e>
                        <m:eqArr>
                          <m:eqArrPr>
                            <m:ctrlPr>
                              <a:rPr lang="en-US" sz="1800" i="1">
                                <a:effectLst/>
                                <a:latin typeface="Cambria Math" panose="02040503050406030204" pitchFamily="18" charset="0"/>
                                <a:ea typeface="Calibri" panose="020F0502020204030204" pitchFamily="34" charset="0"/>
                                <a:cs typeface="Calibri" panose="020F0502020204030204" pitchFamily="34" charset="0"/>
                              </a:rPr>
                            </m:ctrlPr>
                          </m:eqArrPr>
                          <m:e>
                            <m:r>
                              <a:rPr lang="en-US" sz="1800">
                                <a:effectLst/>
                                <a:latin typeface="Cambria Math" panose="02040503050406030204" pitchFamily="18" charset="0"/>
                                <a:ea typeface="Calibri" panose="020F0502020204030204" pitchFamily="34" charset="0"/>
                                <a:cs typeface="Calibri" panose="020F0502020204030204" pitchFamily="34" charset="0"/>
                              </a:rPr>
                              <m:t>170</m:t>
                            </m:r>
                          </m:e>
                          <m:e>
                            <m:r>
                              <a:rPr lang="en-US" sz="1800" i="1">
                                <a:effectLst/>
                                <a:latin typeface="Cambria Math" panose="02040503050406030204" pitchFamily="18" charset="0"/>
                                <a:ea typeface="Calibri" panose="020F0502020204030204" pitchFamily="34" charset="0"/>
                                <a:cs typeface="Calibri" panose="020F0502020204030204" pitchFamily="34" charset="0"/>
                              </a:rPr>
                              <m:t>1122</m:t>
                            </m:r>
                          </m:e>
                          <m:e>
                            <m:r>
                              <a:rPr lang="en-US" sz="1800" i="1">
                                <a:effectLst/>
                                <a:latin typeface="Cambria Math" panose="02040503050406030204" pitchFamily="18" charset="0"/>
                                <a:ea typeface="Calibri" panose="020F0502020204030204" pitchFamily="34" charset="0"/>
                                <a:cs typeface="Calibri" panose="020F0502020204030204" pitchFamily="34" charset="0"/>
                              </a:rPr>
                              <m:t>737</m:t>
                            </m:r>
                          </m:e>
                        </m:eqArr>
                      </m:e>
                    </m:d>
                  </m:oMath>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20000"/>
                  </a:lnSpc>
                  <a:spcBef>
                    <a:spcPts val="0"/>
                  </a:spcBef>
                  <a:buNone/>
                </a:pPr>
                <a:endParaRPr lang="id-ID" sz="14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xfrm>
                <a:off x="471487" y="1334582"/>
                <a:ext cx="5915025" cy="3263504"/>
              </a:xfrm>
              <a:blipFill>
                <a:blip r:embed="rId3"/>
                <a:stretch>
                  <a:fillRect l="-309"/>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153889"/>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400">
              <a:latin typeface="+mj-lt"/>
            </a:endParaRPr>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153889"/>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400">
              <a:latin typeface="+mj-lt"/>
            </a:endParaRPr>
          </a:p>
        </p:txBody>
      </p:sp>
    </p:spTree>
    <p:extLst>
      <p:ext uri="{BB962C8B-B14F-4D97-AF65-F5344CB8AC3E}">
        <p14:creationId xmlns:p14="http://schemas.microsoft.com/office/powerpoint/2010/main" val="3791435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id-ID" sz="2800" dirty="0"/>
              <a:t>Penyelesaian</a:t>
            </a:r>
            <a:endParaRPr lang="en-US" sz="2800"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a:xfrm>
                <a:off x="471488" y="1334582"/>
                <a:ext cx="6005512" cy="3263504"/>
              </a:xfrm>
            </p:spPr>
            <p:txBody>
              <a:bodyPr>
                <a:noAutofit/>
              </a:bodyPr>
              <a:lstStyle/>
              <a:p>
                <a:pPr>
                  <a:lnSpc>
                    <a:spcPct val="120000"/>
                  </a:lnSpc>
                  <a:spcBef>
                    <a:spcPts val="0"/>
                  </a:spcBef>
                </a:pPr>
                <a:r>
                  <a:rPr lang="id-ID" sz="1300" dirty="0">
                    <a:latin typeface="+mj-lt"/>
                  </a:rPr>
                  <a:t>Selanjutnya kita akan membuat matriks untuk A1, A2 dan A3 . Caranya adalah mengubah satu kolom dengan matriks H. </a:t>
                </a:r>
                <a:r>
                  <a:rPr lang="id-ID" sz="1300" dirty="0" err="1">
                    <a:latin typeface="+mj-lt"/>
                  </a:rPr>
                  <a:t>Rinciannya</a:t>
                </a:r>
                <a:r>
                  <a:rPr lang="id-ID" sz="1300" dirty="0">
                    <a:latin typeface="+mj-lt"/>
                  </a:rPr>
                  <a:t> sebagai berikut:</a:t>
                </a:r>
              </a:p>
              <a:p>
                <a:pPr>
                  <a:lnSpc>
                    <a:spcPct val="120000"/>
                  </a:lnSpc>
                  <a:spcBef>
                    <a:spcPts val="0"/>
                  </a:spcBef>
                  <a:buFont typeface="Wingdings" panose="05000000000000000000" pitchFamily="2" charset="2"/>
                  <a:buChar char="ü"/>
                </a:pPr>
                <a:r>
                  <a:rPr lang="id-ID" sz="1300" dirty="0">
                    <a:latin typeface="+mj-lt"/>
                  </a:rPr>
                  <a:t>Untuk matriks A1, salin kolom matriks A, lalu ganti kolom pertama dengan matriks H. </a:t>
                </a:r>
              </a:p>
              <a:p>
                <a:pPr>
                  <a:lnSpc>
                    <a:spcPct val="120000"/>
                  </a:lnSpc>
                  <a:spcBef>
                    <a:spcPts val="0"/>
                  </a:spcBef>
                  <a:buFont typeface="Wingdings" panose="05000000000000000000" pitchFamily="2" charset="2"/>
                  <a:buChar char="ü"/>
                </a:pPr>
                <a:r>
                  <a:rPr lang="id-ID" sz="1300" dirty="0">
                    <a:latin typeface="+mj-lt"/>
                  </a:rPr>
                  <a:t>Untuk matriks A2, salin kolom matriks A, lalu ganti kolom kedua dengan matriks H.</a:t>
                </a:r>
              </a:p>
              <a:p>
                <a:pPr>
                  <a:lnSpc>
                    <a:spcPct val="120000"/>
                  </a:lnSpc>
                  <a:spcBef>
                    <a:spcPts val="0"/>
                  </a:spcBef>
                  <a:buFont typeface="Wingdings" panose="05000000000000000000" pitchFamily="2" charset="2"/>
                  <a:buChar char="ü"/>
                </a:pPr>
                <a:r>
                  <a:rPr lang="id-ID" sz="1300" dirty="0">
                    <a:latin typeface="+mj-lt"/>
                  </a:rPr>
                  <a:t>Untuk matriks A3, salin kolom matriks A, lalu ganti kolom ketiga dengan matriks H.</a:t>
                </a:r>
              </a:p>
              <a:p>
                <a:pPr>
                  <a:lnSpc>
                    <a:spcPct val="120000"/>
                  </a:lnSpc>
                  <a:spcBef>
                    <a:spcPts val="0"/>
                  </a:spcBef>
                </a:pPr>
                <a:r>
                  <a:rPr lang="id-ID" sz="1300" dirty="0">
                    <a:latin typeface="+mj-lt"/>
                  </a:rPr>
                  <a:t>Seluruh matriks akan berubah menjadi:</a:t>
                </a:r>
              </a:p>
              <a:p>
                <a:pPr marL="0" indent="0">
                  <a:lnSpc>
                    <a:spcPct val="120000"/>
                  </a:lnSpc>
                  <a:spcBef>
                    <a:spcPts val="0"/>
                  </a:spcBef>
                  <a:buNone/>
                </a:pPr>
                <a14:m>
                  <m:oMath xmlns:m="http://schemas.openxmlformats.org/officeDocument/2006/math">
                    <m:r>
                      <a:rPr lang="en-US" sz="1800" i="1" smtClean="0">
                        <a:effectLst/>
                        <a:latin typeface="Cambria Math" panose="02040503050406030204" pitchFamily="18" charset="0"/>
                        <a:ea typeface="Yu Mincho" panose="02020400000000000000" pitchFamily="18" charset="-128"/>
                        <a:cs typeface="Calibri" panose="020F0502020204030204" pitchFamily="34" charset="0"/>
                      </a:rPr>
                      <m:t>𝐴</m:t>
                    </m:r>
                    <m:r>
                      <a:rPr lang="en-US" sz="1800" i="1" smtClean="0">
                        <a:effectLst/>
                        <a:latin typeface="Cambria Math" panose="02040503050406030204" pitchFamily="18" charset="0"/>
                        <a:ea typeface="Yu Mincho" panose="02020400000000000000" pitchFamily="18" charset="-128"/>
                        <a:cs typeface="Calibri" panose="020F0502020204030204" pitchFamily="34" charset="0"/>
                      </a:rPr>
                      <m:t>1=</m:t>
                    </m:r>
                    <m:d>
                      <m:dPr>
                        <m:begChr m:val="["/>
                        <m:endChr m:val="]"/>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dPr>
                      <m:e>
                        <m:eqArr>
                          <m:eqArrPr>
                            <m:ctrlPr>
                              <a:rPr lang="en-US" sz="1800" i="1">
                                <a:solidFill>
                                  <a:srgbClr val="ED7D31"/>
                                </a:solidFill>
                                <a:effectLst/>
                                <a:latin typeface="Cambria Math" panose="02040503050406030204" pitchFamily="18" charset="0"/>
                                <a:ea typeface="Calibri" panose="020F0502020204030204" pitchFamily="34" charset="0"/>
                                <a:cs typeface="Calibri" panose="020F0502020204030204" pitchFamily="34" charset="0"/>
                              </a:rPr>
                            </m:ctrlPr>
                          </m:eqArrPr>
                          <m:e>
                            <m:r>
                              <a:rPr lang="en-US" sz="1800">
                                <a:solidFill>
                                  <a:srgbClr val="ED7D31"/>
                                </a:solidFill>
                                <a:effectLst/>
                                <a:latin typeface="Cambria Math" panose="02040503050406030204" pitchFamily="18" charset="0"/>
                                <a:ea typeface="Calibri" panose="020F0502020204030204" pitchFamily="34" charset="0"/>
                                <a:cs typeface="Calibri" panose="020F0502020204030204" pitchFamily="34" charset="0"/>
                              </a:rPr>
                              <m:t>170</m:t>
                            </m:r>
                          </m:e>
                          <m:e>
                            <m:r>
                              <a:rPr lang="en-US" sz="1800" i="1">
                                <a:solidFill>
                                  <a:srgbClr val="ED7D31"/>
                                </a:solidFill>
                                <a:effectLst/>
                                <a:latin typeface="Cambria Math" panose="02040503050406030204" pitchFamily="18" charset="0"/>
                                <a:ea typeface="Calibri" panose="020F0502020204030204" pitchFamily="34" charset="0"/>
                                <a:cs typeface="Calibri" panose="020F0502020204030204" pitchFamily="34" charset="0"/>
                              </a:rPr>
                              <m:t>1122</m:t>
                            </m:r>
                          </m:e>
                          <m:e>
                            <m:r>
                              <a:rPr lang="en-US" sz="1800" i="1">
                                <a:solidFill>
                                  <a:srgbClr val="ED7D31"/>
                                </a:solidFill>
                                <a:effectLst/>
                                <a:latin typeface="Cambria Math" panose="02040503050406030204" pitchFamily="18" charset="0"/>
                                <a:ea typeface="Calibri" panose="020F0502020204030204" pitchFamily="34" charset="0"/>
                                <a:cs typeface="Calibri" panose="020F0502020204030204" pitchFamily="34" charset="0"/>
                              </a:rPr>
                              <m:t>737</m:t>
                            </m:r>
                          </m:e>
                        </m:eqArr>
                        <m:r>
                          <a:rPr lang="en-US" sz="1800" i="1">
                            <a:effectLst/>
                            <a:latin typeface="Cambria Math" panose="02040503050406030204" pitchFamily="18" charset="0"/>
                            <a:ea typeface="Calibri" panose="020F0502020204030204" pitchFamily="34" charset="0"/>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60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406</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267</m:t>
                              </m:r>
                            </m:e>
                          </m:mr>
                        </m:m>
                        <m:r>
                          <a:rPr lang="en-US" sz="1800" i="1">
                            <a:effectLst/>
                            <a:latin typeface="Cambria Math" panose="02040503050406030204" pitchFamily="18" charset="0"/>
                            <a:ea typeface="Calibri" panose="020F0502020204030204" pitchFamily="34" charset="0"/>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40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267</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182</m:t>
                              </m:r>
                            </m:e>
                          </m:mr>
                        </m:m>
                      </m:e>
                    </m:d>
                    <m:r>
                      <a:rPr lang="en-US" sz="1800" i="1">
                        <a:effectLst/>
                        <a:latin typeface="Cambria Math" panose="02040503050406030204" pitchFamily="18" charset="0"/>
                        <a:ea typeface="Yu Mincho" panose="02020400000000000000" pitchFamily="18" charset="-128"/>
                        <a:cs typeface="Calibri" panose="020F0502020204030204" pitchFamily="34" charset="0"/>
                      </a:rPr>
                      <m:t>  </m:t>
                    </m:r>
                  </m:oMath>
                </a14:m>
                <a:r>
                  <a:rPr lang="en-US" sz="1800" dirty="0">
                    <a:effectLst/>
                    <a:latin typeface="Calibri" panose="020F0502020204030204" pitchFamily="34" charset="0"/>
                    <a:ea typeface="Yu Mincho" panose="02020400000000000000" pitchFamily="18" charset="-128"/>
                    <a:cs typeface="Arial" panose="020B0604020202020204" pitchFamily="34" charset="0"/>
                  </a:rPr>
                  <a:t>	</a:t>
                </a:r>
                <a14:m>
                  <m:oMath xmlns:m="http://schemas.openxmlformats.org/officeDocument/2006/math">
                    <m:r>
                      <a:rPr lang="id-ID" sz="1800" i="1">
                        <a:effectLst/>
                        <a:latin typeface="Cambria Math" panose="02040503050406030204" pitchFamily="18" charset="0"/>
                        <a:ea typeface="Yu Mincho" panose="02020400000000000000" pitchFamily="18" charset="-128"/>
                        <a:cs typeface="Arial" panose="020B0604020202020204" pitchFamily="34" charset="0"/>
                      </a:rPr>
                      <m:t>𝐴</m:t>
                    </m:r>
                    <m:r>
                      <a:rPr lang="id-ID" sz="1800" i="1">
                        <a:effectLst/>
                        <a:latin typeface="Cambria Math" panose="02040503050406030204" pitchFamily="18" charset="0"/>
                        <a:ea typeface="Yu Mincho" panose="02020400000000000000" pitchFamily="18" charset="-128"/>
                        <a:cs typeface="Arial" panose="020B0604020202020204" pitchFamily="34" charset="0"/>
                      </a:rPr>
                      <m:t>2=</m:t>
                    </m:r>
                    <m:d>
                      <m:dPr>
                        <m:begChr m:val="["/>
                        <m:endChr m:val="]"/>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dPr>
                      <m:e>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10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60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40</m:t>
                              </m:r>
                            </m:e>
                          </m:mr>
                        </m:m>
                        <m:r>
                          <a:rPr lang="en-US" sz="1800" i="1">
                            <a:effectLst/>
                            <a:latin typeface="Cambria Math" panose="02040503050406030204" pitchFamily="18" charset="0"/>
                            <a:ea typeface="Calibri" panose="020F0502020204030204" pitchFamily="34" charset="0"/>
                            <a:cs typeface="Calibri" panose="020F0502020204030204" pitchFamily="34" charset="0"/>
                          </a:rPr>
                          <m:t>    </m:t>
                        </m:r>
                        <m:eqArr>
                          <m:eqArrPr>
                            <m:ctrlPr>
                              <a:rPr lang="en-US" sz="1800" i="1">
                                <a:solidFill>
                                  <a:srgbClr val="ED7D31"/>
                                </a:solidFill>
                                <a:effectLst/>
                                <a:latin typeface="Cambria Math" panose="02040503050406030204" pitchFamily="18" charset="0"/>
                                <a:ea typeface="Calibri" panose="020F0502020204030204" pitchFamily="34" charset="0"/>
                                <a:cs typeface="Calibri" panose="020F0502020204030204" pitchFamily="34" charset="0"/>
                              </a:rPr>
                            </m:ctrlPr>
                          </m:eqArrPr>
                          <m:e>
                            <m:r>
                              <a:rPr lang="en-US" sz="1800">
                                <a:solidFill>
                                  <a:srgbClr val="ED7D31"/>
                                </a:solidFill>
                                <a:effectLst/>
                                <a:latin typeface="Cambria Math" panose="02040503050406030204" pitchFamily="18" charset="0"/>
                                <a:ea typeface="Calibri" panose="020F0502020204030204" pitchFamily="34" charset="0"/>
                                <a:cs typeface="Calibri" panose="020F0502020204030204" pitchFamily="34" charset="0"/>
                              </a:rPr>
                              <m:t>170</m:t>
                            </m:r>
                          </m:e>
                          <m:e>
                            <m:r>
                              <a:rPr lang="en-US" sz="1800" i="1">
                                <a:solidFill>
                                  <a:srgbClr val="ED7D31"/>
                                </a:solidFill>
                                <a:effectLst/>
                                <a:latin typeface="Cambria Math" panose="02040503050406030204" pitchFamily="18" charset="0"/>
                                <a:ea typeface="Calibri" panose="020F0502020204030204" pitchFamily="34" charset="0"/>
                                <a:cs typeface="Calibri" panose="020F0502020204030204" pitchFamily="34" charset="0"/>
                              </a:rPr>
                              <m:t>1122</m:t>
                            </m:r>
                          </m:e>
                          <m:e>
                            <m:r>
                              <a:rPr lang="en-US" sz="1800" i="1">
                                <a:solidFill>
                                  <a:srgbClr val="ED7D31"/>
                                </a:solidFill>
                                <a:effectLst/>
                                <a:latin typeface="Cambria Math" panose="02040503050406030204" pitchFamily="18" charset="0"/>
                                <a:ea typeface="Calibri" panose="020F0502020204030204" pitchFamily="34" charset="0"/>
                                <a:cs typeface="Calibri" panose="020F0502020204030204" pitchFamily="34" charset="0"/>
                              </a:rPr>
                              <m:t>737</m:t>
                            </m:r>
                          </m:e>
                        </m:eqArr>
                        <m:r>
                          <a:rPr lang="en-US" sz="1800" i="1">
                            <a:effectLst/>
                            <a:latin typeface="Cambria Math" panose="02040503050406030204" pitchFamily="18" charset="0"/>
                            <a:ea typeface="Calibri" panose="020F0502020204030204" pitchFamily="34" charset="0"/>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40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267</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182</m:t>
                              </m:r>
                            </m:e>
                          </m:mr>
                        </m:m>
                      </m:e>
                    </m:d>
                    <m:r>
                      <a:rPr lang="en-US" sz="1800" i="1">
                        <a:effectLst/>
                        <a:latin typeface="Cambria Math" panose="02040503050406030204" pitchFamily="18" charset="0"/>
                        <a:ea typeface="Yu Mincho" panose="02020400000000000000" pitchFamily="18" charset="-128"/>
                        <a:cs typeface="Calibri" panose="020F0502020204030204" pitchFamily="34" charset="0"/>
                      </a:rPr>
                      <m:t>  </m:t>
                    </m:r>
                  </m:oMath>
                </a14:m>
                <a:r>
                  <a:rPr lang="en-US" sz="1800" dirty="0">
                    <a:effectLst/>
                    <a:latin typeface="Calibri" panose="020F0502020204030204" pitchFamily="34" charset="0"/>
                    <a:ea typeface="Yu Mincho" panose="02020400000000000000" pitchFamily="18" charset="-128"/>
                    <a:cs typeface="Arial" panose="020B0604020202020204" pitchFamily="34" charset="0"/>
                  </a:rPr>
                  <a:t>	</a:t>
                </a:r>
                <a14:m>
                  <m:oMath xmlns:m="http://schemas.openxmlformats.org/officeDocument/2006/math">
                    <m:r>
                      <a:rPr lang="en-US" sz="1800" i="1">
                        <a:effectLst/>
                        <a:latin typeface="Cambria Math" panose="02040503050406030204" pitchFamily="18" charset="0"/>
                        <a:ea typeface="Yu Mincho" panose="02020400000000000000" pitchFamily="18" charset="-128"/>
                        <a:cs typeface="Arial" panose="020B0604020202020204" pitchFamily="34" charset="0"/>
                      </a:rPr>
                      <m:t>𝐴</m:t>
                    </m:r>
                    <m:r>
                      <a:rPr lang="en-US" sz="1800" i="1">
                        <a:effectLst/>
                        <a:latin typeface="Cambria Math" panose="02040503050406030204" pitchFamily="18" charset="0"/>
                        <a:ea typeface="Yu Mincho" panose="02020400000000000000" pitchFamily="18" charset="-128"/>
                        <a:cs typeface="Arial" panose="020B0604020202020204" pitchFamily="34" charset="0"/>
                      </a:rPr>
                      <m:t>3=</m:t>
                    </m:r>
                    <m:d>
                      <m:dPr>
                        <m:begChr m:val="["/>
                        <m:endChr m:val="]"/>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dPr>
                      <m:e>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10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60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40</m:t>
                              </m:r>
                            </m:e>
                          </m:mr>
                        </m:m>
                        <m:r>
                          <a:rPr lang="en-US" sz="1800" i="1">
                            <a:effectLst/>
                            <a:latin typeface="Cambria Math" panose="02040503050406030204" pitchFamily="18" charset="0"/>
                            <a:ea typeface="Calibri" panose="020F0502020204030204" pitchFamily="34" charset="0"/>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60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406</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267</m:t>
                              </m:r>
                            </m:e>
                          </m:mr>
                        </m:m>
                        <m:r>
                          <a:rPr lang="en-US" sz="1800" i="1">
                            <a:effectLst/>
                            <a:latin typeface="Cambria Math" panose="02040503050406030204" pitchFamily="18" charset="0"/>
                            <a:ea typeface="Calibri" panose="020F0502020204030204" pitchFamily="34" charset="0"/>
                            <a:cs typeface="Calibri" panose="020F0502020204030204" pitchFamily="34" charset="0"/>
                          </a:rPr>
                          <m:t>   </m:t>
                        </m:r>
                        <m:eqArr>
                          <m:eqArrPr>
                            <m:ctrlPr>
                              <a:rPr lang="en-US" sz="1800" i="1">
                                <a:solidFill>
                                  <a:srgbClr val="ED7D31"/>
                                </a:solidFill>
                                <a:effectLst/>
                                <a:latin typeface="Cambria Math" panose="02040503050406030204" pitchFamily="18" charset="0"/>
                                <a:ea typeface="Calibri" panose="020F0502020204030204" pitchFamily="34" charset="0"/>
                                <a:cs typeface="Calibri" panose="020F0502020204030204" pitchFamily="34" charset="0"/>
                              </a:rPr>
                            </m:ctrlPr>
                          </m:eqArrPr>
                          <m:e>
                            <m:r>
                              <a:rPr lang="en-US" sz="1800">
                                <a:solidFill>
                                  <a:srgbClr val="ED7D31"/>
                                </a:solidFill>
                                <a:effectLst/>
                                <a:latin typeface="Cambria Math" panose="02040503050406030204" pitchFamily="18" charset="0"/>
                                <a:ea typeface="Calibri" panose="020F0502020204030204" pitchFamily="34" charset="0"/>
                                <a:cs typeface="Calibri" panose="020F0502020204030204" pitchFamily="34" charset="0"/>
                              </a:rPr>
                              <m:t>170</m:t>
                            </m:r>
                          </m:e>
                          <m:e>
                            <m:r>
                              <a:rPr lang="en-US" sz="1800" i="1">
                                <a:solidFill>
                                  <a:srgbClr val="ED7D31"/>
                                </a:solidFill>
                                <a:effectLst/>
                                <a:latin typeface="Cambria Math" panose="02040503050406030204" pitchFamily="18" charset="0"/>
                                <a:ea typeface="Calibri" panose="020F0502020204030204" pitchFamily="34" charset="0"/>
                                <a:cs typeface="Calibri" panose="020F0502020204030204" pitchFamily="34" charset="0"/>
                              </a:rPr>
                              <m:t>1122</m:t>
                            </m:r>
                          </m:e>
                          <m:e>
                            <m:r>
                              <a:rPr lang="en-US" sz="1800" i="1">
                                <a:solidFill>
                                  <a:srgbClr val="ED7D31"/>
                                </a:solidFill>
                                <a:effectLst/>
                                <a:latin typeface="Cambria Math" panose="02040503050406030204" pitchFamily="18" charset="0"/>
                                <a:ea typeface="Calibri" panose="020F0502020204030204" pitchFamily="34" charset="0"/>
                                <a:cs typeface="Calibri" panose="020F0502020204030204" pitchFamily="34" charset="0"/>
                              </a:rPr>
                              <m:t>737</m:t>
                            </m:r>
                          </m:e>
                        </m:eqArr>
                      </m:e>
                    </m:d>
                  </m:oMath>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20000"/>
                  </a:lnSpc>
                  <a:spcBef>
                    <a:spcPts val="0"/>
                  </a:spcBef>
                  <a:buNone/>
                </a:pPr>
                <a:endParaRPr lang="id-ID" sz="13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xfrm>
                <a:off x="471488" y="1334582"/>
                <a:ext cx="6005512" cy="3263504"/>
              </a:xfrm>
              <a:blipFill>
                <a:blip r:embed="rId3"/>
                <a:stretch>
                  <a:fillRect/>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6943812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Kotak Teks 16">
                <a:extLst>
                  <a:ext uri="{FF2B5EF4-FFF2-40B4-BE49-F238E27FC236}">
                    <a16:creationId xmlns:a16="http://schemas.microsoft.com/office/drawing/2014/main" id="{EA45CAC5-DAD0-40FB-994D-373591D5C73C}"/>
                  </a:ext>
                </a:extLst>
              </p:cNvPr>
              <p:cNvSpPr txBox="1"/>
              <p:nvPr/>
            </p:nvSpPr>
            <p:spPr>
              <a:xfrm>
                <a:off x="703148" y="2730529"/>
                <a:ext cx="3429000" cy="876202"/>
              </a:xfrm>
              <a:prstGeom prst="rect">
                <a:avLst/>
              </a:prstGeom>
              <a:noFill/>
            </p:spPr>
            <p:txBody>
              <a:bodyPr wrap="square">
                <a:spAutoFit/>
              </a:bodyPr>
              <a:lstStyle/>
              <a:p>
                <a:pPr>
                  <a:lnSpc>
                    <a:spcPct val="107000"/>
                  </a:lnSpc>
                  <a:spcAft>
                    <a:spcPts val="800"/>
                  </a:spcAft>
                </a:pPr>
                <a14:m>
                  <m:oMath xmlns:m="http://schemas.openxmlformats.org/officeDocument/2006/math">
                    <m:d>
                      <m:dPr>
                        <m:begChr m:val="["/>
                        <m:endChr m:val="]"/>
                        <m:ctrlPr>
                          <a:rPr lang="en-US" sz="1800" i="1" smtClean="0">
                            <a:effectLst/>
                            <a:latin typeface="Cambria Math" panose="02040503050406030204" pitchFamily="18" charset="0"/>
                            <a:ea typeface="Yu Mincho" panose="02020400000000000000" pitchFamily="18" charset="-128"/>
                            <a:cs typeface="Calibri" panose="020F0502020204030204" pitchFamily="34" charset="0"/>
                          </a:rPr>
                        </m:ctrlPr>
                      </m:dPr>
                      <m:e>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10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60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40</m:t>
                              </m:r>
                            </m:e>
                          </m:mr>
                        </m:m>
                        <m:r>
                          <a:rPr lang="en-US" sz="1800" i="1">
                            <a:effectLst/>
                            <a:latin typeface="Cambria Math" panose="02040503050406030204" pitchFamily="18" charset="0"/>
                            <a:ea typeface="Calibri" panose="020F0502020204030204" pitchFamily="34" charset="0"/>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60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406</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267</m:t>
                              </m:r>
                            </m:e>
                          </m:mr>
                        </m:m>
                        <m:r>
                          <a:rPr lang="en-US" sz="1800" i="1">
                            <a:effectLst/>
                            <a:latin typeface="Cambria Math" panose="02040503050406030204" pitchFamily="18" charset="0"/>
                            <a:ea typeface="Calibri" panose="020F0502020204030204" pitchFamily="34" charset="0"/>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Calibri" panose="020F0502020204030204" pitchFamily="34" charset="0"/>
                                <a:cs typeface="Calibri" panose="020F0502020204030204" pitchFamily="34" charset="0"/>
                              </a:rPr>
                            </m:ctrlPr>
                          </m:mPr>
                          <m:mr>
                            <m:e>
                              <m:r>
                                <a:rPr lang="en-US" sz="1800" i="1">
                                  <a:effectLst/>
                                  <a:latin typeface="Cambria Math" panose="02040503050406030204" pitchFamily="18" charset="0"/>
                                  <a:ea typeface="Calibri" panose="020F0502020204030204" pitchFamily="34" charset="0"/>
                                  <a:cs typeface="Calibri" panose="020F0502020204030204" pitchFamily="34" charset="0"/>
                                </a:rPr>
                                <m:t>40</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267</m:t>
                              </m:r>
                            </m:e>
                          </m:mr>
                          <m:mr>
                            <m:e>
                              <m:r>
                                <a:rPr lang="en-US" sz="1800" i="1">
                                  <a:effectLst/>
                                  <a:latin typeface="Cambria Math" panose="02040503050406030204" pitchFamily="18" charset="0"/>
                                  <a:ea typeface="Calibri" panose="020F0502020204030204" pitchFamily="34" charset="0"/>
                                  <a:cs typeface="Calibri" panose="020F0502020204030204" pitchFamily="34" charset="0"/>
                                </a:rPr>
                                <m:t>182</m:t>
                              </m:r>
                            </m:e>
                          </m:mr>
                        </m:m>
                      </m:e>
                    </m:d>
                    <m:r>
                      <a:rPr lang="en-US" sz="1800" i="1">
                        <a:effectLst/>
                        <a:latin typeface="Cambria Math" panose="02040503050406030204" pitchFamily="18" charset="0"/>
                        <a:ea typeface="Yu Mincho" panose="02020400000000000000" pitchFamily="18" charset="-128"/>
                        <a:cs typeface="Calibri" panose="020F0502020204030204" pitchFamily="34" charset="0"/>
                      </a:rPr>
                      <m:t> </m:t>
                    </m:r>
                    <m:d>
                      <m:dPr>
                        <m:begChr m:val="["/>
                        <m:endChr m:val="]"/>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dPr>
                      <m:e>
                        <m:eqArr>
                          <m:eqArr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eqArrPr>
                          <m:e>
                            <m:r>
                              <a:rPr lang="en-US" sz="1800" i="1">
                                <a:effectLst/>
                                <a:latin typeface="Cambria Math" panose="02040503050406030204" pitchFamily="18" charset="0"/>
                                <a:ea typeface="Yu Mincho" panose="02020400000000000000" pitchFamily="18" charset="-128"/>
                                <a:cs typeface="Calibri" panose="020F0502020204030204" pitchFamily="34" charset="0"/>
                              </a:rPr>
                              <m:t>10</m:t>
                            </m:r>
                          </m:e>
                          <m:e>
                            <m:r>
                              <a:rPr lang="en-US" sz="1800" i="1">
                                <a:effectLst/>
                                <a:latin typeface="Cambria Math" panose="02040503050406030204" pitchFamily="18" charset="0"/>
                                <a:ea typeface="Yu Mincho" panose="02020400000000000000" pitchFamily="18" charset="-128"/>
                                <a:cs typeface="Calibri" panose="020F0502020204030204" pitchFamily="34" charset="0"/>
                              </a:rPr>
                              <m:t>60</m:t>
                            </m:r>
                          </m:e>
                          <m:e>
                            <m:r>
                              <a:rPr lang="en-US" sz="1800" i="1">
                                <a:effectLst/>
                                <a:latin typeface="Cambria Math" panose="02040503050406030204" pitchFamily="18" charset="0"/>
                                <a:ea typeface="Cambria Math" panose="02040503050406030204" pitchFamily="18" charset="0"/>
                                <a:cs typeface="Calibri" panose="020F0502020204030204" pitchFamily="34" charset="0"/>
                              </a:rPr>
                              <m:t>40 </m:t>
                            </m:r>
                          </m:e>
                        </m:eqArr>
                        <m:r>
                          <a:rPr lang="en-US" sz="1800" i="1">
                            <a:effectLst/>
                            <a:latin typeface="Cambria Math" panose="02040503050406030204" pitchFamily="18" charset="0"/>
                            <a:ea typeface="Yu Mincho" panose="02020400000000000000" pitchFamily="18" charset="-128"/>
                            <a:cs typeface="Calibri" panose="020F0502020204030204" pitchFamily="34" charset="0"/>
                          </a:rPr>
                          <m:t> </m:t>
                        </m:r>
                        <m:m>
                          <m:mPr>
                            <m:mcs>
                              <m:mc>
                                <m:mcPr>
                                  <m:count m:val="1"/>
                                  <m:mcJc m:val="center"/>
                                </m:mcPr>
                              </m:mc>
                            </m:mcs>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mPr>
                          <m:mr>
                            <m:e>
                              <m:r>
                                <a:rPr lang="en-US" sz="1800" i="1">
                                  <a:effectLst/>
                                  <a:latin typeface="Cambria Math" panose="02040503050406030204" pitchFamily="18" charset="0"/>
                                  <a:ea typeface="Yu Mincho" panose="02020400000000000000" pitchFamily="18" charset="-128"/>
                                  <a:cs typeface="Calibri" panose="020F0502020204030204" pitchFamily="34" charset="0"/>
                                </a:rPr>
                                <m:t>60</m:t>
                              </m:r>
                            </m:e>
                          </m:mr>
                          <m:mr>
                            <m:e>
                              <m:r>
                                <a:rPr lang="en-US" sz="1800" i="1">
                                  <a:effectLst/>
                                  <a:latin typeface="Cambria Math" panose="02040503050406030204" pitchFamily="18" charset="0"/>
                                  <a:ea typeface="Yu Mincho" panose="02020400000000000000" pitchFamily="18" charset="-128"/>
                                  <a:cs typeface="Calibri" panose="020F0502020204030204" pitchFamily="34" charset="0"/>
                                </a:rPr>
                                <m:t>406</m:t>
                              </m:r>
                            </m:e>
                          </m:mr>
                          <m:mr>
                            <m:e>
                              <m:r>
                                <a:rPr lang="en-US" sz="1800" i="1">
                                  <a:effectLst/>
                                  <a:latin typeface="Cambria Math" panose="02040503050406030204" pitchFamily="18" charset="0"/>
                                  <a:ea typeface="Yu Mincho" panose="02020400000000000000" pitchFamily="18" charset="-128"/>
                                  <a:cs typeface="Calibri" panose="020F0502020204030204" pitchFamily="34" charset="0"/>
                                </a:rPr>
                                <m:t>267</m:t>
                              </m:r>
                            </m:e>
                          </m:mr>
                        </m:m>
                      </m:e>
                    </m:d>
                  </m:oMath>
                </a14:m>
                <a:r>
                  <a:rPr lang="en-US" sz="1800" dirty="0">
                    <a:effectLst/>
                    <a:latin typeface="Calibri" panose="020F0502020204030204" pitchFamily="34" charset="0"/>
                    <a:ea typeface="Yu Mincho" panose="02020400000000000000" pitchFamily="18" charset="-128"/>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17" name="Kotak Teks 16">
                <a:extLst>
                  <a:ext uri="{FF2B5EF4-FFF2-40B4-BE49-F238E27FC236}">
                    <a16:creationId xmlns:a16="http://schemas.microsoft.com/office/drawing/2014/main" id="{EA45CAC5-DAD0-40FB-994D-373591D5C73C}"/>
                  </a:ext>
                </a:extLst>
              </p:cNvPr>
              <p:cNvSpPr txBox="1">
                <a:spLocks noRot="1" noChangeAspect="1" noMove="1" noResize="1" noEditPoints="1" noAdjustHandles="1" noChangeArrowheads="1" noChangeShapeType="1" noTextEdit="1"/>
              </p:cNvSpPr>
              <p:nvPr/>
            </p:nvSpPr>
            <p:spPr>
              <a:xfrm>
                <a:off x="703148" y="2730529"/>
                <a:ext cx="3429000" cy="876202"/>
              </a:xfrm>
              <a:prstGeom prst="rect">
                <a:avLst/>
              </a:prstGeom>
              <a:blipFill>
                <a:blip r:embed="rId3"/>
                <a:stretch>
                  <a:fillRect/>
                </a:stretch>
              </a:blipFill>
            </p:spPr>
            <p:txBody>
              <a:bodyPr/>
              <a:lstStyle/>
              <a:p>
                <a:r>
                  <a:rPr lang="en-US">
                    <a:noFill/>
                  </a:rPr>
                  <a:t> </a:t>
                </a:r>
              </a:p>
            </p:txBody>
          </p:sp>
        </mc:Fallback>
      </mc:AlternateContent>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id-ID" sz="2800" dirty="0"/>
              <a:t>Penyelesaian</a:t>
            </a:r>
            <a:endParaRPr lang="en-US" sz="2800"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a:xfrm>
                <a:off x="471488" y="1334582"/>
                <a:ext cx="6005512" cy="3263504"/>
              </a:xfrm>
            </p:spPr>
            <p:txBody>
              <a:bodyPr>
                <a:noAutofit/>
              </a:bodyPr>
              <a:lstStyle/>
              <a:p>
                <a:pPr>
                  <a:lnSpc>
                    <a:spcPct val="120000"/>
                  </a:lnSpc>
                  <a:spcBef>
                    <a:spcPts val="0"/>
                  </a:spcBef>
                </a:pPr>
                <a:r>
                  <a:rPr lang="id-ID" sz="1300" dirty="0">
                    <a:latin typeface="+mj-lt"/>
                  </a:rPr>
                  <a:t>Setelah itu, kita akan menentukan matriks b1, b2 dan b3. Rumusnya adalah:</a:t>
                </a:r>
              </a:p>
              <a:p>
                <a:pPr marL="0" indent="0">
                  <a:lnSpc>
                    <a:spcPct val="120000"/>
                  </a:lnSpc>
                  <a:spcBef>
                    <a:spcPts val="0"/>
                  </a:spcBef>
                  <a:buNone/>
                </a:pPr>
                <a14:m>
                  <m:oMath xmlns:m="http://schemas.openxmlformats.org/officeDocument/2006/math">
                    <m:r>
                      <a:rPr lang="en-US" sz="1800" i="1" smtClean="0">
                        <a:effectLst/>
                        <a:latin typeface="Cambria Math" panose="02040503050406030204" pitchFamily="18" charset="0"/>
                        <a:ea typeface="Yu Mincho" panose="02020400000000000000" pitchFamily="18" charset="-128"/>
                        <a:cs typeface="Calibri" panose="020F0502020204030204" pitchFamily="34" charset="0"/>
                      </a:rPr>
                      <m:t>𝑏</m:t>
                    </m:r>
                    <m:r>
                      <a:rPr lang="en-US" sz="1800" i="1" smtClean="0">
                        <a:effectLst/>
                        <a:latin typeface="Cambria Math" panose="02040503050406030204" pitchFamily="18" charset="0"/>
                        <a:ea typeface="Yu Mincho" panose="02020400000000000000" pitchFamily="18" charset="-128"/>
                        <a:cs typeface="Calibri" panose="020F0502020204030204" pitchFamily="34" charset="0"/>
                      </a:rPr>
                      <m:t>1=</m:t>
                    </m:r>
                    <m:f>
                      <m:f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fPr>
                      <m:num>
                        <m:func>
                          <m:func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funcPr>
                          <m:fName>
                            <m:r>
                              <m:rPr>
                                <m:sty m:val="p"/>
                              </m:rPr>
                              <a:rPr lang="en-US" sz="1800">
                                <a:effectLst/>
                                <a:latin typeface="Cambria Math" panose="02040503050406030204" pitchFamily="18" charset="0"/>
                                <a:ea typeface="Yu Mincho" panose="02020400000000000000" pitchFamily="18" charset="-128"/>
                                <a:cs typeface="Calibri" panose="020F0502020204030204" pitchFamily="34" charset="0"/>
                              </a:rPr>
                              <m:t>det</m:t>
                            </m:r>
                          </m:fName>
                          <m:e>
                            <m:sSub>
                              <m:sSub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sSubPr>
                              <m:e>
                                <m:r>
                                  <a:rPr lang="en-US" sz="1800" i="1">
                                    <a:effectLst/>
                                    <a:latin typeface="Cambria Math" panose="02040503050406030204" pitchFamily="18" charset="0"/>
                                    <a:ea typeface="Yu Mincho" panose="02020400000000000000" pitchFamily="18" charset="-128"/>
                                    <a:cs typeface="Calibri" panose="020F0502020204030204" pitchFamily="34" charset="0"/>
                                  </a:rPr>
                                  <m:t>(</m:t>
                                </m:r>
                                <m:r>
                                  <a:rPr lang="en-US" sz="1800" i="1">
                                    <a:effectLst/>
                                    <a:latin typeface="Cambria Math" panose="02040503050406030204" pitchFamily="18" charset="0"/>
                                    <a:ea typeface="Yu Mincho" panose="02020400000000000000" pitchFamily="18" charset="-128"/>
                                    <a:cs typeface="Calibri" panose="020F0502020204030204" pitchFamily="34" charset="0"/>
                                  </a:rPr>
                                  <m:t>𝐴</m:t>
                                </m:r>
                              </m:e>
                              <m:sub>
                                <m:r>
                                  <a:rPr lang="en-US" sz="1800" i="1">
                                    <a:effectLst/>
                                    <a:latin typeface="Cambria Math" panose="02040503050406030204" pitchFamily="18" charset="0"/>
                                    <a:ea typeface="Yu Mincho" panose="02020400000000000000" pitchFamily="18" charset="-128"/>
                                    <a:cs typeface="Calibri" panose="020F0502020204030204" pitchFamily="34" charset="0"/>
                                  </a:rPr>
                                  <m:t>1</m:t>
                                </m:r>
                              </m:sub>
                            </m:sSub>
                            <m:r>
                              <a:rPr lang="en-US" sz="1800" i="1">
                                <a:effectLst/>
                                <a:latin typeface="Cambria Math" panose="02040503050406030204" pitchFamily="18" charset="0"/>
                                <a:ea typeface="Yu Mincho" panose="02020400000000000000" pitchFamily="18" charset="-128"/>
                                <a:cs typeface="Calibri" panose="020F0502020204030204" pitchFamily="34" charset="0"/>
                              </a:rPr>
                              <m:t>)</m:t>
                            </m:r>
                          </m:e>
                        </m:func>
                      </m:num>
                      <m:den>
                        <m:func>
                          <m:func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funcPr>
                          <m:fName>
                            <m:r>
                              <m:rPr>
                                <m:sty m:val="p"/>
                              </m:rPr>
                              <a:rPr lang="en-US" sz="1800">
                                <a:effectLst/>
                                <a:latin typeface="Cambria Math" panose="02040503050406030204" pitchFamily="18" charset="0"/>
                                <a:ea typeface="Yu Mincho" panose="02020400000000000000" pitchFamily="18" charset="-128"/>
                                <a:cs typeface="Calibri" panose="020F0502020204030204" pitchFamily="34" charset="0"/>
                              </a:rPr>
                              <m:t>det</m:t>
                            </m:r>
                          </m:fName>
                          <m:e>
                            <m:r>
                              <a:rPr lang="en-US" sz="1800" i="1">
                                <a:effectLst/>
                                <a:latin typeface="Cambria Math" panose="02040503050406030204" pitchFamily="18" charset="0"/>
                                <a:ea typeface="Yu Mincho" panose="02020400000000000000" pitchFamily="18" charset="-128"/>
                                <a:cs typeface="Calibri" panose="020F0502020204030204" pitchFamily="34" charset="0"/>
                              </a:rPr>
                              <m:t>𝐴</m:t>
                            </m:r>
                          </m:e>
                        </m:func>
                      </m:den>
                    </m:f>
                  </m:oMath>
                </a14:m>
                <a:r>
                  <a:rPr lang="en-US" sz="1800" dirty="0">
                    <a:effectLst/>
                    <a:latin typeface="Calibri" panose="020F0502020204030204" pitchFamily="34" charset="0"/>
                    <a:ea typeface="Yu Mincho" panose="02020400000000000000" pitchFamily="18" charset="-128"/>
                    <a:cs typeface="Arial" panose="020B0604020202020204" pitchFamily="34" charset="0"/>
                  </a:rPr>
                  <a:t>	</a:t>
                </a:r>
                <a14:m>
                  <m:oMath xmlns:m="http://schemas.openxmlformats.org/officeDocument/2006/math">
                    <m:r>
                      <a:rPr lang="en-US" sz="1800" i="1">
                        <a:effectLst/>
                        <a:latin typeface="Cambria Math" panose="02040503050406030204" pitchFamily="18" charset="0"/>
                        <a:ea typeface="Yu Mincho" panose="02020400000000000000" pitchFamily="18" charset="-128"/>
                        <a:cs typeface="Arial" panose="020B0604020202020204" pitchFamily="34" charset="0"/>
                      </a:rPr>
                      <m:t>𝑏</m:t>
                    </m:r>
                    <m:r>
                      <a:rPr lang="en-US" sz="1800" i="1">
                        <a:effectLst/>
                        <a:latin typeface="Cambria Math" panose="02040503050406030204" pitchFamily="18" charset="0"/>
                        <a:ea typeface="Yu Mincho" panose="02020400000000000000" pitchFamily="18" charset="-128"/>
                        <a:cs typeface="Arial" panose="020B0604020202020204" pitchFamily="34" charset="0"/>
                      </a:rPr>
                      <m:t>2=</m:t>
                    </m:r>
                    <m:f>
                      <m:f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fPr>
                      <m:num>
                        <m:func>
                          <m:func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funcPr>
                          <m:fName>
                            <m:r>
                              <m:rPr>
                                <m:sty m:val="p"/>
                              </m:rPr>
                              <a:rPr lang="en-US" sz="1800">
                                <a:effectLst/>
                                <a:latin typeface="Cambria Math" panose="02040503050406030204" pitchFamily="18" charset="0"/>
                                <a:ea typeface="Yu Mincho" panose="02020400000000000000" pitchFamily="18" charset="-128"/>
                                <a:cs typeface="Calibri" panose="020F0502020204030204" pitchFamily="34" charset="0"/>
                              </a:rPr>
                              <m:t>det</m:t>
                            </m:r>
                          </m:fName>
                          <m:e>
                            <m:sSub>
                              <m:sSub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sSubPr>
                              <m:e>
                                <m:r>
                                  <a:rPr lang="en-US" sz="1800" i="1">
                                    <a:effectLst/>
                                    <a:latin typeface="Cambria Math" panose="02040503050406030204" pitchFamily="18" charset="0"/>
                                    <a:ea typeface="Yu Mincho" panose="02020400000000000000" pitchFamily="18" charset="-128"/>
                                    <a:cs typeface="Calibri" panose="020F0502020204030204" pitchFamily="34" charset="0"/>
                                  </a:rPr>
                                  <m:t>(</m:t>
                                </m:r>
                                <m:r>
                                  <a:rPr lang="en-US" sz="1800" i="1">
                                    <a:effectLst/>
                                    <a:latin typeface="Cambria Math" panose="02040503050406030204" pitchFamily="18" charset="0"/>
                                    <a:ea typeface="Yu Mincho" panose="02020400000000000000" pitchFamily="18" charset="-128"/>
                                    <a:cs typeface="Calibri" panose="020F0502020204030204" pitchFamily="34" charset="0"/>
                                  </a:rPr>
                                  <m:t>𝐴</m:t>
                                </m:r>
                              </m:e>
                              <m:sub>
                                <m:r>
                                  <a:rPr lang="en-US" sz="1800" i="1">
                                    <a:effectLst/>
                                    <a:latin typeface="Cambria Math" panose="02040503050406030204" pitchFamily="18" charset="0"/>
                                    <a:ea typeface="Yu Mincho" panose="02020400000000000000" pitchFamily="18" charset="-128"/>
                                    <a:cs typeface="Calibri" panose="020F0502020204030204" pitchFamily="34" charset="0"/>
                                  </a:rPr>
                                  <m:t>2</m:t>
                                </m:r>
                              </m:sub>
                            </m:sSub>
                            <m:r>
                              <a:rPr lang="en-US" sz="1800" i="1">
                                <a:effectLst/>
                                <a:latin typeface="Cambria Math" panose="02040503050406030204" pitchFamily="18" charset="0"/>
                                <a:ea typeface="Yu Mincho" panose="02020400000000000000" pitchFamily="18" charset="-128"/>
                                <a:cs typeface="Calibri" panose="020F0502020204030204" pitchFamily="34" charset="0"/>
                              </a:rPr>
                              <m:t>)</m:t>
                            </m:r>
                          </m:e>
                        </m:func>
                      </m:num>
                      <m:den>
                        <m:func>
                          <m:func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funcPr>
                          <m:fName>
                            <m:r>
                              <m:rPr>
                                <m:sty m:val="p"/>
                              </m:rPr>
                              <a:rPr lang="en-US" sz="1800">
                                <a:effectLst/>
                                <a:latin typeface="Cambria Math" panose="02040503050406030204" pitchFamily="18" charset="0"/>
                                <a:ea typeface="Yu Mincho" panose="02020400000000000000" pitchFamily="18" charset="-128"/>
                                <a:cs typeface="Calibri" panose="020F0502020204030204" pitchFamily="34" charset="0"/>
                              </a:rPr>
                              <m:t>det</m:t>
                            </m:r>
                          </m:fName>
                          <m:e>
                            <m:r>
                              <a:rPr lang="en-US" sz="1800" i="1">
                                <a:effectLst/>
                                <a:latin typeface="Cambria Math" panose="02040503050406030204" pitchFamily="18" charset="0"/>
                                <a:ea typeface="Yu Mincho" panose="02020400000000000000" pitchFamily="18" charset="-128"/>
                                <a:cs typeface="Calibri" panose="020F0502020204030204" pitchFamily="34" charset="0"/>
                              </a:rPr>
                              <m:t>𝐴</m:t>
                            </m:r>
                          </m:e>
                        </m:func>
                      </m:den>
                    </m:f>
                  </m:oMath>
                </a14:m>
                <a:r>
                  <a:rPr lang="en-US" sz="1800" dirty="0">
                    <a:effectLst/>
                    <a:latin typeface="Calibri" panose="020F0502020204030204" pitchFamily="34" charset="0"/>
                    <a:ea typeface="Yu Mincho" panose="02020400000000000000" pitchFamily="18" charset="-128"/>
                    <a:cs typeface="Arial" panose="020B0604020202020204" pitchFamily="34" charset="0"/>
                  </a:rPr>
                  <a:t>	</a:t>
                </a:r>
                <a14:m>
                  <m:oMath xmlns:m="http://schemas.openxmlformats.org/officeDocument/2006/math">
                    <m:r>
                      <a:rPr lang="en-US" sz="1800" i="1">
                        <a:effectLst/>
                        <a:latin typeface="Cambria Math" panose="02040503050406030204" pitchFamily="18" charset="0"/>
                        <a:ea typeface="Yu Mincho" panose="02020400000000000000" pitchFamily="18" charset="-128"/>
                        <a:cs typeface="Arial" panose="020B0604020202020204" pitchFamily="34" charset="0"/>
                      </a:rPr>
                      <m:t>𝑏</m:t>
                    </m:r>
                    <m:r>
                      <a:rPr lang="en-US" sz="1800" i="1">
                        <a:effectLst/>
                        <a:latin typeface="Cambria Math" panose="02040503050406030204" pitchFamily="18" charset="0"/>
                        <a:ea typeface="Yu Mincho" panose="02020400000000000000" pitchFamily="18" charset="-128"/>
                        <a:cs typeface="Arial" panose="020B0604020202020204" pitchFamily="34" charset="0"/>
                      </a:rPr>
                      <m:t>3=</m:t>
                    </m:r>
                    <m:f>
                      <m:f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fPr>
                      <m:num>
                        <m:func>
                          <m:func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funcPr>
                          <m:fName>
                            <m:r>
                              <m:rPr>
                                <m:sty m:val="p"/>
                              </m:rPr>
                              <a:rPr lang="en-US" sz="1800">
                                <a:effectLst/>
                                <a:latin typeface="Cambria Math" panose="02040503050406030204" pitchFamily="18" charset="0"/>
                                <a:ea typeface="Yu Mincho" panose="02020400000000000000" pitchFamily="18" charset="-128"/>
                                <a:cs typeface="Calibri" panose="020F0502020204030204" pitchFamily="34" charset="0"/>
                              </a:rPr>
                              <m:t>det</m:t>
                            </m:r>
                          </m:fName>
                          <m:e>
                            <m:sSub>
                              <m:sSub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sSubPr>
                              <m:e>
                                <m:r>
                                  <a:rPr lang="en-US" sz="1800" i="1">
                                    <a:effectLst/>
                                    <a:latin typeface="Cambria Math" panose="02040503050406030204" pitchFamily="18" charset="0"/>
                                    <a:ea typeface="Yu Mincho" panose="02020400000000000000" pitchFamily="18" charset="-128"/>
                                    <a:cs typeface="Calibri" panose="020F0502020204030204" pitchFamily="34" charset="0"/>
                                  </a:rPr>
                                  <m:t>(</m:t>
                                </m:r>
                                <m:r>
                                  <a:rPr lang="en-US" sz="1800" i="1">
                                    <a:effectLst/>
                                    <a:latin typeface="Cambria Math" panose="02040503050406030204" pitchFamily="18" charset="0"/>
                                    <a:ea typeface="Yu Mincho" panose="02020400000000000000" pitchFamily="18" charset="-128"/>
                                    <a:cs typeface="Calibri" panose="020F0502020204030204" pitchFamily="34" charset="0"/>
                                  </a:rPr>
                                  <m:t>𝐴</m:t>
                                </m:r>
                              </m:e>
                              <m:sub>
                                <m:r>
                                  <a:rPr lang="en-US" sz="1800" i="1">
                                    <a:effectLst/>
                                    <a:latin typeface="Cambria Math" panose="02040503050406030204" pitchFamily="18" charset="0"/>
                                    <a:ea typeface="Yu Mincho" panose="02020400000000000000" pitchFamily="18" charset="-128"/>
                                    <a:cs typeface="Calibri" panose="020F0502020204030204" pitchFamily="34" charset="0"/>
                                  </a:rPr>
                                  <m:t>3</m:t>
                                </m:r>
                              </m:sub>
                            </m:sSub>
                            <m:r>
                              <a:rPr lang="en-US" sz="1800" i="1">
                                <a:effectLst/>
                                <a:latin typeface="Cambria Math" panose="02040503050406030204" pitchFamily="18" charset="0"/>
                                <a:ea typeface="Yu Mincho" panose="02020400000000000000" pitchFamily="18" charset="-128"/>
                                <a:cs typeface="Calibri" panose="020F0502020204030204" pitchFamily="34" charset="0"/>
                              </a:rPr>
                              <m:t>)</m:t>
                            </m:r>
                          </m:e>
                        </m:func>
                      </m:num>
                      <m:den>
                        <m:func>
                          <m:funcPr>
                            <m:ctrlPr>
                              <a:rPr lang="en-US" sz="1800" i="1">
                                <a:effectLst/>
                                <a:latin typeface="Cambria Math" panose="02040503050406030204" pitchFamily="18" charset="0"/>
                                <a:ea typeface="Yu Mincho" panose="02020400000000000000" pitchFamily="18" charset="-128"/>
                                <a:cs typeface="Calibri" panose="020F0502020204030204" pitchFamily="34" charset="0"/>
                              </a:rPr>
                            </m:ctrlPr>
                          </m:funcPr>
                          <m:fName>
                            <m:r>
                              <m:rPr>
                                <m:sty m:val="p"/>
                              </m:rPr>
                              <a:rPr lang="en-US" sz="1800">
                                <a:effectLst/>
                                <a:latin typeface="Cambria Math" panose="02040503050406030204" pitchFamily="18" charset="0"/>
                                <a:ea typeface="Yu Mincho" panose="02020400000000000000" pitchFamily="18" charset="-128"/>
                                <a:cs typeface="Calibri" panose="020F0502020204030204" pitchFamily="34" charset="0"/>
                              </a:rPr>
                              <m:t>det</m:t>
                            </m:r>
                          </m:fName>
                          <m:e>
                            <m:r>
                              <a:rPr lang="en-US" sz="1800" i="1">
                                <a:effectLst/>
                                <a:latin typeface="Cambria Math" panose="02040503050406030204" pitchFamily="18" charset="0"/>
                                <a:ea typeface="Yu Mincho" panose="02020400000000000000" pitchFamily="18" charset="-128"/>
                                <a:cs typeface="Calibri" panose="020F0502020204030204" pitchFamily="34" charset="0"/>
                              </a:rPr>
                              <m:t>𝐴</m:t>
                            </m:r>
                          </m:e>
                        </m:func>
                      </m:den>
                    </m:f>
                  </m:oMath>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20000"/>
                  </a:lnSpc>
                  <a:spcBef>
                    <a:spcPts val="0"/>
                  </a:spcBef>
                </a:pPr>
                <a:r>
                  <a:rPr lang="id-ID" sz="1300" dirty="0">
                    <a:latin typeface="+mj-lt"/>
                  </a:rPr>
                  <a:t>Karena nilai determinan dari setiap matriks belum ada, maka kita harus mencarinya terlebih dahulu dengan cara:</a:t>
                </a:r>
              </a:p>
              <a:p>
                <a:pPr marL="0" indent="0">
                  <a:lnSpc>
                    <a:spcPct val="120000"/>
                  </a:lnSpc>
                  <a:spcBef>
                    <a:spcPts val="0"/>
                  </a:spcBef>
                  <a:buNone/>
                </a:pPr>
                <a:endParaRPr lang="id-ID" sz="1300" dirty="0">
                  <a:latin typeface="+mj-lt"/>
                </a:endParaRPr>
              </a:p>
              <a:p>
                <a:pPr>
                  <a:lnSpc>
                    <a:spcPct val="120000"/>
                  </a:lnSpc>
                  <a:spcBef>
                    <a:spcPts val="0"/>
                  </a:spcBef>
                </a:pPr>
                <a:endParaRPr lang="id-ID" sz="13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xfrm>
                <a:off x="471488" y="1334582"/>
                <a:ext cx="6005512" cy="3263504"/>
              </a:xfrm>
              <a:blipFill>
                <a:blip r:embed="rId4"/>
                <a:stretch>
                  <a:fillRect/>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Left Brace 2">
            <a:extLst>
              <a:ext uri="{FF2B5EF4-FFF2-40B4-BE49-F238E27FC236}">
                <a16:creationId xmlns:a16="http://schemas.microsoft.com/office/drawing/2014/main" id="{64800F8C-DAED-4076-8331-BA5FD99EDABE}"/>
              </a:ext>
            </a:extLst>
          </p:cNvPr>
          <p:cNvSpPr/>
          <p:nvPr/>
        </p:nvSpPr>
        <p:spPr>
          <a:xfrm rot="16200000">
            <a:off x="1392773" y="3294757"/>
            <a:ext cx="304800" cy="1005702"/>
          </a:xfrm>
          <a:prstGeom prst="leftBrace">
            <a:avLst/>
          </a:prstGeom>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 name="Left Brace 3">
            <a:extLst>
              <a:ext uri="{FF2B5EF4-FFF2-40B4-BE49-F238E27FC236}">
                <a16:creationId xmlns:a16="http://schemas.microsoft.com/office/drawing/2014/main" id="{26FCABA6-2F11-45D3-B0FF-EDE159480673}"/>
              </a:ext>
            </a:extLst>
          </p:cNvPr>
          <p:cNvSpPr/>
          <p:nvPr/>
        </p:nvSpPr>
        <p:spPr>
          <a:xfrm rot="16200000">
            <a:off x="2799845" y="3497521"/>
            <a:ext cx="304800" cy="463550"/>
          </a:xfrm>
          <a:prstGeom prst="leftBrace">
            <a:avLst/>
          </a:prstGeom>
        </p:spPr>
        <p:style>
          <a:lnRef idx="1">
            <a:schemeClr val="accent2"/>
          </a:lnRef>
          <a:fillRef idx="0">
            <a:schemeClr val="accent2"/>
          </a:fillRef>
          <a:effectRef idx="0">
            <a:schemeClr val="accent2"/>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Text Box 4">
            <a:extLst>
              <a:ext uri="{FF2B5EF4-FFF2-40B4-BE49-F238E27FC236}">
                <a16:creationId xmlns:a16="http://schemas.microsoft.com/office/drawing/2014/main" id="{5B0ABCA3-F473-4B74-914A-8F1FB92AB0B5}"/>
              </a:ext>
            </a:extLst>
          </p:cNvPr>
          <p:cNvSpPr txBox="1"/>
          <p:nvPr/>
        </p:nvSpPr>
        <p:spPr>
          <a:xfrm>
            <a:off x="2669035" y="3902651"/>
            <a:ext cx="933450" cy="762000"/>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tabLst>
                <a:tab pos="771525" algn="l"/>
              </a:tabLst>
            </a:pPr>
            <a:r>
              <a:rPr lang="en-US" sz="1200">
                <a:solidFill>
                  <a:srgbClr val="C00000"/>
                </a:solidFill>
                <a:effectLst/>
                <a:latin typeface="Calibri Light" panose="020F0302020204030204" pitchFamily="34" charset="0"/>
                <a:ea typeface="Calibri" panose="020F0502020204030204" pitchFamily="34" charset="0"/>
                <a:cs typeface="Arial" panose="020B0604020202020204" pitchFamily="34" charset="0"/>
              </a:rPr>
              <a:t>(2 Kolom pertama Matriks A)  </a:t>
            </a:r>
            <a:endParaRPr lang="en-US" sz="1100">
              <a:effectLst/>
              <a:ea typeface="Calibri" panose="020F0502020204030204" pitchFamily="34" charset="0"/>
              <a:cs typeface="Arial" panose="020B0604020202020204" pitchFamily="34" charset="0"/>
            </a:endParaRPr>
          </a:p>
          <a:p>
            <a:pPr>
              <a:lnSpc>
                <a:spcPct val="107000"/>
              </a:lnSpc>
              <a:spcAft>
                <a:spcPts val="800"/>
              </a:spcAft>
            </a:pPr>
            <a:r>
              <a:rPr lang="en-US" sz="1100">
                <a:effectLst/>
                <a:ea typeface="Calibri" panose="020F0502020204030204" pitchFamily="34" charset="0"/>
                <a:cs typeface="Arial" panose="020B0604020202020204" pitchFamily="34" charset="0"/>
              </a:rPr>
              <a:t> </a:t>
            </a:r>
          </a:p>
        </p:txBody>
      </p:sp>
      <p:sp>
        <p:nvSpPr>
          <p:cNvPr id="9" name="Text Box 5">
            <a:extLst>
              <a:ext uri="{FF2B5EF4-FFF2-40B4-BE49-F238E27FC236}">
                <a16:creationId xmlns:a16="http://schemas.microsoft.com/office/drawing/2014/main" id="{6DC1328C-77D5-4FF8-B2C6-C5164D36138E}"/>
              </a:ext>
            </a:extLst>
          </p:cNvPr>
          <p:cNvSpPr txBox="1"/>
          <p:nvPr/>
        </p:nvSpPr>
        <p:spPr>
          <a:xfrm>
            <a:off x="1086542" y="3902651"/>
            <a:ext cx="1023620" cy="32385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200">
                <a:solidFill>
                  <a:srgbClr val="2F5496"/>
                </a:solidFill>
                <a:effectLst/>
                <a:latin typeface="Calibri Light" panose="020F0302020204030204" pitchFamily="34" charset="0"/>
                <a:ea typeface="Calibri" panose="020F0502020204030204" pitchFamily="34" charset="0"/>
                <a:cs typeface="Arial" panose="020B0604020202020204" pitchFamily="34" charset="0"/>
              </a:rPr>
              <a:t>(Matriks A)  </a:t>
            </a:r>
            <a:endParaRPr lang="en-US" sz="1100">
              <a:effectLst/>
              <a:ea typeface="Calibri" panose="020F0502020204030204" pitchFamily="34" charset="0"/>
              <a:cs typeface="Arial" panose="020B0604020202020204" pitchFamily="34" charset="0"/>
            </a:endParaRPr>
          </a:p>
        </p:txBody>
      </p:sp>
      <p:cxnSp>
        <p:nvCxnSpPr>
          <p:cNvPr id="10" name="Straight Arrow Connector 6">
            <a:extLst>
              <a:ext uri="{FF2B5EF4-FFF2-40B4-BE49-F238E27FC236}">
                <a16:creationId xmlns:a16="http://schemas.microsoft.com/office/drawing/2014/main" id="{A7C52091-FE59-4F66-BF9A-8180E7F880B3}"/>
              </a:ext>
            </a:extLst>
          </p:cNvPr>
          <p:cNvCxnSpPr>
            <a:cxnSpLocks/>
          </p:cNvCxnSpPr>
          <p:nvPr/>
        </p:nvCxnSpPr>
        <p:spPr>
          <a:xfrm flipV="1">
            <a:off x="1028757" y="2973439"/>
            <a:ext cx="923925" cy="5619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7">
            <a:extLst>
              <a:ext uri="{FF2B5EF4-FFF2-40B4-BE49-F238E27FC236}">
                <a16:creationId xmlns:a16="http://schemas.microsoft.com/office/drawing/2014/main" id="{A6425BF1-6387-4761-95DD-D73DBABD4C14}"/>
              </a:ext>
            </a:extLst>
          </p:cNvPr>
          <p:cNvCxnSpPr>
            <a:cxnSpLocks/>
          </p:cNvCxnSpPr>
          <p:nvPr/>
        </p:nvCxnSpPr>
        <p:spPr>
          <a:xfrm flipV="1">
            <a:off x="1680134" y="2953008"/>
            <a:ext cx="923925" cy="5619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8">
            <a:extLst>
              <a:ext uri="{FF2B5EF4-FFF2-40B4-BE49-F238E27FC236}">
                <a16:creationId xmlns:a16="http://schemas.microsoft.com/office/drawing/2014/main" id="{4AE7DDFE-BDE4-4589-B748-84BB8833E1A5}"/>
              </a:ext>
            </a:extLst>
          </p:cNvPr>
          <p:cNvCxnSpPr>
            <a:cxnSpLocks/>
          </p:cNvCxnSpPr>
          <p:nvPr/>
        </p:nvCxnSpPr>
        <p:spPr>
          <a:xfrm flipV="1">
            <a:off x="2084127" y="2968110"/>
            <a:ext cx="923925" cy="5619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9">
            <a:extLst>
              <a:ext uri="{FF2B5EF4-FFF2-40B4-BE49-F238E27FC236}">
                <a16:creationId xmlns:a16="http://schemas.microsoft.com/office/drawing/2014/main" id="{915E1377-41AD-4C2C-96A3-2750B9BC1557}"/>
              </a:ext>
            </a:extLst>
          </p:cNvPr>
          <p:cNvCxnSpPr>
            <a:cxnSpLocks/>
          </p:cNvCxnSpPr>
          <p:nvPr/>
        </p:nvCxnSpPr>
        <p:spPr>
          <a:xfrm>
            <a:off x="2136861" y="2968110"/>
            <a:ext cx="819150" cy="504825"/>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14" name="Straight Arrow Connector 10">
            <a:extLst>
              <a:ext uri="{FF2B5EF4-FFF2-40B4-BE49-F238E27FC236}">
                <a16:creationId xmlns:a16="http://schemas.microsoft.com/office/drawing/2014/main" id="{C3964F3E-61C9-4AB2-9270-10CD21C390AC}"/>
              </a:ext>
            </a:extLst>
          </p:cNvPr>
          <p:cNvCxnSpPr>
            <a:cxnSpLocks/>
          </p:cNvCxnSpPr>
          <p:nvPr/>
        </p:nvCxnSpPr>
        <p:spPr>
          <a:xfrm>
            <a:off x="1133532" y="2953008"/>
            <a:ext cx="819150" cy="504825"/>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15" name="Straight Arrow Connector 11">
            <a:extLst>
              <a:ext uri="{FF2B5EF4-FFF2-40B4-BE49-F238E27FC236}">
                <a16:creationId xmlns:a16="http://schemas.microsoft.com/office/drawing/2014/main" id="{C11E8F84-CBE2-429F-8936-433CBDBB4BAC}"/>
              </a:ext>
            </a:extLst>
          </p:cNvPr>
          <p:cNvCxnSpPr>
            <a:cxnSpLocks/>
          </p:cNvCxnSpPr>
          <p:nvPr/>
        </p:nvCxnSpPr>
        <p:spPr>
          <a:xfrm>
            <a:off x="1700587" y="2964866"/>
            <a:ext cx="819150" cy="504825"/>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sp>
        <p:nvSpPr>
          <p:cNvPr id="25" name="Kotak Teks 24">
            <a:extLst>
              <a:ext uri="{FF2B5EF4-FFF2-40B4-BE49-F238E27FC236}">
                <a16:creationId xmlns:a16="http://schemas.microsoft.com/office/drawing/2014/main" id="{DF0CCF2C-ACD8-45E6-9A0F-72AC0F309C94}"/>
              </a:ext>
            </a:extLst>
          </p:cNvPr>
          <p:cNvSpPr txBox="1"/>
          <p:nvPr/>
        </p:nvSpPr>
        <p:spPr>
          <a:xfrm>
            <a:off x="3463366" y="2910829"/>
            <a:ext cx="3429000" cy="646331"/>
          </a:xfrm>
          <a:prstGeom prst="rect">
            <a:avLst/>
          </a:prstGeom>
          <a:noFill/>
        </p:spPr>
        <p:txBody>
          <a:bodyPr wrap="square">
            <a:spAutoFit/>
          </a:bodyPr>
          <a:lstStyle/>
          <a:p>
            <a:r>
              <a:rPr lang="en-US" sz="1200" dirty="0" err="1">
                <a:latin typeface="+mj-lt"/>
              </a:rPr>
              <a:t>Keterangan</a:t>
            </a:r>
            <a:r>
              <a:rPr lang="en-US" sz="1200" dirty="0">
                <a:latin typeface="+mj-lt"/>
              </a:rPr>
              <a:t>:</a:t>
            </a:r>
          </a:p>
          <a:p>
            <a:pPr marL="285750" indent="-285750">
              <a:buFont typeface="Arial" panose="020B0604020202020204" pitchFamily="34" charset="0"/>
              <a:buChar char="•"/>
            </a:pPr>
            <a:r>
              <a:rPr lang="en-US" sz="1200" dirty="0">
                <a:latin typeface="+mj-lt"/>
              </a:rPr>
              <a:t>(+) Garis Diagonal </a:t>
            </a:r>
            <a:r>
              <a:rPr lang="en-US" sz="1200" dirty="0" err="1">
                <a:latin typeface="+mj-lt"/>
              </a:rPr>
              <a:t>ditarik</a:t>
            </a:r>
            <a:r>
              <a:rPr lang="en-US" sz="1200" dirty="0">
                <a:latin typeface="+mj-lt"/>
              </a:rPr>
              <a:t> </a:t>
            </a:r>
            <a:r>
              <a:rPr lang="en-US" sz="1200" dirty="0" err="1">
                <a:latin typeface="+mj-lt"/>
              </a:rPr>
              <a:t>dari</a:t>
            </a:r>
            <a:r>
              <a:rPr lang="en-US" sz="1200" dirty="0">
                <a:latin typeface="+mj-lt"/>
              </a:rPr>
              <a:t> </a:t>
            </a:r>
            <a:r>
              <a:rPr lang="en-US" sz="1200" dirty="0" err="1">
                <a:latin typeface="+mj-lt"/>
              </a:rPr>
              <a:t>atas</a:t>
            </a:r>
            <a:r>
              <a:rPr lang="en-US" sz="1200" dirty="0">
                <a:latin typeface="+mj-lt"/>
              </a:rPr>
              <a:t> </a:t>
            </a:r>
            <a:r>
              <a:rPr lang="en-US" sz="1200" dirty="0" err="1">
                <a:latin typeface="+mj-lt"/>
              </a:rPr>
              <a:t>ke</a:t>
            </a:r>
            <a:r>
              <a:rPr lang="en-US" sz="1200" dirty="0">
                <a:latin typeface="+mj-lt"/>
              </a:rPr>
              <a:t> </a:t>
            </a:r>
            <a:r>
              <a:rPr lang="en-US" sz="1200" dirty="0" err="1">
                <a:latin typeface="+mj-lt"/>
              </a:rPr>
              <a:t>bawah</a:t>
            </a:r>
            <a:endParaRPr lang="en-US" sz="1200" dirty="0">
              <a:latin typeface="+mj-lt"/>
            </a:endParaRPr>
          </a:p>
          <a:p>
            <a:pPr marL="285750" indent="-285750">
              <a:buFont typeface="Arial" panose="020B0604020202020204" pitchFamily="34" charset="0"/>
              <a:buChar char="•"/>
            </a:pPr>
            <a:r>
              <a:rPr lang="en-US" sz="1200" dirty="0">
                <a:latin typeface="+mj-lt"/>
              </a:rPr>
              <a:t>(-) Garis Diagonal </a:t>
            </a:r>
            <a:r>
              <a:rPr lang="en-US" sz="1200" dirty="0" err="1">
                <a:latin typeface="+mj-lt"/>
              </a:rPr>
              <a:t>datarik</a:t>
            </a:r>
            <a:r>
              <a:rPr lang="en-US" sz="1200" dirty="0">
                <a:latin typeface="+mj-lt"/>
              </a:rPr>
              <a:t> </a:t>
            </a:r>
            <a:r>
              <a:rPr lang="en-US" sz="1200" dirty="0" err="1">
                <a:latin typeface="+mj-lt"/>
              </a:rPr>
              <a:t>dari</a:t>
            </a:r>
            <a:r>
              <a:rPr lang="en-US" sz="1200" dirty="0">
                <a:latin typeface="+mj-lt"/>
              </a:rPr>
              <a:t> </a:t>
            </a:r>
            <a:r>
              <a:rPr lang="en-US" sz="1200" dirty="0" err="1">
                <a:latin typeface="+mj-lt"/>
              </a:rPr>
              <a:t>bawah</a:t>
            </a:r>
            <a:r>
              <a:rPr lang="en-US" sz="1200" dirty="0">
                <a:latin typeface="+mj-lt"/>
              </a:rPr>
              <a:t> </a:t>
            </a:r>
            <a:r>
              <a:rPr lang="en-US" sz="1200" dirty="0" err="1">
                <a:latin typeface="+mj-lt"/>
              </a:rPr>
              <a:t>ke</a:t>
            </a:r>
            <a:r>
              <a:rPr lang="en-US" sz="1200" dirty="0">
                <a:latin typeface="+mj-lt"/>
              </a:rPr>
              <a:t> </a:t>
            </a:r>
            <a:r>
              <a:rPr lang="en-US" sz="1200" dirty="0" err="1">
                <a:latin typeface="+mj-lt"/>
              </a:rPr>
              <a:t>atas</a:t>
            </a:r>
            <a:endParaRPr lang="en-US" sz="1200" dirty="0">
              <a:latin typeface="+mj-lt"/>
            </a:endParaRPr>
          </a:p>
        </p:txBody>
      </p:sp>
    </p:spTree>
    <p:extLst>
      <p:ext uri="{BB962C8B-B14F-4D97-AF65-F5344CB8AC3E}">
        <p14:creationId xmlns:p14="http://schemas.microsoft.com/office/powerpoint/2010/main" val="19930963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id-ID" sz="2800" dirty="0"/>
              <a:t>Penyelesaian</a:t>
            </a:r>
            <a:endParaRPr lang="en-US" sz="2800" dirty="0"/>
          </a:p>
        </p:txBody>
      </p:sp>
      <mc:AlternateContent xmlns:mc="http://schemas.openxmlformats.org/markup-compatibility/2006" xmlns:a14="http://schemas.microsoft.com/office/drawing/2010/main">
        <mc:Choice Requires="a14">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a:xfrm>
                <a:off x="471488" y="1334582"/>
                <a:ext cx="6005512" cy="3263504"/>
              </a:xfrm>
            </p:spPr>
            <p:txBody>
              <a:bodyPr>
                <a:noAutofit/>
              </a:bodyPr>
              <a:lstStyle/>
              <a:p>
                <a:pPr>
                  <a:lnSpc>
                    <a:spcPct val="120000"/>
                  </a:lnSpc>
                  <a:spcBef>
                    <a:spcPts val="0"/>
                  </a:spcBef>
                </a:pPr>
                <a:r>
                  <a:rPr lang="sv-SE" sz="1300" dirty="0">
                    <a:latin typeface="+mj-lt"/>
                  </a:rPr>
                  <a:t>Hasil perhitungannya dapat dilihat sebagai berikut:</a:t>
                </a:r>
                <a:endParaRPr lang="id-ID" sz="1300" dirty="0">
                  <a:latin typeface="+mj-lt"/>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id-ID" sz="1300" i="1" smtClean="0">
                          <a:effectLst/>
                          <a:latin typeface="Cambria Math" panose="02040503050406030204" pitchFamily="18" charset="0"/>
                          <a:ea typeface="Yu Mincho" panose="02020400000000000000" pitchFamily="18" charset="-128"/>
                          <a:cs typeface="Arial" panose="020B0604020202020204" pitchFamily="34" charset="0"/>
                        </a:rPr>
                        <m:t>𝐷𝑒𝑡</m:t>
                      </m:r>
                      <m:r>
                        <a:rPr lang="id-ID" sz="1300" i="1" smtClean="0">
                          <a:effectLst/>
                          <a:latin typeface="Cambria Math" panose="02040503050406030204" pitchFamily="18" charset="0"/>
                          <a:ea typeface="Yu Mincho" panose="02020400000000000000" pitchFamily="18" charset="-128"/>
                          <a:cs typeface="Arial" panose="020B0604020202020204" pitchFamily="34" charset="0"/>
                        </a:rPr>
                        <m:t> </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𝐴</m:t>
                          </m:r>
                        </m:e>
                      </m:d>
                      <m:r>
                        <m:rPr>
                          <m:aln/>
                        </m:rPr>
                        <a:rPr lang="id-ID" sz="1300" i="1">
                          <a:effectLst/>
                          <a:latin typeface="Cambria Math" panose="02040503050406030204" pitchFamily="18" charset="0"/>
                          <a:ea typeface="Yu Mincho" panose="02020400000000000000" pitchFamily="18" charset="-128"/>
                          <a:cs typeface="Arial" panose="020B0604020202020204" pitchFamily="34" charset="0"/>
                        </a:rPr>
                        <m:t>=</m:t>
                      </m:r>
                      <m:r>
                        <a:rPr lang="id-ID" sz="1300" i="1">
                          <a:effectLst/>
                          <a:latin typeface="Cambria Math" panose="02040503050406030204" pitchFamily="18" charset="0"/>
                          <a:ea typeface="Yu Mincho" panose="02020400000000000000" pitchFamily="18" charset="-128"/>
                          <a:cs typeface="Arial" panose="020B0604020202020204" pitchFamily="34" charset="0"/>
                        </a:rPr>
                        <m:t> </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10∗406∗182</m:t>
                          </m:r>
                        </m:e>
                      </m:d>
                      <m:r>
                        <a:rPr lang="id-ID" sz="1300" i="1">
                          <a:effectLst/>
                          <a:latin typeface="Cambria Math" panose="02040503050406030204" pitchFamily="18" charset="0"/>
                          <a:ea typeface="Yu Mincho" panose="02020400000000000000" pitchFamily="18" charset="-128"/>
                          <a:cs typeface="Arial" panose="020B0604020202020204" pitchFamily="34" charset="0"/>
                        </a:rPr>
                        <m:t>+</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60∗267∗40</m:t>
                          </m:r>
                        </m:e>
                      </m:d>
                      <m:r>
                        <a:rPr lang="id-ID" sz="1300" i="1">
                          <a:effectLst/>
                          <a:latin typeface="Cambria Math" panose="02040503050406030204" pitchFamily="18" charset="0"/>
                          <a:ea typeface="Yu Mincho" panose="02020400000000000000" pitchFamily="18" charset="-128"/>
                          <a:cs typeface="Arial" panose="020B0604020202020204" pitchFamily="34" charset="0"/>
                        </a:rPr>
                        <m:t>+</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40∗60∗267</m:t>
                          </m:r>
                        </m:e>
                      </m:d>
                      <m:r>
                        <a:rPr lang="id-ID" sz="1300" i="1">
                          <a:effectLst/>
                          <a:latin typeface="Cambria Math" panose="02040503050406030204" pitchFamily="18" charset="0"/>
                          <a:ea typeface="Yu Mincho" panose="02020400000000000000" pitchFamily="18" charset="-128"/>
                          <a:cs typeface="Arial" panose="020B0604020202020204" pitchFamily="34" charset="0"/>
                        </a:rPr>
                        <m:t>−</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40∗406∗40</m:t>
                          </m:r>
                        </m:e>
                      </m:d>
                      <m:r>
                        <a:rPr lang="id-ID" sz="1300" i="1">
                          <a:effectLst/>
                          <a:latin typeface="Cambria Math" panose="02040503050406030204" pitchFamily="18" charset="0"/>
                          <a:ea typeface="Yu Mincho" panose="02020400000000000000" pitchFamily="18" charset="-128"/>
                          <a:cs typeface="Arial" panose="020B0604020202020204" pitchFamily="34" charset="0"/>
                        </a:rPr>
                        <m:t>−</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267∗267∗10</m:t>
                          </m:r>
                        </m:e>
                      </m:d>
                      <m:r>
                        <a:rPr lang="id-ID" sz="1300" i="1">
                          <a:effectLst/>
                          <a:latin typeface="Cambria Math" panose="02040503050406030204" pitchFamily="18" charset="0"/>
                          <a:ea typeface="Yu Mincho" panose="02020400000000000000" pitchFamily="18" charset="-128"/>
                          <a:cs typeface="Arial" panose="020B0604020202020204" pitchFamily="34" charset="0"/>
                        </a:rPr>
                        <m:t>−</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182∗60∗60</m:t>
                          </m:r>
                        </m:e>
                      </m:d>
                    </m:oMath>
                    <m:oMath xmlns:m="http://schemas.openxmlformats.org/officeDocument/2006/math">
                      <m:r>
                        <a:rPr lang="id-ID" sz="1300" i="1">
                          <a:effectLst/>
                          <a:latin typeface="Cambria Math" panose="02040503050406030204" pitchFamily="18" charset="0"/>
                          <a:ea typeface="Yu Mincho" panose="02020400000000000000" pitchFamily="18" charset="-128"/>
                          <a:cs typeface="Arial" panose="020B0604020202020204" pitchFamily="34" charset="0"/>
                        </a:rPr>
                        <m:t>𝐷𝑒𝑡</m:t>
                      </m:r>
                      <m:r>
                        <a:rPr lang="id-ID" sz="1300" i="1">
                          <a:effectLst/>
                          <a:latin typeface="Cambria Math" panose="02040503050406030204" pitchFamily="18" charset="0"/>
                          <a:ea typeface="Yu Mincho" panose="02020400000000000000" pitchFamily="18" charset="-128"/>
                          <a:cs typeface="Arial" panose="020B0604020202020204" pitchFamily="34" charset="0"/>
                        </a:rPr>
                        <m:t> </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𝐴</m:t>
                          </m:r>
                        </m:e>
                      </m:d>
                      <m:r>
                        <a:rPr lang="id-ID" sz="1300" i="1">
                          <a:effectLst/>
                          <a:latin typeface="Cambria Math" panose="02040503050406030204" pitchFamily="18" charset="0"/>
                          <a:ea typeface="Yu Mincho" panose="02020400000000000000" pitchFamily="18" charset="-128"/>
                          <a:cs typeface="Arial" panose="020B0604020202020204" pitchFamily="34" charset="0"/>
                        </a:rPr>
                        <m:t>=2830</m:t>
                      </m:r>
                    </m:oMath>
                    <m:oMath xmlns:m="http://schemas.openxmlformats.org/officeDocument/2006/math">
                      <m:r>
                        <a:rPr lang="id-ID" sz="1300" i="1">
                          <a:effectLst/>
                          <a:latin typeface="Cambria Math" panose="02040503050406030204" pitchFamily="18" charset="0"/>
                          <a:ea typeface="Yu Mincho" panose="02020400000000000000" pitchFamily="18" charset="-128"/>
                          <a:cs typeface="Arial" panose="020B0604020202020204" pitchFamily="34" charset="0"/>
                        </a:rPr>
                        <m:t>𝐷𝑒𝑡</m:t>
                      </m:r>
                      <m:r>
                        <a:rPr lang="id-ID" sz="1300" i="1">
                          <a:effectLst/>
                          <a:latin typeface="Cambria Math" panose="02040503050406030204" pitchFamily="18" charset="0"/>
                          <a:ea typeface="Yu Mincho" panose="02020400000000000000" pitchFamily="18" charset="-128"/>
                          <a:cs typeface="Arial" panose="020B0604020202020204" pitchFamily="34" charset="0"/>
                        </a:rPr>
                        <m:t> </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𝐴</m:t>
                          </m:r>
                          <m:r>
                            <a:rPr lang="id-ID" sz="1300" i="1">
                              <a:effectLst/>
                              <a:latin typeface="Cambria Math" panose="02040503050406030204" pitchFamily="18" charset="0"/>
                              <a:ea typeface="Yu Mincho" panose="02020400000000000000" pitchFamily="18" charset="-128"/>
                              <a:cs typeface="Arial" panose="020B0604020202020204" pitchFamily="34" charset="0"/>
                            </a:rPr>
                            <m:t>1</m:t>
                          </m:r>
                        </m:e>
                      </m:d>
                      <m:r>
                        <a:rPr lang="id-ID" sz="1300" i="1">
                          <a:effectLst/>
                          <a:latin typeface="Cambria Math" panose="02040503050406030204" pitchFamily="18" charset="0"/>
                          <a:ea typeface="Yu Mincho" panose="02020400000000000000" pitchFamily="18" charset="-128"/>
                          <a:cs typeface="Arial" panose="020B0604020202020204" pitchFamily="34" charset="0"/>
                        </a:rPr>
                        <m:t>=11570</m:t>
                      </m:r>
                    </m:oMath>
                    <m:oMath xmlns:m="http://schemas.openxmlformats.org/officeDocument/2006/math">
                      <m:r>
                        <a:rPr lang="id-ID" sz="1300" i="1">
                          <a:effectLst/>
                          <a:latin typeface="Cambria Math" panose="02040503050406030204" pitchFamily="18" charset="0"/>
                          <a:ea typeface="Yu Mincho" panose="02020400000000000000" pitchFamily="18" charset="-128"/>
                          <a:cs typeface="Arial" panose="020B0604020202020204" pitchFamily="34" charset="0"/>
                        </a:rPr>
                        <m:t>𝐷𝑒𝑡</m:t>
                      </m:r>
                      <m:r>
                        <a:rPr lang="id-ID" sz="1300" i="1">
                          <a:effectLst/>
                          <a:latin typeface="Cambria Math" panose="02040503050406030204" pitchFamily="18" charset="0"/>
                          <a:ea typeface="Yu Mincho" panose="02020400000000000000" pitchFamily="18" charset="-128"/>
                          <a:cs typeface="Arial" panose="020B0604020202020204" pitchFamily="34" charset="0"/>
                        </a:rPr>
                        <m:t> </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𝐴</m:t>
                          </m:r>
                          <m:r>
                            <a:rPr lang="id-ID" sz="1300" i="1">
                              <a:effectLst/>
                              <a:latin typeface="Cambria Math" panose="02040503050406030204" pitchFamily="18" charset="0"/>
                              <a:ea typeface="Yu Mincho" panose="02020400000000000000" pitchFamily="18" charset="-128"/>
                              <a:cs typeface="Arial" panose="020B0604020202020204" pitchFamily="34" charset="0"/>
                            </a:rPr>
                            <m:t>2</m:t>
                          </m:r>
                        </m:e>
                      </m:d>
                      <m:r>
                        <a:rPr lang="id-ID" sz="1300" i="1">
                          <a:effectLst/>
                          <a:latin typeface="Cambria Math" panose="02040503050406030204" pitchFamily="18" charset="0"/>
                          <a:ea typeface="Yu Mincho" panose="02020400000000000000" pitchFamily="18" charset="-128"/>
                          <a:cs typeface="Arial" panose="020B0604020202020204" pitchFamily="34" charset="0"/>
                        </a:rPr>
                        <m:t>=6610</m:t>
                      </m:r>
                    </m:oMath>
                    <m:oMath xmlns:m="http://schemas.openxmlformats.org/officeDocument/2006/math">
                      <m:r>
                        <a:rPr lang="id-ID" sz="1300" i="1">
                          <a:effectLst/>
                          <a:latin typeface="Cambria Math" panose="02040503050406030204" pitchFamily="18" charset="0"/>
                          <a:ea typeface="Yu Mincho" panose="02020400000000000000" pitchFamily="18" charset="-128"/>
                          <a:cs typeface="Arial" panose="020B0604020202020204" pitchFamily="34" charset="0"/>
                        </a:rPr>
                        <m:t>𝐷𝑒𝑡</m:t>
                      </m:r>
                      <m:r>
                        <a:rPr lang="id-ID" sz="1300" i="1">
                          <a:effectLst/>
                          <a:latin typeface="Cambria Math" panose="02040503050406030204" pitchFamily="18" charset="0"/>
                          <a:ea typeface="Yu Mincho" panose="02020400000000000000" pitchFamily="18" charset="-128"/>
                          <a:cs typeface="Arial" panose="020B0604020202020204" pitchFamily="34" charset="0"/>
                        </a:rPr>
                        <m:t> </m:t>
                      </m:r>
                      <m:d>
                        <m:dPr>
                          <m:ctrlPr>
                            <a:rPr lang="en-US" sz="1300" i="1">
                              <a:effectLst/>
                              <a:latin typeface="Cambria Math" panose="02040503050406030204" pitchFamily="18" charset="0"/>
                              <a:ea typeface="Yu Mincho" panose="02020400000000000000" pitchFamily="18" charset="-128"/>
                            </a:rPr>
                          </m:ctrlPr>
                        </m:dPr>
                        <m:e>
                          <m:r>
                            <a:rPr lang="id-ID" sz="1300" i="1">
                              <a:effectLst/>
                              <a:latin typeface="Cambria Math" panose="02040503050406030204" pitchFamily="18" charset="0"/>
                              <a:ea typeface="Yu Mincho" panose="02020400000000000000" pitchFamily="18" charset="-128"/>
                              <a:cs typeface="Arial" panose="020B0604020202020204" pitchFamily="34" charset="0"/>
                            </a:rPr>
                            <m:t>𝐴</m:t>
                          </m:r>
                          <m:r>
                            <a:rPr lang="id-ID" sz="1300" i="1">
                              <a:effectLst/>
                              <a:latin typeface="Cambria Math" panose="02040503050406030204" pitchFamily="18" charset="0"/>
                              <a:ea typeface="Yu Mincho" panose="02020400000000000000" pitchFamily="18" charset="-128"/>
                              <a:cs typeface="Arial" panose="020B0604020202020204" pitchFamily="34" charset="0"/>
                            </a:rPr>
                            <m:t>3</m:t>
                          </m:r>
                        </m:e>
                      </m:d>
                      <m:r>
                        <a:rPr lang="id-ID" sz="1300" i="1">
                          <a:effectLst/>
                          <a:latin typeface="Cambria Math" panose="02040503050406030204" pitchFamily="18" charset="0"/>
                          <a:ea typeface="Yu Mincho" panose="02020400000000000000" pitchFamily="18" charset="-128"/>
                          <a:cs typeface="Arial" panose="020B0604020202020204" pitchFamily="34" charset="0"/>
                        </a:rPr>
                        <m:t>=−780</m:t>
                      </m:r>
                    </m:oMath>
                  </m:oMathPara>
                </a14:m>
                <a:endParaRPr lang="id-ID" sz="1300" dirty="0">
                  <a:latin typeface="+mj-lt"/>
                </a:endParaRPr>
              </a:p>
              <a:p>
                <a:pPr>
                  <a:lnSpc>
                    <a:spcPct val="120000"/>
                  </a:lnSpc>
                  <a:spcBef>
                    <a:spcPts val="0"/>
                  </a:spcBef>
                </a:pPr>
                <a:r>
                  <a:rPr lang="id-ID" sz="1300" dirty="0">
                    <a:latin typeface="+mj-lt"/>
                  </a:rPr>
                  <a:t>Setelah kita mendapatkan determinannya, masukkan nilai tersebut ke dalam rumus tadi:</a:t>
                </a: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sz="1300" i="1" smtClean="0">
                          <a:effectLst/>
                          <a:latin typeface="Cambria Math" panose="02040503050406030204" pitchFamily="18" charset="0"/>
                          <a:ea typeface="Yu Mincho" panose="02020400000000000000" pitchFamily="18" charset="-128"/>
                          <a:cs typeface="Calibri" panose="020F0502020204030204" pitchFamily="34" charset="0"/>
                        </a:rPr>
                        <m:t>𝑏</m:t>
                      </m:r>
                      <m:r>
                        <a:rPr lang="en-US" sz="1300" i="1" smtClean="0">
                          <a:effectLst/>
                          <a:latin typeface="Cambria Math" panose="02040503050406030204" pitchFamily="18" charset="0"/>
                          <a:ea typeface="Yu Mincho" panose="02020400000000000000" pitchFamily="18" charset="-128"/>
                          <a:cs typeface="Calibri" panose="020F0502020204030204" pitchFamily="34" charset="0"/>
                        </a:rPr>
                        <m:t>1=</m:t>
                      </m:r>
                      <m:f>
                        <m:fPr>
                          <m:ctrlPr>
                            <a:rPr lang="en-US" sz="1300" i="1">
                              <a:effectLst/>
                              <a:latin typeface="Cambria Math" panose="02040503050406030204" pitchFamily="18" charset="0"/>
                              <a:ea typeface="Yu Mincho" panose="02020400000000000000" pitchFamily="18" charset="-128"/>
                              <a:cs typeface="Calibri" panose="020F0502020204030204" pitchFamily="34" charset="0"/>
                            </a:rPr>
                          </m:ctrlPr>
                        </m:fPr>
                        <m:num>
                          <m:func>
                            <m:funcPr>
                              <m:ctrlPr>
                                <a:rPr lang="en-US" sz="1300" i="1">
                                  <a:effectLst/>
                                  <a:latin typeface="Cambria Math" panose="02040503050406030204" pitchFamily="18" charset="0"/>
                                  <a:ea typeface="Yu Mincho" panose="02020400000000000000" pitchFamily="18" charset="-128"/>
                                  <a:cs typeface="Calibri" panose="020F0502020204030204" pitchFamily="34" charset="0"/>
                                </a:rPr>
                              </m:ctrlPr>
                            </m:funcPr>
                            <m:fName>
                              <m:r>
                                <m:rPr>
                                  <m:sty m:val="p"/>
                                </m:rPr>
                                <a:rPr lang="en-US" sz="1300">
                                  <a:effectLst/>
                                  <a:latin typeface="Cambria Math" panose="02040503050406030204" pitchFamily="18" charset="0"/>
                                  <a:ea typeface="Yu Mincho" panose="02020400000000000000" pitchFamily="18" charset="-128"/>
                                  <a:cs typeface="Calibri" panose="020F0502020204030204" pitchFamily="34" charset="0"/>
                                </a:rPr>
                                <m:t>det</m:t>
                              </m:r>
                            </m:fName>
                            <m:e>
                              <m:sSub>
                                <m:sSubPr>
                                  <m:ctrlPr>
                                    <a:rPr lang="en-US" sz="1300" i="1">
                                      <a:effectLst/>
                                      <a:latin typeface="Cambria Math" panose="02040503050406030204" pitchFamily="18" charset="0"/>
                                      <a:ea typeface="Yu Mincho" panose="02020400000000000000" pitchFamily="18" charset="-128"/>
                                      <a:cs typeface="Calibri" panose="020F0502020204030204" pitchFamily="34" charset="0"/>
                                    </a:rPr>
                                  </m:ctrlPr>
                                </m:sSubPr>
                                <m:e>
                                  <m:r>
                                    <a:rPr lang="en-US" sz="1300" i="1">
                                      <a:effectLst/>
                                      <a:latin typeface="Cambria Math" panose="02040503050406030204" pitchFamily="18" charset="0"/>
                                      <a:ea typeface="Yu Mincho" panose="02020400000000000000" pitchFamily="18" charset="-128"/>
                                      <a:cs typeface="Calibri" panose="020F0502020204030204" pitchFamily="34" charset="0"/>
                                    </a:rPr>
                                    <m:t>(</m:t>
                                  </m:r>
                                  <m:r>
                                    <a:rPr lang="en-US" sz="1300" i="1">
                                      <a:effectLst/>
                                      <a:latin typeface="Cambria Math" panose="02040503050406030204" pitchFamily="18" charset="0"/>
                                      <a:ea typeface="Yu Mincho" panose="02020400000000000000" pitchFamily="18" charset="-128"/>
                                      <a:cs typeface="Calibri" panose="020F0502020204030204" pitchFamily="34" charset="0"/>
                                    </a:rPr>
                                    <m:t>𝐴</m:t>
                                  </m:r>
                                </m:e>
                                <m:sub>
                                  <m:r>
                                    <a:rPr lang="en-US" sz="1300" i="1">
                                      <a:effectLst/>
                                      <a:latin typeface="Cambria Math" panose="02040503050406030204" pitchFamily="18" charset="0"/>
                                      <a:ea typeface="Yu Mincho" panose="02020400000000000000" pitchFamily="18" charset="-128"/>
                                      <a:cs typeface="Calibri" panose="020F0502020204030204" pitchFamily="34" charset="0"/>
                                    </a:rPr>
                                    <m:t>1</m:t>
                                  </m:r>
                                </m:sub>
                              </m:sSub>
                              <m:r>
                                <a:rPr lang="en-US" sz="1300" i="1">
                                  <a:effectLst/>
                                  <a:latin typeface="Cambria Math" panose="02040503050406030204" pitchFamily="18" charset="0"/>
                                  <a:ea typeface="Yu Mincho" panose="02020400000000000000" pitchFamily="18" charset="-128"/>
                                  <a:cs typeface="Calibri" panose="020F0502020204030204" pitchFamily="34" charset="0"/>
                                </a:rPr>
                                <m:t>)</m:t>
                              </m:r>
                            </m:e>
                          </m:func>
                        </m:num>
                        <m:den>
                          <m:func>
                            <m:funcPr>
                              <m:ctrlPr>
                                <a:rPr lang="en-US" sz="1300" i="1">
                                  <a:effectLst/>
                                  <a:latin typeface="Cambria Math" panose="02040503050406030204" pitchFamily="18" charset="0"/>
                                  <a:ea typeface="Yu Mincho" panose="02020400000000000000" pitchFamily="18" charset="-128"/>
                                  <a:cs typeface="Calibri" panose="020F0502020204030204" pitchFamily="34" charset="0"/>
                                </a:rPr>
                              </m:ctrlPr>
                            </m:funcPr>
                            <m:fName>
                              <m:r>
                                <m:rPr>
                                  <m:sty m:val="p"/>
                                </m:rPr>
                                <a:rPr lang="en-US" sz="1300">
                                  <a:effectLst/>
                                  <a:latin typeface="Cambria Math" panose="02040503050406030204" pitchFamily="18" charset="0"/>
                                  <a:ea typeface="Yu Mincho" panose="02020400000000000000" pitchFamily="18" charset="-128"/>
                                  <a:cs typeface="Calibri" panose="020F0502020204030204" pitchFamily="34" charset="0"/>
                                </a:rPr>
                                <m:t>det</m:t>
                              </m:r>
                            </m:fName>
                            <m:e>
                              <m:r>
                                <a:rPr lang="en-US" sz="1300" i="1">
                                  <a:effectLst/>
                                  <a:latin typeface="Cambria Math" panose="02040503050406030204" pitchFamily="18" charset="0"/>
                                  <a:ea typeface="Yu Mincho" panose="02020400000000000000" pitchFamily="18" charset="-128"/>
                                  <a:cs typeface="Calibri" panose="020F0502020204030204" pitchFamily="34" charset="0"/>
                                </a:rPr>
                                <m:t>𝐴</m:t>
                              </m:r>
                            </m:e>
                          </m:func>
                        </m:den>
                      </m:f>
                      <m:r>
                        <a:rPr lang="en-US" sz="1300" i="1">
                          <a:effectLst/>
                          <a:latin typeface="Cambria Math" panose="02040503050406030204" pitchFamily="18" charset="0"/>
                          <a:ea typeface="Yu Mincho" panose="02020400000000000000" pitchFamily="18" charset="-128"/>
                          <a:cs typeface="Calibri" panose="020F0502020204030204" pitchFamily="34" charset="0"/>
                        </a:rPr>
                        <m:t>=</m:t>
                      </m:r>
                      <m:f>
                        <m:fPr>
                          <m:ctrlPr>
                            <a:rPr lang="en-US" sz="1300" i="1">
                              <a:effectLst/>
                              <a:latin typeface="Cambria Math" panose="02040503050406030204" pitchFamily="18" charset="0"/>
                              <a:ea typeface="Yu Mincho" panose="02020400000000000000" pitchFamily="18" charset="-128"/>
                              <a:cs typeface="Calibri" panose="020F0502020204030204" pitchFamily="34" charset="0"/>
                            </a:rPr>
                          </m:ctrlPr>
                        </m:fPr>
                        <m:num>
                          <m:r>
                            <a:rPr lang="en-US" sz="1300" i="1">
                              <a:effectLst/>
                              <a:latin typeface="Cambria Math" panose="02040503050406030204" pitchFamily="18" charset="0"/>
                              <a:ea typeface="Yu Mincho" panose="02020400000000000000" pitchFamily="18" charset="-128"/>
                              <a:cs typeface="Calibri" panose="020F0502020204030204" pitchFamily="34" charset="0"/>
                            </a:rPr>
                            <m:t>11570</m:t>
                          </m:r>
                        </m:num>
                        <m:den>
                          <m:r>
                            <a:rPr lang="en-US" sz="1300" i="1">
                              <a:effectLst/>
                              <a:latin typeface="Cambria Math" panose="02040503050406030204" pitchFamily="18" charset="0"/>
                              <a:ea typeface="Yu Mincho" panose="02020400000000000000" pitchFamily="18" charset="-128"/>
                              <a:cs typeface="Calibri" panose="020F0502020204030204" pitchFamily="34" charset="0"/>
                            </a:rPr>
                            <m:t>2830</m:t>
                          </m:r>
                        </m:den>
                      </m:f>
                      <m:r>
                        <a:rPr lang="id-ID" sz="1300" i="1">
                          <a:effectLst/>
                          <a:latin typeface="Cambria Math" panose="02040503050406030204" pitchFamily="18" charset="0"/>
                          <a:ea typeface="Yu Mincho" panose="02020400000000000000" pitchFamily="18" charset="-128"/>
                          <a:cs typeface="Arial" panose="020B0604020202020204" pitchFamily="34" charset="0"/>
                        </a:rPr>
                        <m:t>=4,08834</m:t>
                      </m:r>
                    </m:oMath>
                  </m:oMathPara>
                </a14:m>
                <a:endParaRPr lang="id-ID" sz="1300" dirty="0">
                  <a:latin typeface="+mj-lt"/>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id-ID" sz="1300" i="1" smtClean="0">
                          <a:effectLst/>
                          <a:latin typeface="Cambria Math" panose="02040503050406030204" pitchFamily="18" charset="0"/>
                          <a:ea typeface="Yu Mincho" panose="02020400000000000000" pitchFamily="18" charset="-128"/>
                          <a:cs typeface="Arial" panose="020B0604020202020204" pitchFamily="34" charset="0"/>
                        </a:rPr>
                        <m:t>𝑏</m:t>
                      </m:r>
                      <m:r>
                        <a:rPr lang="id-ID" sz="1300" i="1" smtClean="0">
                          <a:effectLst/>
                          <a:latin typeface="Cambria Math" panose="02040503050406030204" pitchFamily="18" charset="0"/>
                          <a:ea typeface="Yu Mincho" panose="02020400000000000000" pitchFamily="18" charset="-128"/>
                          <a:cs typeface="Arial" panose="020B0604020202020204" pitchFamily="34" charset="0"/>
                        </a:rPr>
                        <m:t>2=2,3356</m:t>
                      </m:r>
                    </m:oMath>
                    <m:oMath xmlns:m="http://schemas.openxmlformats.org/officeDocument/2006/math">
                      <m:r>
                        <a:rPr lang="id-ID" sz="1300" i="1">
                          <a:effectLst/>
                          <a:latin typeface="Cambria Math" panose="02040503050406030204" pitchFamily="18" charset="0"/>
                          <a:ea typeface="Yu Mincho" panose="02020400000000000000" pitchFamily="18" charset="-128"/>
                          <a:cs typeface="Arial" panose="020B0604020202020204" pitchFamily="34" charset="0"/>
                        </a:rPr>
                        <m:t>𝑏</m:t>
                      </m:r>
                      <m:r>
                        <a:rPr lang="id-ID" sz="1300" i="1">
                          <a:effectLst/>
                          <a:latin typeface="Cambria Math" panose="02040503050406030204" pitchFamily="18" charset="0"/>
                          <a:ea typeface="Yu Mincho" panose="02020400000000000000" pitchFamily="18" charset="-128"/>
                          <a:cs typeface="Arial" panose="020B0604020202020204" pitchFamily="34" charset="0"/>
                        </a:rPr>
                        <m:t>3=−0,27562</m:t>
                      </m:r>
                    </m:oMath>
                  </m:oMathPara>
                </a14:m>
                <a:endParaRPr lang="id-ID" sz="1300" dirty="0">
                  <a:latin typeface="+mj-lt"/>
                </a:endParaRPr>
              </a:p>
            </p:txBody>
          </p:sp>
        </mc:Choice>
        <mc:Fallback xmlns="">
          <p:sp>
            <p:nvSpPr>
              <p:cNvPr id="3" name="Tampungan Konten 2">
                <a:extLst>
                  <a:ext uri="{FF2B5EF4-FFF2-40B4-BE49-F238E27FC236}">
                    <a16:creationId xmlns:a16="http://schemas.microsoft.com/office/drawing/2014/main" id="{E003DF2A-06B6-4568-B0E0-D50CE6A2110A}"/>
                  </a:ext>
                </a:extLst>
              </p:cNvPr>
              <p:cNvSpPr>
                <a:spLocks noGrp="1" noRot="1" noChangeAspect="1" noMove="1" noResize="1" noEditPoints="1" noAdjustHandles="1" noChangeArrowheads="1" noChangeShapeType="1" noTextEdit="1"/>
              </p:cNvSpPr>
              <p:nvPr>
                <p:ph idx="1"/>
              </p:nvPr>
            </p:nvSpPr>
            <p:spPr>
              <a:xfrm>
                <a:off x="471488" y="1334582"/>
                <a:ext cx="6005512" cy="3263504"/>
              </a:xfrm>
              <a:blipFill>
                <a:blip r:embed="rId3"/>
                <a:stretch>
                  <a:fillRect b="-2430"/>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8198933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245DBFA3-9ED2-4629-B2F9-9A2A0641AE30}"/>
              </a:ext>
            </a:extLst>
          </p:cNvPr>
          <p:cNvSpPr>
            <a:spLocks noGrp="1"/>
          </p:cNvSpPr>
          <p:nvPr>
            <p:ph type="title"/>
          </p:nvPr>
        </p:nvSpPr>
        <p:spPr/>
        <p:txBody>
          <a:bodyPr>
            <a:normAutofit/>
          </a:bodyPr>
          <a:lstStyle/>
          <a:p>
            <a:r>
              <a:rPr lang="id-ID" sz="2800" dirty="0"/>
              <a:t>Analisis</a:t>
            </a:r>
            <a:endParaRPr lang="en-US" sz="2800" dirty="0"/>
          </a:p>
        </p:txBody>
      </p:sp>
      <p:sp>
        <p:nvSpPr>
          <p:cNvPr id="3" name="Tampungan Konten 2">
            <a:extLst>
              <a:ext uri="{FF2B5EF4-FFF2-40B4-BE49-F238E27FC236}">
                <a16:creationId xmlns:a16="http://schemas.microsoft.com/office/drawing/2014/main" id="{E003DF2A-06B6-4568-B0E0-D50CE6A2110A}"/>
              </a:ext>
            </a:extLst>
          </p:cNvPr>
          <p:cNvSpPr>
            <a:spLocks noGrp="1"/>
          </p:cNvSpPr>
          <p:nvPr>
            <p:ph idx="1"/>
          </p:nvPr>
        </p:nvSpPr>
        <p:spPr>
          <a:xfrm>
            <a:off x="471488" y="1334582"/>
            <a:ext cx="6005512" cy="3263504"/>
          </a:xfrm>
        </p:spPr>
        <p:txBody>
          <a:bodyPr>
            <a:noAutofit/>
          </a:bodyPr>
          <a:lstStyle/>
          <a:p>
            <a:pPr>
              <a:lnSpc>
                <a:spcPct val="120000"/>
              </a:lnSpc>
              <a:spcBef>
                <a:spcPts val="0"/>
              </a:spcBef>
            </a:pPr>
            <a:r>
              <a:rPr lang="id-ID" sz="1400" dirty="0">
                <a:latin typeface="+mj-lt"/>
              </a:rPr>
              <a:t>Analisis MSE, RMSE, MAE, </a:t>
            </a:r>
            <a:r>
              <a:rPr lang="id-ID" sz="1400" dirty="0" err="1">
                <a:latin typeface="+mj-lt"/>
              </a:rPr>
              <a:t>Rsquare</a:t>
            </a:r>
            <a:r>
              <a:rPr lang="id-ID" sz="1400" dirty="0">
                <a:latin typeface="+mj-lt"/>
              </a:rPr>
              <a:t> dapat dilakukan dengan rumus yang sudah dijelaskan pada sesi </a:t>
            </a:r>
            <a:r>
              <a:rPr lang="id-ID" sz="1400" dirty="0" err="1">
                <a:latin typeface="+mj-lt"/>
              </a:rPr>
              <a:t>Single</a:t>
            </a:r>
            <a:r>
              <a:rPr lang="id-ID" sz="1400" dirty="0">
                <a:latin typeface="+mj-lt"/>
              </a:rPr>
              <a:t> Linear </a:t>
            </a:r>
            <a:r>
              <a:rPr lang="id-ID" sz="1400" dirty="0" err="1">
                <a:latin typeface="+mj-lt"/>
              </a:rPr>
              <a:t>Regression</a:t>
            </a:r>
            <a:r>
              <a:rPr lang="id-ID" sz="1400" dirty="0">
                <a:latin typeface="+mj-lt"/>
              </a:rPr>
              <a:t>.</a:t>
            </a:r>
          </a:p>
        </p:txBody>
      </p:sp>
      <p:sp>
        <p:nvSpPr>
          <p:cNvPr id="4" name="Rectangle 2">
            <a:extLst>
              <a:ext uri="{FF2B5EF4-FFF2-40B4-BE49-F238E27FC236}">
                <a16:creationId xmlns:a16="http://schemas.microsoft.com/office/drawing/2014/main" id="{CB88AC37-5642-4AFC-AACD-7CE7AAE4E3FA}"/>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2">
            <a:extLst>
              <a:ext uri="{FF2B5EF4-FFF2-40B4-BE49-F238E27FC236}">
                <a16:creationId xmlns:a16="http://schemas.microsoft.com/office/drawing/2014/main" id="{A8897921-F76E-4D95-9566-26C9F1FD1AB1}"/>
              </a:ext>
            </a:extLst>
          </p:cNvPr>
          <p:cNvSpPr>
            <a:spLocks noChangeArrowheads="1"/>
          </p:cNvSpPr>
          <p:nvPr/>
        </p:nvSpPr>
        <p:spPr bwMode="auto">
          <a:xfrm>
            <a:off x="0" y="0"/>
            <a:ext cx="685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00888847"/>
      </p:ext>
    </p:extLst>
  </p:cSld>
  <p:clrMapOvr>
    <a:masterClrMapping/>
  </p:clrMapOvr>
</p:sld>
</file>

<file path=ppt/theme/theme1.xml><?xml version="1.0" encoding="utf-8"?>
<a:theme xmlns:a="http://schemas.openxmlformats.org/drawingml/2006/main" name="tema multinity tiktok">
  <a:themeElements>
    <a:clrScheme name="Tema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 multinity tiktok" id="{604CF13D-E250-41B9-9F22-431C883A0A91}" vid="{6FE4486C-6758-4271-8C6D-E5041D23D65B}"/>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tema multinity tiktok</Template>
  <TotalTime>2574</TotalTime>
  <Words>2870</Words>
  <Application>Microsoft Office PowerPoint</Application>
  <PresentationFormat>Kustom</PresentationFormat>
  <Paragraphs>657</Paragraphs>
  <Slides>37</Slides>
  <Notes>31</Notes>
  <HiddenSlides>0</HiddenSlides>
  <MMClips>0</MMClips>
  <ScaleCrop>false</ScaleCrop>
  <HeadingPairs>
    <vt:vector size="8" baseType="variant">
      <vt:variant>
        <vt:lpstr>Font Dipakai</vt:lpstr>
      </vt:variant>
      <vt:variant>
        <vt:i4>5</vt:i4>
      </vt:variant>
      <vt:variant>
        <vt:lpstr>Tema</vt:lpstr>
      </vt:variant>
      <vt:variant>
        <vt:i4>1</vt:i4>
      </vt:variant>
      <vt:variant>
        <vt:lpstr>Server OLE Tertanam</vt:lpstr>
      </vt:variant>
      <vt:variant>
        <vt:i4>1</vt:i4>
      </vt:variant>
      <vt:variant>
        <vt:lpstr>Judul Slide</vt:lpstr>
      </vt:variant>
      <vt:variant>
        <vt:i4>37</vt:i4>
      </vt:variant>
    </vt:vector>
  </HeadingPairs>
  <TitlesOfParts>
    <vt:vector size="44" baseType="lpstr">
      <vt:lpstr>Arial</vt:lpstr>
      <vt:lpstr>Calibri</vt:lpstr>
      <vt:lpstr>Cambria Math</vt:lpstr>
      <vt:lpstr>Wingdings</vt:lpstr>
      <vt:lpstr>Calibri Light</vt:lpstr>
      <vt:lpstr>tema multinity tiktok</vt:lpstr>
      <vt:lpstr>Visio</vt:lpstr>
      <vt:lpstr>Linear Regression</vt:lpstr>
      <vt:lpstr>Tentang Saya</vt:lpstr>
      <vt:lpstr>Disclaimer</vt:lpstr>
      <vt:lpstr>Referensi</vt:lpstr>
      <vt:lpstr>Linear Regression</vt:lpstr>
      <vt:lpstr>Linear Regression</vt:lpstr>
      <vt:lpstr>Linear Regression</vt:lpstr>
      <vt:lpstr>Linear Regression</vt:lpstr>
      <vt:lpstr>Single Linear Regression</vt:lpstr>
      <vt:lpstr>Single Linear Regression</vt:lpstr>
      <vt:lpstr>Single Linear Regression</vt:lpstr>
      <vt:lpstr>Contoh Kasus</vt:lpstr>
      <vt:lpstr>Penyelesaian</vt:lpstr>
      <vt:lpstr>Penyelesaian</vt:lpstr>
      <vt:lpstr>Penyelesaian</vt:lpstr>
      <vt:lpstr>Penyelesaian</vt:lpstr>
      <vt:lpstr>Analisis Residual</vt:lpstr>
      <vt:lpstr>Analisis Heteroskedastisitas dan Homoskedastisitas</vt:lpstr>
      <vt:lpstr>Analisis Heteroskedastisitas dan Homoskedastisitas</vt:lpstr>
      <vt:lpstr>Analisis Mean Absolute Error (MAE)</vt:lpstr>
      <vt:lpstr>Analisis Mean Square Error (MSE)</vt:lpstr>
      <vt:lpstr>Analisis Mean Square Error (MSE)</vt:lpstr>
      <vt:lpstr>Analisis Root Mean Square Error (RMSE)</vt:lpstr>
      <vt:lpstr>Analisis Root Mean Square Error (RMSE)</vt:lpstr>
      <vt:lpstr>Analisis Mean Absolute Percentage Error (MAPE)</vt:lpstr>
      <vt:lpstr>Analisis R Square Value</vt:lpstr>
      <vt:lpstr>Analisis R Square Value</vt:lpstr>
      <vt:lpstr>Analisis R Square Value</vt:lpstr>
      <vt:lpstr>Multi Class Linear Regression</vt:lpstr>
      <vt:lpstr>Multi Class Linear Regression</vt:lpstr>
      <vt:lpstr>Contoh Kasus</vt:lpstr>
      <vt:lpstr>Contoh Kasus</vt:lpstr>
      <vt:lpstr>Contoh Kasus</vt:lpstr>
      <vt:lpstr>Penyelesaian</vt:lpstr>
      <vt:lpstr>Penyelesaian</vt:lpstr>
      <vt:lpstr>Penyelesaian</vt:lpstr>
      <vt:lpstr>Analisis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Pengantar Data Mining</dc:title>
  <dc:creator>365 Pro Plus</dc:creator>
  <cp:lastModifiedBy>365 Pro Plus</cp:lastModifiedBy>
  <cp:revision>1</cp:revision>
  <dcterms:created xsi:type="dcterms:W3CDTF">2020-11-01T13:39:27Z</dcterms:created>
  <dcterms:modified xsi:type="dcterms:W3CDTF">2021-09-08T16:38:16Z</dcterms:modified>
</cp:coreProperties>
</file>