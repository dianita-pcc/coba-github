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4" r:id="rId1"/>
  </p:sldMasterIdLst>
  <p:notesMasterIdLst>
    <p:notesMasterId r:id="rId58"/>
  </p:notesMasterIdLst>
  <p:sldIdLst>
    <p:sldId id="256" r:id="rId2"/>
    <p:sldId id="265" r:id="rId3"/>
    <p:sldId id="307" r:id="rId4"/>
    <p:sldId id="257" r:id="rId5"/>
    <p:sldId id="298" r:id="rId6"/>
    <p:sldId id="314" r:id="rId7"/>
    <p:sldId id="315" r:id="rId8"/>
    <p:sldId id="316" r:id="rId9"/>
    <p:sldId id="317" r:id="rId10"/>
    <p:sldId id="318" r:id="rId11"/>
    <p:sldId id="319" r:id="rId12"/>
    <p:sldId id="320" r:id="rId13"/>
    <p:sldId id="321" r:id="rId14"/>
    <p:sldId id="322" r:id="rId15"/>
    <p:sldId id="274" r:id="rId16"/>
    <p:sldId id="275" r:id="rId17"/>
    <p:sldId id="276" r:id="rId18"/>
    <p:sldId id="277" r:id="rId19"/>
    <p:sldId id="323" r:id="rId20"/>
    <p:sldId id="279" r:id="rId21"/>
    <p:sldId id="280" r:id="rId22"/>
    <p:sldId id="281" r:id="rId23"/>
    <p:sldId id="283" r:id="rId24"/>
    <p:sldId id="284" r:id="rId25"/>
    <p:sldId id="285" r:id="rId26"/>
    <p:sldId id="286" r:id="rId27"/>
    <p:sldId id="287" r:id="rId28"/>
    <p:sldId id="288" r:id="rId29"/>
    <p:sldId id="289" r:id="rId30"/>
    <p:sldId id="290" r:id="rId31"/>
    <p:sldId id="291" r:id="rId32"/>
    <p:sldId id="292" r:id="rId33"/>
    <p:sldId id="294" r:id="rId34"/>
    <p:sldId id="295" r:id="rId35"/>
    <p:sldId id="296" r:id="rId36"/>
    <p:sldId id="293" r:id="rId37"/>
    <p:sldId id="299" r:id="rId38"/>
    <p:sldId id="297" r:id="rId39"/>
    <p:sldId id="301" r:id="rId40"/>
    <p:sldId id="302" r:id="rId41"/>
    <p:sldId id="304" r:id="rId42"/>
    <p:sldId id="305" r:id="rId43"/>
    <p:sldId id="306" r:id="rId44"/>
    <p:sldId id="324" r:id="rId45"/>
    <p:sldId id="308" r:id="rId46"/>
    <p:sldId id="325" r:id="rId47"/>
    <p:sldId id="326" r:id="rId48"/>
    <p:sldId id="327" r:id="rId49"/>
    <p:sldId id="328" r:id="rId50"/>
    <p:sldId id="329" r:id="rId51"/>
    <p:sldId id="330" r:id="rId52"/>
    <p:sldId id="331" r:id="rId53"/>
    <p:sldId id="332" r:id="rId54"/>
    <p:sldId id="333" r:id="rId55"/>
    <p:sldId id="334" r:id="rId56"/>
    <p:sldId id="335" r:id="rId57"/>
  </p:sldIdLst>
  <p:sldSz cx="6858000" cy="5143500"/>
  <p:notesSz cx="6858000" cy="9144000"/>
  <p:embeddedFontLst>
    <p:embeddedFont>
      <p:font typeface="Calibri" panose="020F0502020204030204" pitchFamily="34" charset="0"/>
      <p:regular r:id="rId59"/>
      <p:bold r:id="rId60"/>
      <p:italic r:id="rId61"/>
      <p:boldItalic r:id="rId62"/>
    </p:embeddedFont>
    <p:embeddedFont>
      <p:font typeface="Calibri Light" panose="020F0302020204030204" pitchFamily="34" charset="0"/>
      <p:regular r:id="rId63"/>
      <p:italic r:id="rId64"/>
    </p:embeddedFont>
    <p:embeddedFont>
      <p:font typeface="Cambria Math" panose="02040503050406030204" pitchFamily="18" charset="0"/>
      <p:regular r:id="rId6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A91620-40AE-4F86-BE0F-735312BF4831}" v="3" dt="2021-09-08T16:37:34.860"/>
  </p1510:revLst>
</p1510:revInfo>
</file>

<file path=ppt/tableStyles.xml><?xml version="1.0" encoding="utf-8"?>
<a:tblStyleLst xmlns:a="http://schemas.openxmlformats.org/drawingml/2006/main" def="{5C22544A-7EE6-4342-B048-85BDC9FD1C3A}">
  <a:tblStyle styleId="{5C22544A-7EE6-4342-B048-85BDC9FD1C3A}" styleName="Gaya Medium 2 - Akse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Gaya Medium 1 - Akse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A111915-BE36-4E01-A7E5-04B1672EAD32}" styleName="Gaya Terang 2 - Aksen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301B821-A1FF-4177-AEE7-76D212191A09}" styleName="Gaya Medium 1 - Akse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Gaya Terang 2 - Akse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Gaya Terang 3 - Akse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1746" y="108"/>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font" Target="fonts/font5.fntdata"/><Relationship Id="rId68" Type="http://schemas.openxmlformats.org/officeDocument/2006/relationships/theme" Target="theme/theme1.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2.fntdata"/><Relationship Id="rId65"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6.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4.fntdata"/><Relationship Id="rId7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365 Pro Plus" userId="8a4ede6a-2f8b-4c6e-b52c-08ce3e3b5c4d" providerId="ADAL" clId="{A5A91620-40AE-4F86-BE0F-735312BF4831}"/>
    <pc:docChg chg="addSld delSld modSld">
      <pc:chgData name="365 Pro Plus" userId="8a4ede6a-2f8b-4c6e-b52c-08ce3e3b5c4d" providerId="ADAL" clId="{A5A91620-40AE-4F86-BE0F-735312BF4831}" dt="2021-09-08T16:37:34.854" v="8"/>
      <pc:docMkLst>
        <pc:docMk/>
      </pc:docMkLst>
      <pc:sldChg chg="modSp mod">
        <pc:chgData name="365 Pro Plus" userId="8a4ede6a-2f8b-4c6e-b52c-08ce3e3b5c4d" providerId="ADAL" clId="{A5A91620-40AE-4F86-BE0F-735312BF4831}" dt="2021-09-01T05:15:30.073" v="1"/>
        <pc:sldMkLst>
          <pc:docMk/>
          <pc:sldMk cId="0" sldId="256"/>
        </pc:sldMkLst>
        <pc:spChg chg="mod">
          <ac:chgData name="365 Pro Plus" userId="8a4ede6a-2f8b-4c6e-b52c-08ce3e3b5c4d" providerId="ADAL" clId="{A5A91620-40AE-4F86-BE0F-735312BF4831}" dt="2021-09-01T05:15:30.073" v="1"/>
          <ac:spMkLst>
            <pc:docMk/>
            <pc:sldMk cId="0" sldId="256"/>
            <ac:spMk id="54" creationId="{00000000-0000-0000-0000-000000000000}"/>
          </ac:spMkLst>
        </pc:spChg>
      </pc:sldChg>
      <pc:sldChg chg="del">
        <pc:chgData name="365 Pro Plus" userId="8a4ede6a-2f8b-4c6e-b52c-08ce3e3b5c4d" providerId="ADAL" clId="{A5A91620-40AE-4F86-BE0F-735312BF4831}" dt="2021-09-01T05:15:18.452" v="0" actId="47"/>
        <pc:sldMkLst>
          <pc:docMk/>
          <pc:sldMk cId="4169195282" sldId="258"/>
        </pc:sldMkLst>
      </pc:sldChg>
      <pc:sldChg chg="del">
        <pc:chgData name="365 Pro Plus" userId="8a4ede6a-2f8b-4c6e-b52c-08ce3e3b5c4d" providerId="ADAL" clId="{A5A91620-40AE-4F86-BE0F-735312BF4831}" dt="2021-09-01T05:15:18.452" v="0" actId="47"/>
        <pc:sldMkLst>
          <pc:docMk/>
          <pc:sldMk cId="2769269185" sldId="259"/>
        </pc:sldMkLst>
      </pc:sldChg>
      <pc:sldChg chg="del">
        <pc:chgData name="365 Pro Plus" userId="8a4ede6a-2f8b-4c6e-b52c-08ce3e3b5c4d" providerId="ADAL" clId="{A5A91620-40AE-4F86-BE0F-735312BF4831}" dt="2021-09-01T05:15:18.452" v="0" actId="47"/>
        <pc:sldMkLst>
          <pc:docMk/>
          <pc:sldMk cId="3456375325" sldId="260"/>
        </pc:sldMkLst>
      </pc:sldChg>
      <pc:sldChg chg="del">
        <pc:chgData name="365 Pro Plus" userId="8a4ede6a-2f8b-4c6e-b52c-08ce3e3b5c4d" providerId="ADAL" clId="{A5A91620-40AE-4F86-BE0F-735312BF4831}" dt="2021-09-01T05:15:18.452" v="0" actId="47"/>
        <pc:sldMkLst>
          <pc:docMk/>
          <pc:sldMk cId="3957028024" sldId="261"/>
        </pc:sldMkLst>
      </pc:sldChg>
      <pc:sldChg chg="add del">
        <pc:chgData name="365 Pro Plus" userId="8a4ede6a-2f8b-4c6e-b52c-08ce3e3b5c4d" providerId="ADAL" clId="{A5A91620-40AE-4F86-BE0F-735312BF4831}" dt="2021-09-08T16:37:34.854" v="8"/>
        <pc:sldMkLst>
          <pc:docMk/>
          <pc:sldMk cId="1537788745" sldId="265"/>
        </pc:sldMkLst>
      </pc:sldChg>
      <pc:sldChg chg="del">
        <pc:chgData name="365 Pro Plus" userId="8a4ede6a-2f8b-4c6e-b52c-08ce3e3b5c4d" providerId="ADAL" clId="{A5A91620-40AE-4F86-BE0F-735312BF4831}" dt="2021-09-01T05:15:18.452" v="0" actId="47"/>
        <pc:sldMkLst>
          <pc:docMk/>
          <pc:sldMk cId="871019596" sldId="266"/>
        </pc:sldMkLst>
      </pc:sldChg>
      <pc:sldChg chg="del">
        <pc:chgData name="365 Pro Plus" userId="8a4ede6a-2f8b-4c6e-b52c-08ce3e3b5c4d" providerId="ADAL" clId="{A5A91620-40AE-4F86-BE0F-735312BF4831}" dt="2021-09-01T05:15:18.452" v="0" actId="47"/>
        <pc:sldMkLst>
          <pc:docMk/>
          <pc:sldMk cId="1358416921" sldId="267"/>
        </pc:sldMkLst>
      </pc:sldChg>
      <pc:sldChg chg="del">
        <pc:chgData name="365 Pro Plus" userId="8a4ede6a-2f8b-4c6e-b52c-08ce3e3b5c4d" providerId="ADAL" clId="{A5A91620-40AE-4F86-BE0F-735312BF4831}" dt="2021-09-01T05:15:18.452" v="0" actId="47"/>
        <pc:sldMkLst>
          <pc:docMk/>
          <pc:sldMk cId="3013068742" sldId="268"/>
        </pc:sldMkLst>
      </pc:sldChg>
      <pc:sldChg chg="del">
        <pc:chgData name="365 Pro Plus" userId="8a4ede6a-2f8b-4c6e-b52c-08ce3e3b5c4d" providerId="ADAL" clId="{A5A91620-40AE-4F86-BE0F-735312BF4831}" dt="2021-09-01T05:15:18.452" v="0" actId="47"/>
        <pc:sldMkLst>
          <pc:docMk/>
          <pc:sldMk cId="1731272018" sldId="269"/>
        </pc:sldMkLst>
      </pc:sldChg>
      <pc:sldChg chg="del">
        <pc:chgData name="365 Pro Plus" userId="8a4ede6a-2f8b-4c6e-b52c-08ce3e3b5c4d" providerId="ADAL" clId="{A5A91620-40AE-4F86-BE0F-735312BF4831}" dt="2021-09-01T05:15:18.452" v="0" actId="47"/>
        <pc:sldMkLst>
          <pc:docMk/>
          <pc:sldMk cId="1404443124" sldId="270"/>
        </pc:sldMkLst>
      </pc:sldChg>
      <pc:sldChg chg="del">
        <pc:chgData name="365 Pro Plus" userId="8a4ede6a-2f8b-4c6e-b52c-08ce3e3b5c4d" providerId="ADAL" clId="{A5A91620-40AE-4F86-BE0F-735312BF4831}" dt="2021-09-01T05:15:18.452" v="0" actId="47"/>
        <pc:sldMkLst>
          <pc:docMk/>
          <pc:sldMk cId="1454581777" sldId="271"/>
        </pc:sldMkLst>
      </pc:sldChg>
      <pc:sldChg chg="del">
        <pc:chgData name="365 Pro Plus" userId="8a4ede6a-2f8b-4c6e-b52c-08ce3e3b5c4d" providerId="ADAL" clId="{A5A91620-40AE-4F86-BE0F-735312BF4831}" dt="2021-09-01T05:15:18.452" v="0" actId="47"/>
        <pc:sldMkLst>
          <pc:docMk/>
          <pc:sldMk cId="2561967974" sldId="272"/>
        </pc:sldMkLst>
      </pc:sldChg>
      <pc:sldChg chg="del">
        <pc:chgData name="365 Pro Plus" userId="8a4ede6a-2f8b-4c6e-b52c-08ce3e3b5c4d" providerId="ADAL" clId="{A5A91620-40AE-4F86-BE0F-735312BF4831}" dt="2021-09-01T05:15:18.452" v="0" actId="47"/>
        <pc:sldMkLst>
          <pc:docMk/>
          <pc:sldMk cId="2104356705" sldId="273"/>
        </pc:sldMkLst>
      </pc:sldChg>
      <pc:sldChg chg="modSp">
        <pc:chgData name="365 Pro Plus" userId="8a4ede6a-2f8b-4c6e-b52c-08ce3e3b5c4d" providerId="ADAL" clId="{A5A91620-40AE-4F86-BE0F-735312BF4831}" dt="2021-09-01T06:09:55.530" v="6"/>
        <pc:sldMkLst>
          <pc:docMk/>
          <pc:sldMk cId="1701403282" sldId="274"/>
        </pc:sldMkLst>
        <pc:spChg chg="mod">
          <ac:chgData name="365 Pro Plus" userId="8a4ede6a-2f8b-4c6e-b52c-08ce3e3b5c4d" providerId="ADAL" clId="{A5A91620-40AE-4F86-BE0F-735312BF4831}" dt="2021-09-01T06:09:55.530" v="6"/>
          <ac:spMkLst>
            <pc:docMk/>
            <pc:sldMk cId="1701403282" sldId="274"/>
            <ac:spMk id="3" creationId="{AC470F58-CDE0-4747-A6D1-6FF5A9B5E7E6}"/>
          </ac:spMkLst>
        </pc:spChg>
      </pc:sldChg>
      <pc:sldChg chg="modSp">
        <pc:chgData name="365 Pro Plus" userId="8a4ede6a-2f8b-4c6e-b52c-08ce3e3b5c4d" providerId="ADAL" clId="{A5A91620-40AE-4F86-BE0F-735312BF4831}" dt="2021-09-01T06:09:55.530" v="6"/>
        <pc:sldMkLst>
          <pc:docMk/>
          <pc:sldMk cId="1795752564" sldId="275"/>
        </pc:sldMkLst>
        <pc:spChg chg="mod">
          <ac:chgData name="365 Pro Plus" userId="8a4ede6a-2f8b-4c6e-b52c-08ce3e3b5c4d" providerId="ADAL" clId="{A5A91620-40AE-4F86-BE0F-735312BF4831}" dt="2021-09-01T06:09:55.530" v="6"/>
          <ac:spMkLst>
            <pc:docMk/>
            <pc:sldMk cId="1795752564" sldId="275"/>
            <ac:spMk id="10" creationId="{F0349E97-B2B2-4C54-A5A7-F9DB1F176870}"/>
          </ac:spMkLst>
        </pc:spChg>
      </pc:sldChg>
      <pc:sldChg chg="modSp">
        <pc:chgData name="365 Pro Plus" userId="8a4ede6a-2f8b-4c6e-b52c-08ce3e3b5c4d" providerId="ADAL" clId="{A5A91620-40AE-4F86-BE0F-735312BF4831}" dt="2021-09-01T06:09:55.530" v="6"/>
        <pc:sldMkLst>
          <pc:docMk/>
          <pc:sldMk cId="407018920" sldId="276"/>
        </pc:sldMkLst>
        <pc:spChg chg="mod">
          <ac:chgData name="365 Pro Plus" userId="8a4ede6a-2f8b-4c6e-b52c-08ce3e3b5c4d" providerId="ADAL" clId="{A5A91620-40AE-4F86-BE0F-735312BF4831}" dt="2021-09-01T06:09:55.530" v="6"/>
          <ac:spMkLst>
            <pc:docMk/>
            <pc:sldMk cId="407018920" sldId="276"/>
            <ac:spMk id="3" creationId="{A6DAA176-9D99-407D-A630-923FDF976A14}"/>
          </ac:spMkLst>
        </pc:spChg>
      </pc:sldChg>
      <pc:sldChg chg="modSp mod">
        <pc:chgData name="365 Pro Plus" userId="8a4ede6a-2f8b-4c6e-b52c-08ce3e3b5c4d" providerId="ADAL" clId="{A5A91620-40AE-4F86-BE0F-735312BF4831}" dt="2021-09-01T06:09:55.530" v="6"/>
        <pc:sldMkLst>
          <pc:docMk/>
          <pc:sldMk cId="2941627359" sldId="277"/>
        </pc:sldMkLst>
        <pc:spChg chg="mod">
          <ac:chgData name="365 Pro Plus" userId="8a4ede6a-2f8b-4c6e-b52c-08ce3e3b5c4d" providerId="ADAL" clId="{A5A91620-40AE-4F86-BE0F-735312BF4831}" dt="2021-09-01T06:09:55.530" v="6"/>
          <ac:spMkLst>
            <pc:docMk/>
            <pc:sldMk cId="2941627359" sldId="277"/>
            <ac:spMk id="3" creationId="{CF9417FA-CABA-4C7D-8B9A-B625C383909A}"/>
          </ac:spMkLst>
        </pc:spChg>
      </pc:sldChg>
      <pc:sldChg chg="del">
        <pc:chgData name="365 Pro Plus" userId="8a4ede6a-2f8b-4c6e-b52c-08ce3e3b5c4d" providerId="ADAL" clId="{A5A91620-40AE-4F86-BE0F-735312BF4831}" dt="2021-09-01T05:15:18.452" v="0" actId="47"/>
        <pc:sldMkLst>
          <pc:docMk/>
          <pc:sldMk cId="970356636" sldId="278"/>
        </pc:sldMkLst>
      </pc:sldChg>
      <pc:sldChg chg="modSp">
        <pc:chgData name="365 Pro Plus" userId="8a4ede6a-2f8b-4c6e-b52c-08ce3e3b5c4d" providerId="ADAL" clId="{A5A91620-40AE-4F86-BE0F-735312BF4831}" dt="2021-09-01T06:09:55.530" v="6"/>
        <pc:sldMkLst>
          <pc:docMk/>
          <pc:sldMk cId="3904511225" sldId="279"/>
        </pc:sldMkLst>
        <pc:spChg chg="mod">
          <ac:chgData name="365 Pro Plus" userId="8a4ede6a-2f8b-4c6e-b52c-08ce3e3b5c4d" providerId="ADAL" clId="{A5A91620-40AE-4F86-BE0F-735312BF4831}" dt="2021-09-01T06:09:55.530" v="6"/>
          <ac:spMkLst>
            <pc:docMk/>
            <pc:sldMk cId="3904511225" sldId="279"/>
            <ac:spMk id="3" creationId="{7AF93E42-6D03-4E7B-A403-A7E40165B548}"/>
          </ac:spMkLst>
        </pc:spChg>
      </pc:sldChg>
      <pc:sldChg chg="modSp">
        <pc:chgData name="365 Pro Plus" userId="8a4ede6a-2f8b-4c6e-b52c-08ce3e3b5c4d" providerId="ADAL" clId="{A5A91620-40AE-4F86-BE0F-735312BF4831}" dt="2021-09-01T06:09:55.530" v="6"/>
        <pc:sldMkLst>
          <pc:docMk/>
          <pc:sldMk cId="3481521114" sldId="281"/>
        </pc:sldMkLst>
        <pc:spChg chg="mod">
          <ac:chgData name="365 Pro Plus" userId="8a4ede6a-2f8b-4c6e-b52c-08ce3e3b5c4d" providerId="ADAL" clId="{A5A91620-40AE-4F86-BE0F-735312BF4831}" dt="2021-09-01T06:09:55.530" v="6"/>
          <ac:spMkLst>
            <pc:docMk/>
            <pc:sldMk cId="3481521114" sldId="281"/>
            <ac:spMk id="6" creationId="{BCDCF2AB-51FF-41BB-9B7D-19366A42618A}"/>
          </ac:spMkLst>
        </pc:spChg>
      </pc:sldChg>
      <pc:sldChg chg="modSp">
        <pc:chgData name="365 Pro Plus" userId="8a4ede6a-2f8b-4c6e-b52c-08ce3e3b5c4d" providerId="ADAL" clId="{A5A91620-40AE-4F86-BE0F-735312BF4831}" dt="2021-09-01T06:09:55.530" v="6"/>
        <pc:sldMkLst>
          <pc:docMk/>
          <pc:sldMk cId="4250542986" sldId="290"/>
        </pc:sldMkLst>
        <pc:graphicFrameChg chg="mod">
          <ac:chgData name="365 Pro Plus" userId="8a4ede6a-2f8b-4c6e-b52c-08ce3e3b5c4d" providerId="ADAL" clId="{A5A91620-40AE-4F86-BE0F-735312BF4831}" dt="2021-09-01T06:09:55.530" v="6"/>
          <ac:graphicFrameMkLst>
            <pc:docMk/>
            <pc:sldMk cId="4250542986" sldId="290"/>
            <ac:graphicFrameMk id="4" creationId="{ADF8EA26-D34C-4864-B6EA-9A4AA06E4764}"/>
          </ac:graphicFrameMkLst>
        </pc:graphicFrameChg>
      </pc:sldChg>
      <pc:sldChg chg="modSp">
        <pc:chgData name="365 Pro Plus" userId="8a4ede6a-2f8b-4c6e-b52c-08ce3e3b5c4d" providerId="ADAL" clId="{A5A91620-40AE-4F86-BE0F-735312BF4831}" dt="2021-09-01T06:09:55.530" v="6"/>
        <pc:sldMkLst>
          <pc:docMk/>
          <pc:sldMk cId="750792020" sldId="292"/>
        </pc:sldMkLst>
        <pc:graphicFrameChg chg="mod">
          <ac:chgData name="365 Pro Plus" userId="8a4ede6a-2f8b-4c6e-b52c-08ce3e3b5c4d" providerId="ADAL" clId="{A5A91620-40AE-4F86-BE0F-735312BF4831}" dt="2021-09-01T06:09:55.530" v="6"/>
          <ac:graphicFrameMkLst>
            <pc:docMk/>
            <pc:sldMk cId="750792020" sldId="292"/>
            <ac:graphicFrameMk id="5" creationId="{FDFE6991-AEE5-47B8-9382-F730ACCFB3AA}"/>
          </ac:graphicFrameMkLst>
        </pc:graphicFrameChg>
      </pc:sldChg>
      <pc:sldChg chg="modSp">
        <pc:chgData name="365 Pro Plus" userId="8a4ede6a-2f8b-4c6e-b52c-08ce3e3b5c4d" providerId="ADAL" clId="{A5A91620-40AE-4F86-BE0F-735312BF4831}" dt="2021-09-01T06:09:55.530" v="6"/>
        <pc:sldMkLst>
          <pc:docMk/>
          <pc:sldMk cId="1690844831" sldId="295"/>
        </pc:sldMkLst>
        <pc:graphicFrameChg chg="mod">
          <ac:chgData name="365 Pro Plus" userId="8a4ede6a-2f8b-4c6e-b52c-08ce3e3b5c4d" providerId="ADAL" clId="{A5A91620-40AE-4F86-BE0F-735312BF4831}" dt="2021-09-01T06:09:55.530" v="6"/>
          <ac:graphicFrameMkLst>
            <pc:docMk/>
            <pc:sldMk cId="1690844831" sldId="295"/>
            <ac:graphicFrameMk id="8" creationId="{236B32FE-A280-49AE-B61A-5D71B453D7F6}"/>
          </ac:graphicFrameMkLst>
        </pc:graphicFrameChg>
      </pc:sldChg>
      <pc:sldChg chg="modSp">
        <pc:chgData name="365 Pro Plus" userId="8a4ede6a-2f8b-4c6e-b52c-08ce3e3b5c4d" providerId="ADAL" clId="{A5A91620-40AE-4F86-BE0F-735312BF4831}" dt="2021-09-01T06:09:55.530" v="6"/>
        <pc:sldMkLst>
          <pc:docMk/>
          <pc:sldMk cId="2276614174" sldId="306"/>
        </pc:sldMkLst>
        <pc:spChg chg="mod">
          <ac:chgData name="365 Pro Plus" userId="8a4ede6a-2f8b-4c6e-b52c-08ce3e3b5c4d" providerId="ADAL" clId="{A5A91620-40AE-4F86-BE0F-735312BF4831}" dt="2021-09-01T06:09:55.530" v="6"/>
          <ac:spMkLst>
            <pc:docMk/>
            <pc:sldMk cId="2276614174" sldId="306"/>
            <ac:spMk id="13" creationId="{9DA18503-DD77-4BC2-8410-0FE56043BBCA}"/>
          </ac:spMkLst>
        </pc:spChg>
      </pc:sldChg>
      <pc:sldChg chg="del">
        <pc:chgData name="365 Pro Plus" userId="8a4ede6a-2f8b-4c6e-b52c-08ce3e3b5c4d" providerId="ADAL" clId="{A5A91620-40AE-4F86-BE0F-735312BF4831}" dt="2021-09-01T05:15:18.452" v="0" actId="47"/>
        <pc:sldMkLst>
          <pc:docMk/>
          <pc:sldMk cId="4218389818" sldId="309"/>
        </pc:sldMkLst>
      </pc:sldChg>
      <pc:sldChg chg="del">
        <pc:chgData name="365 Pro Plus" userId="8a4ede6a-2f8b-4c6e-b52c-08ce3e3b5c4d" providerId="ADAL" clId="{A5A91620-40AE-4F86-BE0F-735312BF4831}" dt="2021-09-01T05:15:18.452" v="0" actId="47"/>
        <pc:sldMkLst>
          <pc:docMk/>
          <pc:sldMk cId="864875283" sldId="310"/>
        </pc:sldMkLst>
      </pc:sldChg>
      <pc:sldChg chg="del">
        <pc:chgData name="365 Pro Plus" userId="8a4ede6a-2f8b-4c6e-b52c-08ce3e3b5c4d" providerId="ADAL" clId="{A5A91620-40AE-4F86-BE0F-735312BF4831}" dt="2021-09-01T05:15:34.735" v="2" actId="47"/>
        <pc:sldMkLst>
          <pc:docMk/>
          <pc:sldMk cId="98729556" sldId="312"/>
        </pc:sldMkLst>
      </pc:sldChg>
      <pc:sldChg chg="modSp">
        <pc:chgData name="365 Pro Plus" userId="8a4ede6a-2f8b-4c6e-b52c-08ce3e3b5c4d" providerId="ADAL" clId="{A5A91620-40AE-4F86-BE0F-735312BF4831}" dt="2021-09-01T06:09:55.530" v="6"/>
        <pc:sldMkLst>
          <pc:docMk/>
          <pc:sldMk cId="1098848756" sldId="315"/>
        </pc:sldMkLst>
        <pc:spChg chg="mod">
          <ac:chgData name="365 Pro Plus" userId="8a4ede6a-2f8b-4c6e-b52c-08ce3e3b5c4d" providerId="ADAL" clId="{A5A91620-40AE-4F86-BE0F-735312BF4831}" dt="2021-09-01T06:09:55.530" v="6"/>
          <ac:spMkLst>
            <pc:docMk/>
            <pc:sldMk cId="1098848756" sldId="315"/>
            <ac:spMk id="3" creationId="{1BB43090-EA3E-4D32-BC40-62765B410B9C}"/>
          </ac:spMkLst>
        </pc:spChg>
      </pc:sldChg>
      <pc:sldChg chg="modSp">
        <pc:chgData name="365 Pro Plus" userId="8a4ede6a-2f8b-4c6e-b52c-08ce3e3b5c4d" providerId="ADAL" clId="{A5A91620-40AE-4F86-BE0F-735312BF4831}" dt="2021-09-01T06:09:55.530" v="6"/>
        <pc:sldMkLst>
          <pc:docMk/>
          <pc:sldMk cId="2300188830" sldId="316"/>
        </pc:sldMkLst>
        <pc:spChg chg="mod">
          <ac:chgData name="365 Pro Plus" userId="8a4ede6a-2f8b-4c6e-b52c-08ce3e3b5c4d" providerId="ADAL" clId="{A5A91620-40AE-4F86-BE0F-735312BF4831}" dt="2021-09-01T06:09:55.530" v="6"/>
          <ac:spMkLst>
            <pc:docMk/>
            <pc:sldMk cId="2300188830" sldId="316"/>
            <ac:spMk id="3" creationId="{9D8788AA-26DD-48C9-A10C-E63AC2E3124D}"/>
          </ac:spMkLst>
        </pc:spChg>
      </pc:sldChg>
      <pc:sldChg chg="modSp">
        <pc:chgData name="365 Pro Plus" userId="8a4ede6a-2f8b-4c6e-b52c-08ce3e3b5c4d" providerId="ADAL" clId="{A5A91620-40AE-4F86-BE0F-735312BF4831}" dt="2021-09-01T06:09:55.530" v="6"/>
        <pc:sldMkLst>
          <pc:docMk/>
          <pc:sldMk cId="2901811463" sldId="317"/>
        </pc:sldMkLst>
        <pc:spChg chg="mod">
          <ac:chgData name="365 Pro Plus" userId="8a4ede6a-2f8b-4c6e-b52c-08ce3e3b5c4d" providerId="ADAL" clId="{A5A91620-40AE-4F86-BE0F-735312BF4831}" dt="2021-09-01T06:09:55.530" v="6"/>
          <ac:spMkLst>
            <pc:docMk/>
            <pc:sldMk cId="2901811463" sldId="317"/>
            <ac:spMk id="3" creationId="{41A02132-BE44-459F-90A5-9B7D549AEAE2}"/>
          </ac:spMkLst>
        </pc:spChg>
      </pc:sldChg>
      <pc:sldChg chg="modSp">
        <pc:chgData name="365 Pro Plus" userId="8a4ede6a-2f8b-4c6e-b52c-08ce3e3b5c4d" providerId="ADAL" clId="{A5A91620-40AE-4F86-BE0F-735312BF4831}" dt="2021-09-01T06:09:55.530" v="6"/>
        <pc:sldMkLst>
          <pc:docMk/>
          <pc:sldMk cId="837492554" sldId="318"/>
        </pc:sldMkLst>
        <pc:spChg chg="mod">
          <ac:chgData name="365 Pro Plus" userId="8a4ede6a-2f8b-4c6e-b52c-08ce3e3b5c4d" providerId="ADAL" clId="{A5A91620-40AE-4F86-BE0F-735312BF4831}" dt="2021-09-01T06:09:55.530" v="6"/>
          <ac:spMkLst>
            <pc:docMk/>
            <pc:sldMk cId="837492554" sldId="318"/>
            <ac:spMk id="3" creationId="{A6F7C961-6826-4E80-9556-BC9E872DCECB}"/>
          </ac:spMkLst>
        </pc:spChg>
      </pc:sldChg>
      <pc:sldChg chg="modSp">
        <pc:chgData name="365 Pro Plus" userId="8a4ede6a-2f8b-4c6e-b52c-08ce3e3b5c4d" providerId="ADAL" clId="{A5A91620-40AE-4F86-BE0F-735312BF4831}" dt="2021-09-01T06:09:55.530" v="6"/>
        <pc:sldMkLst>
          <pc:docMk/>
          <pc:sldMk cId="4114123374" sldId="324"/>
        </pc:sldMkLst>
        <pc:spChg chg="mod">
          <ac:chgData name="365 Pro Plus" userId="8a4ede6a-2f8b-4c6e-b52c-08ce3e3b5c4d" providerId="ADAL" clId="{A5A91620-40AE-4F86-BE0F-735312BF4831}" dt="2021-09-01T06:09:55.530" v="6"/>
          <ac:spMkLst>
            <pc:docMk/>
            <pc:sldMk cId="4114123374" sldId="324"/>
            <ac:spMk id="3" creationId="{F9A57C58-DA04-45D9-B369-C85BD06CA459}"/>
          </ac:spMkLst>
        </pc:spChg>
      </pc:sldChg>
      <pc:sldChg chg="modSp">
        <pc:chgData name="365 Pro Plus" userId="8a4ede6a-2f8b-4c6e-b52c-08ce3e3b5c4d" providerId="ADAL" clId="{A5A91620-40AE-4F86-BE0F-735312BF4831}" dt="2021-09-01T06:09:55.530" v="6"/>
        <pc:sldMkLst>
          <pc:docMk/>
          <pc:sldMk cId="713216595" sldId="326"/>
        </pc:sldMkLst>
        <pc:spChg chg="mod">
          <ac:chgData name="365 Pro Plus" userId="8a4ede6a-2f8b-4c6e-b52c-08ce3e3b5c4d" providerId="ADAL" clId="{A5A91620-40AE-4F86-BE0F-735312BF4831}" dt="2021-09-01T06:09:55.530" v="6"/>
          <ac:spMkLst>
            <pc:docMk/>
            <pc:sldMk cId="713216595" sldId="326"/>
            <ac:spMk id="3" creationId="{962DA0E4-B095-42D0-BEF8-B7BDD510EFCA}"/>
          </ac:spMkLst>
        </pc:spChg>
      </pc:sldChg>
      <pc:sldChg chg="modSp">
        <pc:chgData name="365 Pro Plus" userId="8a4ede6a-2f8b-4c6e-b52c-08ce3e3b5c4d" providerId="ADAL" clId="{A5A91620-40AE-4F86-BE0F-735312BF4831}" dt="2021-09-01T06:09:55.530" v="6"/>
        <pc:sldMkLst>
          <pc:docMk/>
          <pc:sldMk cId="3496469748" sldId="328"/>
        </pc:sldMkLst>
        <pc:spChg chg="mod">
          <ac:chgData name="365 Pro Plus" userId="8a4ede6a-2f8b-4c6e-b52c-08ce3e3b5c4d" providerId="ADAL" clId="{A5A91620-40AE-4F86-BE0F-735312BF4831}" dt="2021-09-01T06:09:55.530" v="6"/>
          <ac:spMkLst>
            <pc:docMk/>
            <pc:sldMk cId="3496469748" sldId="328"/>
            <ac:spMk id="3" creationId="{962DA0E4-B095-42D0-BEF8-B7BDD510EFCA}"/>
          </ac:spMkLst>
        </pc:spChg>
      </pc:sldChg>
      <pc:sldChg chg="modSp">
        <pc:chgData name="365 Pro Plus" userId="8a4ede6a-2f8b-4c6e-b52c-08ce3e3b5c4d" providerId="ADAL" clId="{A5A91620-40AE-4F86-BE0F-735312BF4831}" dt="2021-09-01T06:09:55.530" v="6"/>
        <pc:sldMkLst>
          <pc:docMk/>
          <pc:sldMk cId="903168156" sldId="329"/>
        </pc:sldMkLst>
        <pc:spChg chg="mod">
          <ac:chgData name="365 Pro Plus" userId="8a4ede6a-2f8b-4c6e-b52c-08ce3e3b5c4d" providerId="ADAL" clId="{A5A91620-40AE-4F86-BE0F-735312BF4831}" dt="2021-09-01T06:09:55.530" v="6"/>
          <ac:spMkLst>
            <pc:docMk/>
            <pc:sldMk cId="903168156" sldId="329"/>
            <ac:spMk id="3" creationId="{962DA0E4-B095-42D0-BEF8-B7BDD510EFCA}"/>
          </ac:spMkLst>
        </pc:spChg>
      </pc:sldChg>
      <pc:sldChg chg="modSp">
        <pc:chgData name="365 Pro Plus" userId="8a4ede6a-2f8b-4c6e-b52c-08ce3e3b5c4d" providerId="ADAL" clId="{A5A91620-40AE-4F86-BE0F-735312BF4831}" dt="2021-09-01T06:09:55.530" v="6"/>
        <pc:sldMkLst>
          <pc:docMk/>
          <pc:sldMk cId="2350735292" sldId="330"/>
        </pc:sldMkLst>
        <pc:spChg chg="mod">
          <ac:chgData name="365 Pro Plus" userId="8a4ede6a-2f8b-4c6e-b52c-08ce3e3b5c4d" providerId="ADAL" clId="{A5A91620-40AE-4F86-BE0F-735312BF4831}" dt="2021-09-01T06:09:55.530" v="6"/>
          <ac:spMkLst>
            <pc:docMk/>
            <pc:sldMk cId="2350735292" sldId="330"/>
            <ac:spMk id="3" creationId="{962DA0E4-B095-42D0-BEF8-B7BDD510EFCA}"/>
          </ac:spMkLst>
        </pc:spChg>
      </pc:sldChg>
      <pc:sldChg chg="modSp">
        <pc:chgData name="365 Pro Plus" userId="8a4ede6a-2f8b-4c6e-b52c-08ce3e3b5c4d" providerId="ADAL" clId="{A5A91620-40AE-4F86-BE0F-735312BF4831}" dt="2021-09-01T06:09:55.530" v="6"/>
        <pc:sldMkLst>
          <pc:docMk/>
          <pc:sldMk cId="1347311354" sldId="331"/>
        </pc:sldMkLst>
        <pc:spChg chg="mod">
          <ac:chgData name="365 Pro Plus" userId="8a4ede6a-2f8b-4c6e-b52c-08ce3e3b5c4d" providerId="ADAL" clId="{A5A91620-40AE-4F86-BE0F-735312BF4831}" dt="2021-09-01T06:09:55.530" v="6"/>
          <ac:spMkLst>
            <pc:docMk/>
            <pc:sldMk cId="1347311354" sldId="331"/>
            <ac:spMk id="3" creationId="{962DA0E4-B095-42D0-BEF8-B7BDD510EFCA}"/>
          </ac:spMkLst>
        </pc:spChg>
      </pc:sldChg>
      <pc:sldChg chg="modSp">
        <pc:chgData name="365 Pro Plus" userId="8a4ede6a-2f8b-4c6e-b52c-08ce3e3b5c4d" providerId="ADAL" clId="{A5A91620-40AE-4F86-BE0F-735312BF4831}" dt="2021-09-01T06:09:55.530" v="6"/>
        <pc:sldMkLst>
          <pc:docMk/>
          <pc:sldMk cId="3344912347" sldId="332"/>
        </pc:sldMkLst>
        <pc:spChg chg="mod">
          <ac:chgData name="365 Pro Plus" userId="8a4ede6a-2f8b-4c6e-b52c-08ce3e3b5c4d" providerId="ADAL" clId="{A5A91620-40AE-4F86-BE0F-735312BF4831}" dt="2021-09-01T06:09:55.530" v="6"/>
          <ac:spMkLst>
            <pc:docMk/>
            <pc:sldMk cId="3344912347" sldId="332"/>
            <ac:spMk id="3" creationId="{962DA0E4-B095-42D0-BEF8-B7BDD510EFCA}"/>
          </ac:spMkLst>
        </pc:spChg>
      </pc:sldChg>
      <pc:sldChg chg="modSp">
        <pc:chgData name="365 Pro Plus" userId="8a4ede6a-2f8b-4c6e-b52c-08ce3e3b5c4d" providerId="ADAL" clId="{A5A91620-40AE-4F86-BE0F-735312BF4831}" dt="2021-09-01T06:09:55.530" v="6"/>
        <pc:sldMkLst>
          <pc:docMk/>
          <pc:sldMk cId="3675571930" sldId="333"/>
        </pc:sldMkLst>
        <pc:spChg chg="mod">
          <ac:chgData name="365 Pro Plus" userId="8a4ede6a-2f8b-4c6e-b52c-08ce3e3b5c4d" providerId="ADAL" clId="{A5A91620-40AE-4F86-BE0F-735312BF4831}" dt="2021-09-01T06:09:55.530" v="6"/>
          <ac:spMkLst>
            <pc:docMk/>
            <pc:sldMk cId="3675571930" sldId="333"/>
            <ac:spMk id="3" creationId="{962DA0E4-B095-42D0-BEF8-B7BDD510EFCA}"/>
          </ac:spMkLst>
        </pc:spChg>
      </pc:sldChg>
      <pc:sldChg chg="modSp">
        <pc:chgData name="365 Pro Plus" userId="8a4ede6a-2f8b-4c6e-b52c-08ce3e3b5c4d" providerId="ADAL" clId="{A5A91620-40AE-4F86-BE0F-735312BF4831}" dt="2021-09-01T06:09:55.530" v="6"/>
        <pc:sldMkLst>
          <pc:docMk/>
          <pc:sldMk cId="1769680411" sldId="334"/>
        </pc:sldMkLst>
        <pc:spChg chg="mod">
          <ac:chgData name="365 Pro Plus" userId="8a4ede6a-2f8b-4c6e-b52c-08ce3e3b5c4d" providerId="ADAL" clId="{A5A91620-40AE-4F86-BE0F-735312BF4831}" dt="2021-09-01T06:09:55.530" v="6"/>
          <ac:spMkLst>
            <pc:docMk/>
            <pc:sldMk cId="1769680411" sldId="334"/>
            <ac:spMk id="3" creationId="{962DA0E4-B095-42D0-BEF8-B7BDD510EFCA}"/>
          </ac:spMkLst>
        </pc:spChg>
      </pc:sldChg>
      <pc:sldChg chg="del">
        <pc:chgData name="365 Pro Plus" userId="8a4ede6a-2f8b-4c6e-b52c-08ce3e3b5c4d" providerId="ADAL" clId="{A5A91620-40AE-4F86-BE0F-735312BF4831}" dt="2021-09-01T05:15:18.452" v="0" actId="47"/>
        <pc:sldMkLst>
          <pc:docMk/>
          <pc:sldMk cId="2551707790" sldId="336"/>
        </pc:sldMkLst>
      </pc:sldChg>
      <pc:sldChg chg="del">
        <pc:chgData name="365 Pro Plus" userId="8a4ede6a-2f8b-4c6e-b52c-08ce3e3b5c4d" providerId="ADAL" clId="{A5A91620-40AE-4F86-BE0F-735312BF4831}" dt="2021-09-01T05:15:54.114" v="3" actId="47"/>
        <pc:sldMkLst>
          <pc:docMk/>
          <pc:sldMk cId="344769977" sldId="337"/>
        </pc:sldMkLst>
      </pc:sldChg>
      <pc:sldChg chg="del">
        <pc:chgData name="365 Pro Plus" userId="8a4ede6a-2f8b-4c6e-b52c-08ce3e3b5c4d" providerId="ADAL" clId="{A5A91620-40AE-4F86-BE0F-735312BF4831}" dt="2021-09-01T05:15:54.114" v="3" actId="47"/>
        <pc:sldMkLst>
          <pc:docMk/>
          <pc:sldMk cId="4024728980" sldId="338"/>
        </pc:sldMkLst>
      </pc:sldChg>
      <pc:sldChg chg="del">
        <pc:chgData name="365 Pro Plus" userId="8a4ede6a-2f8b-4c6e-b52c-08ce3e3b5c4d" providerId="ADAL" clId="{A5A91620-40AE-4F86-BE0F-735312BF4831}" dt="2021-09-01T05:15:54.114" v="3" actId="47"/>
        <pc:sldMkLst>
          <pc:docMk/>
          <pc:sldMk cId="2710071382" sldId="347"/>
        </pc:sldMkLst>
      </pc:sldChg>
      <pc:sldChg chg="del">
        <pc:chgData name="365 Pro Plus" userId="8a4ede6a-2f8b-4c6e-b52c-08ce3e3b5c4d" providerId="ADAL" clId="{A5A91620-40AE-4F86-BE0F-735312BF4831}" dt="2021-09-01T05:15:54.114" v="3" actId="47"/>
        <pc:sldMkLst>
          <pc:docMk/>
          <pc:sldMk cId="2977256447" sldId="349"/>
        </pc:sldMkLst>
      </pc:sldChg>
      <pc:sldChg chg="del">
        <pc:chgData name="365 Pro Plus" userId="8a4ede6a-2f8b-4c6e-b52c-08ce3e3b5c4d" providerId="ADAL" clId="{A5A91620-40AE-4F86-BE0F-735312BF4831}" dt="2021-09-01T05:15:54.114" v="3" actId="47"/>
        <pc:sldMkLst>
          <pc:docMk/>
          <pc:sldMk cId="4289054184" sldId="352"/>
        </pc:sldMkLst>
      </pc:sldChg>
      <pc:sldChg chg="del">
        <pc:chgData name="365 Pro Plus" userId="8a4ede6a-2f8b-4c6e-b52c-08ce3e3b5c4d" providerId="ADAL" clId="{A5A91620-40AE-4F86-BE0F-735312BF4831}" dt="2021-09-01T05:15:54.114" v="3" actId="47"/>
        <pc:sldMkLst>
          <pc:docMk/>
          <pc:sldMk cId="1453782456" sldId="353"/>
        </pc:sldMkLst>
      </pc:sldChg>
      <pc:sldChg chg="del">
        <pc:chgData name="365 Pro Plus" userId="8a4ede6a-2f8b-4c6e-b52c-08ce3e3b5c4d" providerId="ADAL" clId="{A5A91620-40AE-4F86-BE0F-735312BF4831}" dt="2021-09-01T05:15:54.114" v="3" actId="47"/>
        <pc:sldMkLst>
          <pc:docMk/>
          <pc:sldMk cId="1049082250" sldId="354"/>
        </pc:sldMkLst>
      </pc:sldChg>
      <pc:sldChg chg="del">
        <pc:chgData name="365 Pro Plus" userId="8a4ede6a-2f8b-4c6e-b52c-08ce3e3b5c4d" providerId="ADAL" clId="{A5A91620-40AE-4F86-BE0F-735312BF4831}" dt="2021-09-01T05:15:54.114" v="3" actId="47"/>
        <pc:sldMkLst>
          <pc:docMk/>
          <pc:sldMk cId="730239851" sldId="355"/>
        </pc:sldMkLst>
      </pc:sldChg>
      <pc:sldChg chg="del">
        <pc:chgData name="365 Pro Plus" userId="8a4ede6a-2f8b-4c6e-b52c-08ce3e3b5c4d" providerId="ADAL" clId="{A5A91620-40AE-4F86-BE0F-735312BF4831}" dt="2021-09-01T05:15:54.114" v="3" actId="47"/>
        <pc:sldMkLst>
          <pc:docMk/>
          <pc:sldMk cId="1233649614" sldId="356"/>
        </pc:sldMkLst>
      </pc:sldChg>
      <pc:sldChg chg="del">
        <pc:chgData name="365 Pro Plus" userId="8a4ede6a-2f8b-4c6e-b52c-08ce3e3b5c4d" providerId="ADAL" clId="{A5A91620-40AE-4F86-BE0F-735312BF4831}" dt="2021-09-01T05:15:54.114" v="3" actId="47"/>
        <pc:sldMkLst>
          <pc:docMk/>
          <pc:sldMk cId="4064009573" sldId="357"/>
        </pc:sldMkLst>
      </pc:sldChg>
      <pc:sldChg chg="del">
        <pc:chgData name="365 Pro Plus" userId="8a4ede6a-2f8b-4c6e-b52c-08ce3e3b5c4d" providerId="ADAL" clId="{A5A91620-40AE-4F86-BE0F-735312BF4831}" dt="2021-09-01T05:15:54.114" v="3" actId="47"/>
        <pc:sldMkLst>
          <pc:docMk/>
          <pc:sldMk cId="3502129480" sldId="358"/>
        </pc:sldMkLst>
      </pc:sldChg>
      <pc:sldChg chg="del">
        <pc:chgData name="365 Pro Plus" userId="8a4ede6a-2f8b-4c6e-b52c-08ce3e3b5c4d" providerId="ADAL" clId="{A5A91620-40AE-4F86-BE0F-735312BF4831}" dt="2021-09-01T05:15:54.114" v="3" actId="47"/>
        <pc:sldMkLst>
          <pc:docMk/>
          <pc:sldMk cId="214165969" sldId="359"/>
        </pc:sldMkLst>
      </pc:sldChg>
      <pc:sldChg chg="del">
        <pc:chgData name="365 Pro Plus" userId="8a4ede6a-2f8b-4c6e-b52c-08ce3e3b5c4d" providerId="ADAL" clId="{A5A91620-40AE-4F86-BE0F-735312BF4831}" dt="2021-09-01T05:15:54.114" v="3" actId="47"/>
        <pc:sldMkLst>
          <pc:docMk/>
          <pc:sldMk cId="683689106" sldId="360"/>
        </pc:sldMkLst>
      </pc:sldChg>
      <pc:sldChg chg="del">
        <pc:chgData name="365 Pro Plus" userId="8a4ede6a-2f8b-4c6e-b52c-08ce3e3b5c4d" providerId="ADAL" clId="{A5A91620-40AE-4F86-BE0F-735312BF4831}" dt="2021-09-01T05:15:54.114" v="3" actId="47"/>
        <pc:sldMkLst>
          <pc:docMk/>
          <pc:sldMk cId="210611700" sldId="361"/>
        </pc:sldMkLst>
      </pc:sldChg>
      <pc:sldChg chg="del">
        <pc:chgData name="365 Pro Plus" userId="8a4ede6a-2f8b-4c6e-b52c-08ce3e3b5c4d" providerId="ADAL" clId="{A5A91620-40AE-4F86-BE0F-735312BF4831}" dt="2021-09-01T05:15:54.114" v="3" actId="47"/>
        <pc:sldMkLst>
          <pc:docMk/>
          <pc:sldMk cId="3760441534" sldId="362"/>
        </pc:sldMkLst>
      </pc:sldChg>
    </pc:docChg>
  </pc:docChgLst>
  <pc:docChgLst>
    <pc:chgData name="365 Pro Plus" userId="8a4ede6a-2f8b-4c6e-b52c-08ce3e3b5c4d" providerId="ADAL" clId="{DA390177-86CC-4FB2-9591-590A9DFC29D7}"/>
    <pc:docChg chg="undo redo custSel mod addSld delSld modSld sldOrd modMainMaster modNotesMaster">
      <pc:chgData name="365 Pro Plus" userId="8a4ede6a-2f8b-4c6e-b52c-08ce3e3b5c4d" providerId="ADAL" clId="{DA390177-86CC-4FB2-9591-590A9DFC29D7}" dt="2020-11-02T10:59:37.394" v="3675" actId="1076"/>
      <pc:docMkLst>
        <pc:docMk/>
      </pc:docMkLst>
      <pc:sldChg chg="addSp delSp modSp mod ord modClrScheme chgLayout modNotes">
        <pc:chgData name="365 Pro Plus" userId="8a4ede6a-2f8b-4c6e-b52c-08ce3e3b5c4d" providerId="ADAL" clId="{DA390177-86CC-4FB2-9591-590A9DFC29D7}" dt="2020-10-31T16:19:42.310" v="1273" actId="20577"/>
        <pc:sldMkLst>
          <pc:docMk/>
          <pc:sldMk cId="0" sldId="256"/>
        </pc:sldMkLst>
        <pc:spChg chg="add mod ord">
          <ac:chgData name="365 Pro Plus" userId="8a4ede6a-2f8b-4c6e-b52c-08ce3e3b5c4d" providerId="ADAL" clId="{DA390177-86CC-4FB2-9591-590A9DFC29D7}" dt="2020-10-31T16:08:42.494" v="1052" actId="20577"/>
          <ac:spMkLst>
            <pc:docMk/>
            <pc:sldMk cId="0" sldId="256"/>
            <ac:spMk id="2" creationId="{D60CB2C1-C816-4518-B132-46753F9C01AC}"/>
          </ac:spMkLst>
        </pc:spChg>
        <pc:spChg chg="mod ord">
          <ac:chgData name="365 Pro Plus" userId="8a4ede6a-2f8b-4c6e-b52c-08ce3e3b5c4d" providerId="ADAL" clId="{DA390177-86CC-4FB2-9591-590A9DFC29D7}" dt="2020-10-31T16:19:42.310" v="1273" actId="20577"/>
          <ac:spMkLst>
            <pc:docMk/>
            <pc:sldMk cId="0" sldId="256"/>
            <ac:spMk id="54" creationId="{00000000-0000-0000-0000-000000000000}"/>
          </ac:spMkLst>
        </pc:spChg>
        <pc:picChg chg="del mod">
          <ac:chgData name="365 Pro Plus" userId="8a4ede6a-2f8b-4c6e-b52c-08ce3e3b5c4d" providerId="ADAL" clId="{DA390177-86CC-4FB2-9591-590A9DFC29D7}" dt="2020-10-26T10:34:54.300" v="3" actId="478"/>
          <ac:picMkLst>
            <pc:docMk/>
            <pc:sldMk cId="0" sldId="256"/>
            <ac:picMk id="55" creationId="{00000000-0000-0000-0000-000000000000}"/>
          </ac:picMkLst>
        </pc:picChg>
      </pc:sldChg>
      <pc:sldChg chg="new del">
        <pc:chgData name="365 Pro Plus" userId="8a4ede6a-2f8b-4c6e-b52c-08ce3e3b5c4d" providerId="ADAL" clId="{DA390177-86CC-4FB2-9591-590A9DFC29D7}" dt="2020-10-26T11:27:22.077" v="75" actId="680"/>
        <pc:sldMkLst>
          <pc:docMk/>
          <pc:sldMk cId="631196373" sldId="257"/>
        </pc:sldMkLst>
      </pc:sldChg>
      <pc:sldChg chg="modSp del mod modClrScheme chgLayout modNotes">
        <pc:chgData name="365 Pro Plus" userId="8a4ede6a-2f8b-4c6e-b52c-08ce3e3b5c4d" providerId="ADAL" clId="{DA390177-86CC-4FB2-9591-590A9DFC29D7}" dt="2020-11-01T13:41:15.611" v="3627" actId="123"/>
        <pc:sldMkLst>
          <pc:docMk/>
          <pc:sldMk cId="3294539158" sldId="257"/>
        </pc:sldMkLst>
        <pc:spChg chg="mod">
          <ac:chgData name="365 Pro Plus" userId="8a4ede6a-2f8b-4c6e-b52c-08ce3e3b5c4d" providerId="ADAL" clId="{DA390177-86CC-4FB2-9591-590A9DFC29D7}" dt="2020-11-01T13:40:05.589" v="3626" actId="1076"/>
          <ac:spMkLst>
            <pc:docMk/>
            <pc:sldMk cId="3294539158" sldId="257"/>
            <ac:spMk id="2" creationId="{6DEE02A0-71D4-44CB-95CD-C4004727DA08}"/>
          </ac:spMkLst>
        </pc:spChg>
        <pc:spChg chg="mod">
          <ac:chgData name="365 Pro Plus" userId="8a4ede6a-2f8b-4c6e-b52c-08ce3e3b5c4d" providerId="ADAL" clId="{DA390177-86CC-4FB2-9591-590A9DFC29D7}" dt="2020-11-01T13:41:15.611" v="3627" actId="123"/>
          <ac:spMkLst>
            <pc:docMk/>
            <pc:sldMk cId="3294539158" sldId="257"/>
            <ac:spMk id="3" creationId="{53428026-1A2C-477E-B416-C86ED237F512}"/>
          </ac:spMkLst>
        </pc:spChg>
        <pc:spChg chg="mod">
          <ac:chgData name="365 Pro Plus" userId="8a4ede6a-2f8b-4c6e-b52c-08ce3e3b5c4d" providerId="ADAL" clId="{DA390177-86CC-4FB2-9591-590A9DFC29D7}" dt="2020-10-26T10:20:04.656" v="2"/>
          <ac:spMkLst>
            <pc:docMk/>
            <pc:sldMk cId="3294539158" sldId="257"/>
            <ac:spMk id="60" creationId="{00000000-0000-0000-0000-000000000000}"/>
          </ac:spMkLst>
        </pc:spChg>
        <pc:spChg chg="mod">
          <ac:chgData name="365 Pro Plus" userId="8a4ede6a-2f8b-4c6e-b52c-08ce3e3b5c4d" providerId="ADAL" clId="{DA390177-86CC-4FB2-9591-590A9DFC29D7}" dt="2020-10-26T10:20:04.656" v="2"/>
          <ac:spMkLst>
            <pc:docMk/>
            <pc:sldMk cId="3294539158" sldId="257"/>
            <ac:spMk id="61" creationId="{00000000-0000-0000-0000-000000000000}"/>
          </ac:spMkLst>
        </pc:spChg>
      </pc:sldChg>
      <pc:sldChg chg="modSp del mod modNotes">
        <pc:chgData name="365 Pro Plus" userId="8a4ede6a-2f8b-4c6e-b52c-08ce3e3b5c4d" providerId="ADAL" clId="{DA390177-86CC-4FB2-9591-590A9DFC29D7}" dt="2020-10-26T13:46:25.368" v="422" actId="1076"/>
        <pc:sldMkLst>
          <pc:docMk/>
          <pc:sldMk cId="366567195" sldId="258"/>
        </pc:sldMkLst>
        <pc:spChg chg="del">
          <ac:chgData name="365 Pro Plus" userId="8a4ede6a-2f8b-4c6e-b52c-08ce3e3b5c4d" providerId="ADAL" clId="{DA390177-86CC-4FB2-9591-590A9DFC29D7}" dt="2020-10-26T11:44:08.648" v="90" actId="26606"/>
          <ac:spMkLst>
            <pc:docMk/>
            <pc:sldMk cId="366567195" sldId="258"/>
            <ac:spMk id="2" creationId="{4BBC7BC2-9BA6-4D59-A95A-08F9678194CE}"/>
          </ac:spMkLst>
        </pc:spChg>
        <pc:spChg chg="del">
          <ac:chgData name="365 Pro Plus" userId="8a4ede6a-2f8b-4c6e-b52c-08ce3e3b5c4d" providerId="ADAL" clId="{DA390177-86CC-4FB2-9591-590A9DFC29D7}" dt="2020-10-26T11:43:56.302" v="87"/>
          <ac:spMkLst>
            <pc:docMk/>
            <pc:sldMk cId="366567195" sldId="258"/>
            <ac:spMk id="3" creationId="{4CE1BDC4-300C-47E2-97E6-E010506736BA}"/>
          </ac:spMkLst>
        </pc:spChg>
        <pc:spChg chg="add">
          <ac:chgData name="365 Pro Plus" userId="8a4ede6a-2f8b-4c6e-b52c-08ce3e3b5c4d" providerId="ADAL" clId="{DA390177-86CC-4FB2-9591-590A9DFC29D7}" dt="2020-10-26T11:48:20.416" v="109" actId="22"/>
          <ac:spMkLst>
            <pc:docMk/>
            <pc:sldMk cId="366567195" sldId="258"/>
            <ac:spMk id="9" creationId="{4B078723-1129-496C-880B-C1A5ADC9BAD5}"/>
          </ac:spMkLst>
        </pc:spChg>
        <pc:spChg chg="mod">
          <ac:chgData name="365 Pro Plus" userId="8a4ede6a-2f8b-4c6e-b52c-08ce3e3b5c4d" providerId="ADAL" clId="{DA390177-86CC-4FB2-9591-590A9DFC29D7}" dt="2020-10-26T10:20:04.656" v="2"/>
          <ac:spMkLst>
            <pc:docMk/>
            <pc:sldMk cId="366567195" sldId="258"/>
            <ac:spMk id="66" creationId="{00000000-0000-0000-0000-000000000000}"/>
          </ac:spMkLst>
        </pc:spChg>
        <pc:spChg chg="mod">
          <ac:chgData name="365 Pro Plus" userId="8a4ede6a-2f8b-4c6e-b52c-08ce3e3b5c4d" providerId="ADAL" clId="{DA390177-86CC-4FB2-9591-590A9DFC29D7}" dt="2020-10-26T10:20:04.656" v="2"/>
          <ac:spMkLst>
            <pc:docMk/>
            <pc:sldMk cId="366567195" sldId="258"/>
            <ac:spMk id="67" creationId="{00000000-0000-0000-0000-000000000000}"/>
          </ac:spMkLst>
        </pc:spChg>
        <pc:spChg chg="mod">
          <ac:chgData name="365 Pro Plus" userId="8a4ede6a-2f8b-4c6e-b52c-08ce3e3b5c4d" providerId="ADAL" clId="{DA390177-86CC-4FB2-9591-590A9DFC29D7}" dt="2020-10-26T10:20:04.656" v="2"/>
          <ac:spMkLst>
            <pc:docMk/>
            <pc:sldMk cId="366567195" sldId="258"/>
            <ac:spMk id="68" creationId="{00000000-0000-0000-0000-000000000000}"/>
          </ac:spMkLst>
        </pc:spChg>
        <pc:spChg chg="mod">
          <ac:chgData name="365 Pro Plus" userId="8a4ede6a-2f8b-4c6e-b52c-08ce3e3b5c4d" providerId="ADAL" clId="{DA390177-86CC-4FB2-9591-590A9DFC29D7}" dt="2020-10-26T10:20:04.656" v="2"/>
          <ac:spMkLst>
            <pc:docMk/>
            <pc:sldMk cId="366567195" sldId="258"/>
            <ac:spMk id="69" creationId="{00000000-0000-0000-0000-000000000000}"/>
          </ac:spMkLst>
        </pc:spChg>
        <pc:spChg chg="mod">
          <ac:chgData name="365 Pro Plus" userId="8a4ede6a-2f8b-4c6e-b52c-08ce3e3b5c4d" providerId="ADAL" clId="{DA390177-86CC-4FB2-9591-590A9DFC29D7}" dt="2020-10-26T10:20:04.656" v="2"/>
          <ac:spMkLst>
            <pc:docMk/>
            <pc:sldMk cId="366567195" sldId="258"/>
            <ac:spMk id="72" creationId="{00000000-0000-0000-0000-000000000000}"/>
          </ac:spMkLst>
        </pc:spChg>
        <pc:spChg chg="mod">
          <ac:chgData name="365 Pro Plus" userId="8a4ede6a-2f8b-4c6e-b52c-08ce3e3b5c4d" providerId="ADAL" clId="{DA390177-86CC-4FB2-9591-590A9DFC29D7}" dt="2020-10-26T10:20:04.656" v="2"/>
          <ac:spMkLst>
            <pc:docMk/>
            <pc:sldMk cId="366567195" sldId="258"/>
            <ac:spMk id="74" creationId="{00000000-0000-0000-0000-000000000000}"/>
          </ac:spMkLst>
        </pc:spChg>
        <pc:spChg chg="mod">
          <ac:chgData name="365 Pro Plus" userId="8a4ede6a-2f8b-4c6e-b52c-08ce3e3b5c4d" providerId="ADAL" clId="{DA390177-86CC-4FB2-9591-590A9DFC29D7}" dt="2020-10-26T10:20:04.656" v="2"/>
          <ac:spMkLst>
            <pc:docMk/>
            <pc:sldMk cId="366567195" sldId="258"/>
            <ac:spMk id="75" creationId="{00000000-0000-0000-0000-000000000000}"/>
          </ac:spMkLst>
        </pc:spChg>
        <pc:spChg chg="mod">
          <ac:chgData name="365 Pro Plus" userId="8a4ede6a-2f8b-4c6e-b52c-08ce3e3b5c4d" providerId="ADAL" clId="{DA390177-86CC-4FB2-9591-590A9DFC29D7}" dt="2020-10-26T10:20:04.656" v="2"/>
          <ac:spMkLst>
            <pc:docMk/>
            <pc:sldMk cId="366567195" sldId="258"/>
            <ac:spMk id="77" creationId="{00000000-0000-0000-0000-000000000000}"/>
          </ac:spMkLst>
        </pc:spChg>
        <pc:spChg chg="mod">
          <ac:chgData name="365 Pro Plus" userId="8a4ede6a-2f8b-4c6e-b52c-08ce3e3b5c4d" providerId="ADAL" clId="{DA390177-86CC-4FB2-9591-590A9DFC29D7}" dt="2020-10-26T10:20:04.656" v="2"/>
          <ac:spMkLst>
            <pc:docMk/>
            <pc:sldMk cId="366567195" sldId="258"/>
            <ac:spMk id="78" creationId="{00000000-0000-0000-0000-000000000000}"/>
          </ac:spMkLst>
        </pc:spChg>
        <pc:spChg chg="mod">
          <ac:chgData name="365 Pro Plus" userId="8a4ede6a-2f8b-4c6e-b52c-08ce3e3b5c4d" providerId="ADAL" clId="{DA390177-86CC-4FB2-9591-590A9DFC29D7}" dt="2020-10-26T10:20:04.656" v="2"/>
          <ac:spMkLst>
            <pc:docMk/>
            <pc:sldMk cId="366567195" sldId="258"/>
            <ac:spMk id="79" creationId="{00000000-0000-0000-0000-000000000000}"/>
          </ac:spMkLst>
        </pc:spChg>
        <pc:spChg chg="mod">
          <ac:chgData name="365 Pro Plus" userId="8a4ede6a-2f8b-4c6e-b52c-08ce3e3b5c4d" providerId="ADAL" clId="{DA390177-86CC-4FB2-9591-590A9DFC29D7}" dt="2020-10-26T10:20:04.656" v="2"/>
          <ac:spMkLst>
            <pc:docMk/>
            <pc:sldMk cId="366567195" sldId="258"/>
            <ac:spMk id="80" creationId="{00000000-0000-0000-0000-000000000000}"/>
          </ac:spMkLst>
        </pc:spChg>
        <pc:picChg chg="mod">
          <ac:chgData name="365 Pro Plus" userId="8a4ede6a-2f8b-4c6e-b52c-08ce3e3b5c4d" providerId="ADAL" clId="{DA390177-86CC-4FB2-9591-590A9DFC29D7}" dt="2020-10-26T13:46:25.368" v="422" actId="1076"/>
          <ac:picMkLst>
            <pc:docMk/>
            <pc:sldMk cId="366567195" sldId="258"/>
            <ac:picMk id="5" creationId="{2426A0D2-72A2-4582-83E3-9160987D6013}"/>
          </ac:picMkLst>
        </pc:picChg>
        <pc:picChg chg="add del mod">
          <ac:chgData name="365 Pro Plus" userId="8a4ede6a-2f8b-4c6e-b52c-08ce3e3b5c4d" providerId="ADAL" clId="{DA390177-86CC-4FB2-9591-590A9DFC29D7}" dt="2020-10-26T11:47:06.711" v="92" actId="21"/>
          <ac:picMkLst>
            <pc:docMk/>
            <pc:sldMk cId="366567195" sldId="258"/>
            <ac:picMk id="7" creationId="{F580B4C4-CF52-480F-A483-A8F10ED4659D}"/>
          </ac:picMkLst>
        </pc:picChg>
        <pc:picChg chg="mod">
          <ac:chgData name="365 Pro Plus" userId="8a4ede6a-2f8b-4c6e-b52c-08ce3e3b5c4d" providerId="ADAL" clId="{DA390177-86CC-4FB2-9591-590A9DFC29D7}" dt="2020-10-26T10:20:04.656" v="2"/>
          <ac:picMkLst>
            <pc:docMk/>
            <pc:sldMk cId="366567195" sldId="258"/>
            <ac:picMk id="70" creationId="{00000000-0000-0000-0000-000000000000}"/>
          </ac:picMkLst>
        </pc:picChg>
        <pc:picChg chg="mod">
          <ac:chgData name="365 Pro Plus" userId="8a4ede6a-2f8b-4c6e-b52c-08ce3e3b5c4d" providerId="ADAL" clId="{DA390177-86CC-4FB2-9591-590A9DFC29D7}" dt="2020-10-26T10:20:04.656" v="2"/>
          <ac:picMkLst>
            <pc:docMk/>
            <pc:sldMk cId="366567195" sldId="258"/>
            <ac:picMk id="71" creationId="{00000000-0000-0000-0000-000000000000}"/>
          </ac:picMkLst>
        </pc:picChg>
        <pc:picChg chg="mod">
          <ac:chgData name="365 Pro Plus" userId="8a4ede6a-2f8b-4c6e-b52c-08ce3e3b5c4d" providerId="ADAL" clId="{DA390177-86CC-4FB2-9591-590A9DFC29D7}" dt="2020-10-26T10:20:04.656" v="2"/>
          <ac:picMkLst>
            <pc:docMk/>
            <pc:sldMk cId="366567195" sldId="258"/>
            <ac:picMk id="73" creationId="{00000000-0000-0000-0000-000000000000}"/>
          </ac:picMkLst>
        </pc:picChg>
        <pc:picChg chg="mod">
          <ac:chgData name="365 Pro Plus" userId="8a4ede6a-2f8b-4c6e-b52c-08ce3e3b5c4d" providerId="ADAL" clId="{DA390177-86CC-4FB2-9591-590A9DFC29D7}" dt="2020-10-26T10:20:04.656" v="2"/>
          <ac:picMkLst>
            <pc:docMk/>
            <pc:sldMk cId="366567195" sldId="258"/>
            <ac:picMk id="76" creationId="{00000000-0000-0000-0000-000000000000}"/>
          </ac:picMkLst>
        </pc:picChg>
      </pc:sldChg>
      <pc:sldChg chg="addSp delSp modSp new mod">
        <pc:chgData name="365 Pro Plus" userId="8a4ede6a-2f8b-4c6e-b52c-08ce3e3b5c4d" providerId="ADAL" clId="{DA390177-86CC-4FB2-9591-590A9DFC29D7}" dt="2020-10-26T12:00:28.388" v="129" actId="21"/>
        <pc:sldMkLst>
          <pc:docMk/>
          <pc:sldMk cId="2845490694" sldId="259"/>
        </pc:sldMkLst>
        <pc:spChg chg="del">
          <ac:chgData name="365 Pro Plus" userId="8a4ede6a-2f8b-4c6e-b52c-08ce3e3b5c4d" providerId="ADAL" clId="{DA390177-86CC-4FB2-9591-590A9DFC29D7}" dt="2020-10-26T11:47:14.592" v="95" actId="26606"/>
          <ac:spMkLst>
            <pc:docMk/>
            <pc:sldMk cId="2845490694" sldId="259"/>
            <ac:spMk id="2" creationId="{8F66BD53-5CA1-4FAF-884E-4D4242B34AA6}"/>
          </ac:spMkLst>
        </pc:spChg>
        <pc:spChg chg="del">
          <ac:chgData name="365 Pro Plus" userId="8a4ede6a-2f8b-4c6e-b52c-08ce3e3b5c4d" providerId="ADAL" clId="{DA390177-86CC-4FB2-9591-590A9DFC29D7}" dt="2020-10-26T11:47:09.655" v="94" actId="22"/>
          <ac:spMkLst>
            <pc:docMk/>
            <pc:sldMk cId="2845490694" sldId="259"/>
            <ac:spMk id="3" creationId="{4E651ECB-A3E7-44D1-915D-414F845D7EB8}"/>
          </ac:spMkLst>
        </pc:spChg>
        <pc:spChg chg="add mod">
          <ac:chgData name="365 Pro Plus" userId="8a4ede6a-2f8b-4c6e-b52c-08ce3e3b5c4d" providerId="ADAL" clId="{DA390177-86CC-4FB2-9591-590A9DFC29D7}" dt="2020-10-26T11:48:16.519" v="108" actId="404"/>
          <ac:spMkLst>
            <pc:docMk/>
            <pc:sldMk cId="2845490694" sldId="259"/>
            <ac:spMk id="6" creationId="{4208214E-A007-49A4-BE6C-C6ADB4135B2C}"/>
          </ac:spMkLst>
        </pc:spChg>
        <pc:spChg chg="add del mod">
          <ac:chgData name="365 Pro Plus" userId="8a4ede6a-2f8b-4c6e-b52c-08ce3e3b5c4d" providerId="ADAL" clId="{DA390177-86CC-4FB2-9591-590A9DFC29D7}" dt="2020-10-26T12:00:28.388" v="129" actId="21"/>
          <ac:spMkLst>
            <pc:docMk/>
            <pc:sldMk cId="2845490694" sldId="259"/>
            <ac:spMk id="7" creationId="{2DC0241C-594C-44F7-A08B-FC5F933CC0EA}"/>
          </ac:spMkLst>
        </pc:spChg>
        <pc:spChg chg="mod">
          <ac:chgData name="365 Pro Plus" userId="8a4ede6a-2f8b-4c6e-b52c-08ce3e3b5c4d" providerId="ADAL" clId="{DA390177-86CC-4FB2-9591-590A9DFC29D7}" dt="2020-10-26T10:20:04.656" v="2"/>
          <ac:spMkLst>
            <pc:docMk/>
            <pc:sldMk cId="2845490694" sldId="259"/>
            <ac:spMk id="88" creationId="{00000000-0000-0000-0000-000000000000}"/>
          </ac:spMkLst>
        </pc:spChg>
        <pc:spChg chg="mod">
          <ac:chgData name="365 Pro Plus" userId="8a4ede6a-2f8b-4c6e-b52c-08ce3e3b5c4d" providerId="ADAL" clId="{DA390177-86CC-4FB2-9591-590A9DFC29D7}" dt="2020-10-26T10:20:04.656" v="2"/>
          <ac:spMkLst>
            <pc:docMk/>
            <pc:sldMk cId="2845490694" sldId="259"/>
            <ac:spMk id="89" creationId="{00000000-0000-0000-0000-000000000000}"/>
          </ac:spMkLst>
        </pc:spChg>
        <pc:spChg chg="mod">
          <ac:chgData name="365 Pro Plus" userId="8a4ede6a-2f8b-4c6e-b52c-08ce3e3b5c4d" providerId="ADAL" clId="{DA390177-86CC-4FB2-9591-590A9DFC29D7}" dt="2020-10-26T10:20:04.656" v="2"/>
          <ac:spMkLst>
            <pc:docMk/>
            <pc:sldMk cId="2845490694" sldId="259"/>
            <ac:spMk id="90" creationId="{00000000-0000-0000-0000-000000000000}"/>
          </ac:spMkLst>
        </pc:spChg>
        <pc:spChg chg="mod">
          <ac:chgData name="365 Pro Plus" userId="8a4ede6a-2f8b-4c6e-b52c-08ce3e3b5c4d" providerId="ADAL" clId="{DA390177-86CC-4FB2-9591-590A9DFC29D7}" dt="2020-10-26T10:20:04.656" v="2"/>
          <ac:spMkLst>
            <pc:docMk/>
            <pc:sldMk cId="2845490694" sldId="259"/>
            <ac:spMk id="91" creationId="{00000000-0000-0000-0000-000000000000}"/>
          </ac:spMkLst>
        </pc:spChg>
        <pc:spChg chg="mod">
          <ac:chgData name="365 Pro Plus" userId="8a4ede6a-2f8b-4c6e-b52c-08ce3e3b5c4d" providerId="ADAL" clId="{DA390177-86CC-4FB2-9591-590A9DFC29D7}" dt="2020-10-26T10:20:04.656" v="2"/>
          <ac:spMkLst>
            <pc:docMk/>
            <pc:sldMk cId="2845490694" sldId="259"/>
            <ac:spMk id="92" creationId="{00000000-0000-0000-0000-000000000000}"/>
          </ac:spMkLst>
        </pc:spChg>
        <pc:spChg chg="mod">
          <ac:chgData name="365 Pro Plus" userId="8a4ede6a-2f8b-4c6e-b52c-08ce3e3b5c4d" providerId="ADAL" clId="{DA390177-86CC-4FB2-9591-590A9DFC29D7}" dt="2020-10-26T10:20:04.656" v="2"/>
          <ac:spMkLst>
            <pc:docMk/>
            <pc:sldMk cId="2845490694" sldId="259"/>
            <ac:spMk id="93" creationId="{00000000-0000-0000-0000-000000000000}"/>
          </ac:spMkLst>
        </pc:spChg>
        <pc:spChg chg="mod">
          <ac:chgData name="365 Pro Plus" userId="8a4ede6a-2f8b-4c6e-b52c-08ce3e3b5c4d" providerId="ADAL" clId="{DA390177-86CC-4FB2-9591-590A9DFC29D7}" dt="2020-10-26T10:20:04.656" v="2"/>
          <ac:spMkLst>
            <pc:docMk/>
            <pc:sldMk cId="2845490694" sldId="259"/>
            <ac:spMk id="94" creationId="{00000000-0000-0000-0000-000000000000}"/>
          </ac:spMkLst>
        </pc:spChg>
        <pc:spChg chg="mod">
          <ac:chgData name="365 Pro Plus" userId="8a4ede6a-2f8b-4c6e-b52c-08ce3e3b5c4d" providerId="ADAL" clId="{DA390177-86CC-4FB2-9591-590A9DFC29D7}" dt="2020-10-26T10:20:04.656" v="2"/>
          <ac:spMkLst>
            <pc:docMk/>
            <pc:sldMk cId="2845490694" sldId="259"/>
            <ac:spMk id="95" creationId="{00000000-0000-0000-0000-000000000000}"/>
          </ac:spMkLst>
        </pc:spChg>
        <pc:picChg chg="add mod">
          <ac:chgData name="365 Pro Plus" userId="8a4ede6a-2f8b-4c6e-b52c-08ce3e3b5c4d" providerId="ADAL" clId="{DA390177-86CC-4FB2-9591-590A9DFC29D7}" dt="2020-10-26T11:47:14.592" v="95" actId="26606"/>
          <ac:picMkLst>
            <pc:docMk/>
            <pc:sldMk cId="2845490694" sldId="259"/>
            <ac:picMk id="5" creationId="{4F32982A-4CC3-44AB-8AC5-1DF69F228C58}"/>
          </ac:picMkLst>
        </pc:picChg>
        <pc:picChg chg="mod">
          <ac:chgData name="365 Pro Plus" userId="8a4ede6a-2f8b-4c6e-b52c-08ce3e3b5c4d" providerId="ADAL" clId="{DA390177-86CC-4FB2-9591-590A9DFC29D7}" dt="2020-10-26T10:20:04.656" v="2"/>
          <ac:picMkLst>
            <pc:docMk/>
            <pc:sldMk cId="2845490694" sldId="259"/>
            <ac:picMk id="85" creationId="{00000000-0000-0000-0000-000000000000}"/>
          </ac:picMkLst>
        </pc:picChg>
        <pc:picChg chg="mod">
          <ac:chgData name="365 Pro Plus" userId="8a4ede6a-2f8b-4c6e-b52c-08ce3e3b5c4d" providerId="ADAL" clId="{DA390177-86CC-4FB2-9591-590A9DFC29D7}" dt="2020-10-26T10:20:04.656" v="2"/>
          <ac:picMkLst>
            <pc:docMk/>
            <pc:sldMk cId="2845490694" sldId="259"/>
            <ac:picMk id="86" creationId="{00000000-0000-0000-0000-000000000000}"/>
          </ac:picMkLst>
        </pc:picChg>
        <pc:picChg chg="mod">
          <ac:chgData name="365 Pro Plus" userId="8a4ede6a-2f8b-4c6e-b52c-08ce3e3b5c4d" providerId="ADAL" clId="{DA390177-86CC-4FB2-9591-590A9DFC29D7}" dt="2020-10-26T10:20:04.656" v="2"/>
          <ac:picMkLst>
            <pc:docMk/>
            <pc:sldMk cId="2845490694" sldId="259"/>
            <ac:picMk id="87" creationId="{00000000-0000-0000-0000-000000000000}"/>
          </ac:picMkLst>
        </pc:picChg>
      </pc:sldChg>
      <pc:sldChg chg="modSp del mod modNotes">
        <pc:chgData name="365 Pro Plus" userId="8a4ede6a-2f8b-4c6e-b52c-08ce3e3b5c4d" providerId="ADAL" clId="{DA390177-86CC-4FB2-9591-590A9DFC29D7}" dt="2020-11-02T10:59:37.394" v="3675" actId="1076"/>
        <pc:sldMkLst>
          <pc:docMk/>
          <pc:sldMk cId="770192530" sldId="260"/>
        </pc:sldMkLst>
        <pc:spChg chg="add del">
          <ac:chgData name="365 Pro Plus" userId="8a4ede6a-2f8b-4c6e-b52c-08ce3e3b5c4d" providerId="ADAL" clId="{DA390177-86CC-4FB2-9591-590A9DFC29D7}" dt="2020-10-26T11:59:51.338" v="126" actId="26606"/>
          <ac:spMkLst>
            <pc:docMk/>
            <pc:sldMk cId="770192530" sldId="260"/>
            <ac:spMk id="2" creationId="{13540400-1D9A-4204-B3AC-B5C440F415D4}"/>
          </ac:spMkLst>
        </pc:spChg>
        <pc:spChg chg="del">
          <ac:chgData name="365 Pro Plus" userId="8a4ede6a-2f8b-4c6e-b52c-08ce3e3b5c4d" providerId="ADAL" clId="{DA390177-86CC-4FB2-9591-590A9DFC29D7}" dt="2020-10-26T11:57:58.625" v="111"/>
          <ac:spMkLst>
            <pc:docMk/>
            <pc:sldMk cId="770192530" sldId="260"/>
            <ac:spMk id="3" creationId="{7C60C4AA-4788-4543-8E94-AE29A9EDCDFE}"/>
          </ac:spMkLst>
        </pc:spChg>
        <pc:spChg chg="add del mod">
          <ac:chgData name="365 Pro Plus" userId="8a4ede6a-2f8b-4c6e-b52c-08ce3e3b5c4d" providerId="ADAL" clId="{DA390177-86CC-4FB2-9591-590A9DFC29D7}" dt="2020-10-26T11:59:51.338" v="126" actId="26606"/>
          <ac:spMkLst>
            <pc:docMk/>
            <pc:sldMk cId="770192530" sldId="260"/>
            <ac:spMk id="6" creationId="{722AE6F2-7F52-4439-BF9A-0C422F62668E}"/>
          </ac:spMkLst>
        </pc:spChg>
        <pc:spChg chg="add del">
          <ac:chgData name="365 Pro Plus" userId="8a4ede6a-2f8b-4c6e-b52c-08ce3e3b5c4d" providerId="ADAL" clId="{DA390177-86CC-4FB2-9591-590A9DFC29D7}" dt="2020-10-26T12:00:31.589" v="131" actId="22"/>
          <ac:spMkLst>
            <pc:docMk/>
            <pc:sldMk cId="770192530" sldId="260"/>
            <ac:spMk id="7" creationId="{BD3C9E61-DD02-479B-BF0F-C587853082CD}"/>
          </ac:spMkLst>
        </pc:spChg>
        <pc:spChg chg="add mod">
          <ac:chgData name="365 Pro Plus" userId="8a4ede6a-2f8b-4c6e-b52c-08ce3e3b5c4d" providerId="ADAL" clId="{DA390177-86CC-4FB2-9591-590A9DFC29D7}" dt="2020-11-02T10:59:37.394" v="3675" actId="1076"/>
          <ac:spMkLst>
            <pc:docMk/>
            <pc:sldMk cId="770192530" sldId="260"/>
            <ac:spMk id="8" creationId="{BA22EB67-4D35-4405-8AD3-908BB186EA0B}"/>
          </ac:spMkLst>
        </pc:spChg>
        <pc:spChg chg="add del">
          <ac:chgData name="365 Pro Plus" userId="8a4ede6a-2f8b-4c6e-b52c-08ce3e3b5c4d" providerId="ADAL" clId="{DA390177-86CC-4FB2-9591-590A9DFC29D7}" dt="2020-10-26T11:59:51.334" v="125" actId="26606"/>
          <ac:spMkLst>
            <pc:docMk/>
            <pc:sldMk cId="770192530" sldId="260"/>
            <ac:spMk id="71" creationId="{1EC7F0E9-EEA8-4DE3-841D-4E4D1FB70C5F}"/>
          </ac:spMkLst>
        </pc:spChg>
        <pc:spChg chg="mod">
          <ac:chgData name="365 Pro Plus" userId="8a4ede6a-2f8b-4c6e-b52c-08ce3e3b5c4d" providerId="ADAL" clId="{DA390177-86CC-4FB2-9591-590A9DFC29D7}" dt="2020-10-26T10:20:04.656" v="2"/>
          <ac:spMkLst>
            <pc:docMk/>
            <pc:sldMk cId="770192530" sldId="260"/>
            <ac:spMk id="100" creationId="{00000000-0000-0000-0000-000000000000}"/>
          </ac:spMkLst>
        </pc:spChg>
        <pc:spChg chg="mod">
          <ac:chgData name="365 Pro Plus" userId="8a4ede6a-2f8b-4c6e-b52c-08ce3e3b5c4d" providerId="ADAL" clId="{DA390177-86CC-4FB2-9591-590A9DFC29D7}" dt="2020-10-26T10:20:04.656" v="2"/>
          <ac:spMkLst>
            <pc:docMk/>
            <pc:sldMk cId="770192530" sldId="260"/>
            <ac:spMk id="101" creationId="{00000000-0000-0000-0000-000000000000}"/>
          </ac:spMkLst>
        </pc:spChg>
        <pc:picChg chg="add del mod">
          <ac:chgData name="365 Pro Plus" userId="8a4ede6a-2f8b-4c6e-b52c-08ce3e3b5c4d" providerId="ADAL" clId="{DA390177-86CC-4FB2-9591-590A9DFC29D7}" dt="2020-10-26T11:59:38.738" v="120" actId="478"/>
          <ac:picMkLst>
            <pc:docMk/>
            <pc:sldMk cId="770192530" sldId="260"/>
            <ac:picMk id="4" creationId="{B155825D-C65B-4DE6-93D6-1A11BA76DE16}"/>
          </ac:picMkLst>
        </pc:picChg>
        <pc:picChg chg="add mod">
          <ac:chgData name="365 Pro Plus" userId="8a4ede6a-2f8b-4c6e-b52c-08ce3e3b5c4d" providerId="ADAL" clId="{DA390177-86CC-4FB2-9591-590A9DFC29D7}" dt="2020-10-26T11:59:57.934" v="127" actId="14100"/>
          <ac:picMkLst>
            <pc:docMk/>
            <pc:sldMk cId="770192530" sldId="260"/>
            <ac:picMk id="1026" creationId="{FF23E608-366F-46BA-B4B0-B98A23E64807}"/>
          </ac:picMkLst>
        </pc:picChg>
      </pc:sldChg>
      <pc:sldChg chg="addSp delSp modSp new mod modClrScheme chgLayout">
        <pc:chgData name="365 Pro Plus" userId="8a4ede6a-2f8b-4c6e-b52c-08ce3e3b5c4d" providerId="ADAL" clId="{DA390177-86CC-4FB2-9591-590A9DFC29D7}" dt="2020-10-26T12:10:24.007" v="211" actId="1076"/>
        <pc:sldMkLst>
          <pc:docMk/>
          <pc:sldMk cId="2107329019" sldId="261"/>
        </pc:sldMkLst>
        <pc:spChg chg="del mod ord">
          <ac:chgData name="365 Pro Plus" userId="8a4ede6a-2f8b-4c6e-b52c-08ce3e3b5c4d" providerId="ADAL" clId="{DA390177-86CC-4FB2-9591-590A9DFC29D7}" dt="2020-10-26T12:01:12.214" v="135" actId="700"/>
          <ac:spMkLst>
            <pc:docMk/>
            <pc:sldMk cId="2107329019" sldId="261"/>
            <ac:spMk id="2" creationId="{F541826E-7048-4FF4-AE19-829C4BCA8824}"/>
          </ac:spMkLst>
        </pc:spChg>
        <pc:spChg chg="del">
          <ac:chgData name="365 Pro Plus" userId="8a4ede6a-2f8b-4c6e-b52c-08ce3e3b5c4d" providerId="ADAL" clId="{DA390177-86CC-4FB2-9591-590A9DFC29D7}" dt="2020-10-26T12:01:12.214" v="135" actId="700"/>
          <ac:spMkLst>
            <pc:docMk/>
            <pc:sldMk cId="2107329019" sldId="261"/>
            <ac:spMk id="3" creationId="{EAF2507E-C310-4A9F-B2E2-3AD4AC8723B6}"/>
          </ac:spMkLst>
        </pc:spChg>
        <pc:spChg chg="add mod ord">
          <ac:chgData name="365 Pro Plus" userId="8a4ede6a-2f8b-4c6e-b52c-08ce3e3b5c4d" providerId="ADAL" clId="{DA390177-86CC-4FB2-9591-590A9DFC29D7}" dt="2020-10-26T12:10:24.007" v="211" actId="1076"/>
          <ac:spMkLst>
            <pc:docMk/>
            <pc:sldMk cId="2107329019" sldId="261"/>
            <ac:spMk id="4" creationId="{B28EC8F4-3E4D-48DA-8933-492599F096FF}"/>
          </ac:spMkLst>
        </pc:spChg>
        <pc:spChg chg="add mod">
          <ac:chgData name="365 Pro Plus" userId="8a4ede6a-2f8b-4c6e-b52c-08ce3e3b5c4d" providerId="ADAL" clId="{DA390177-86CC-4FB2-9591-590A9DFC29D7}" dt="2020-10-26T12:10:24.007" v="211" actId="1076"/>
          <ac:spMkLst>
            <pc:docMk/>
            <pc:sldMk cId="2107329019" sldId="261"/>
            <ac:spMk id="9" creationId="{D5DCE78F-8B6A-4608-B80B-61AA420F2B47}"/>
          </ac:spMkLst>
        </pc:spChg>
        <pc:spChg chg="mod">
          <ac:chgData name="365 Pro Plus" userId="8a4ede6a-2f8b-4c6e-b52c-08ce3e3b5c4d" providerId="ADAL" clId="{DA390177-86CC-4FB2-9591-590A9DFC29D7}" dt="2020-10-26T10:20:04.656" v="2"/>
          <ac:spMkLst>
            <pc:docMk/>
            <pc:sldMk cId="2107329019" sldId="261"/>
            <ac:spMk id="106" creationId="{00000000-0000-0000-0000-000000000000}"/>
          </ac:spMkLst>
        </pc:spChg>
        <pc:spChg chg="mod">
          <ac:chgData name="365 Pro Plus" userId="8a4ede6a-2f8b-4c6e-b52c-08ce3e3b5c4d" providerId="ADAL" clId="{DA390177-86CC-4FB2-9591-590A9DFC29D7}" dt="2020-10-26T10:20:04.656" v="2"/>
          <ac:spMkLst>
            <pc:docMk/>
            <pc:sldMk cId="2107329019" sldId="261"/>
            <ac:spMk id="107" creationId="{00000000-0000-0000-0000-000000000000}"/>
          </ac:spMkLst>
        </pc:spChg>
        <pc:spChg chg="mod">
          <ac:chgData name="365 Pro Plus" userId="8a4ede6a-2f8b-4c6e-b52c-08ce3e3b5c4d" providerId="ADAL" clId="{DA390177-86CC-4FB2-9591-590A9DFC29D7}" dt="2020-10-26T10:20:04.656" v="2"/>
          <ac:spMkLst>
            <pc:docMk/>
            <pc:sldMk cId="2107329019" sldId="261"/>
            <ac:spMk id="108" creationId="{00000000-0000-0000-0000-000000000000}"/>
          </ac:spMkLst>
        </pc:spChg>
        <pc:spChg chg="mod">
          <ac:chgData name="365 Pro Plus" userId="8a4ede6a-2f8b-4c6e-b52c-08ce3e3b5c4d" providerId="ADAL" clId="{DA390177-86CC-4FB2-9591-590A9DFC29D7}" dt="2020-10-26T10:20:04.656" v="2"/>
          <ac:spMkLst>
            <pc:docMk/>
            <pc:sldMk cId="2107329019" sldId="261"/>
            <ac:spMk id="109" creationId="{00000000-0000-0000-0000-000000000000}"/>
          </ac:spMkLst>
        </pc:spChg>
        <pc:spChg chg="mod">
          <ac:chgData name="365 Pro Plus" userId="8a4ede6a-2f8b-4c6e-b52c-08ce3e3b5c4d" providerId="ADAL" clId="{DA390177-86CC-4FB2-9591-590A9DFC29D7}" dt="2020-10-26T10:20:04.656" v="2"/>
          <ac:spMkLst>
            <pc:docMk/>
            <pc:sldMk cId="2107329019" sldId="261"/>
            <ac:spMk id="110" creationId="{00000000-0000-0000-0000-000000000000}"/>
          </ac:spMkLst>
        </pc:spChg>
        <pc:spChg chg="mod">
          <ac:chgData name="365 Pro Plus" userId="8a4ede6a-2f8b-4c6e-b52c-08ce3e3b5c4d" providerId="ADAL" clId="{DA390177-86CC-4FB2-9591-590A9DFC29D7}" dt="2020-10-26T10:20:04.656" v="2"/>
          <ac:spMkLst>
            <pc:docMk/>
            <pc:sldMk cId="2107329019" sldId="261"/>
            <ac:spMk id="111" creationId="{00000000-0000-0000-0000-000000000000}"/>
          </ac:spMkLst>
        </pc:spChg>
        <pc:spChg chg="mod">
          <ac:chgData name="365 Pro Plus" userId="8a4ede6a-2f8b-4c6e-b52c-08ce3e3b5c4d" providerId="ADAL" clId="{DA390177-86CC-4FB2-9591-590A9DFC29D7}" dt="2020-10-26T10:20:04.656" v="2"/>
          <ac:spMkLst>
            <pc:docMk/>
            <pc:sldMk cId="2107329019" sldId="261"/>
            <ac:spMk id="112" creationId="{00000000-0000-0000-0000-000000000000}"/>
          </ac:spMkLst>
        </pc:spChg>
        <pc:spChg chg="mod">
          <ac:chgData name="365 Pro Plus" userId="8a4ede6a-2f8b-4c6e-b52c-08ce3e3b5c4d" providerId="ADAL" clId="{DA390177-86CC-4FB2-9591-590A9DFC29D7}" dt="2020-10-26T10:20:04.656" v="2"/>
          <ac:spMkLst>
            <pc:docMk/>
            <pc:sldMk cId="2107329019" sldId="261"/>
            <ac:spMk id="113" creationId="{00000000-0000-0000-0000-000000000000}"/>
          </ac:spMkLst>
        </pc:spChg>
        <pc:spChg chg="mod">
          <ac:chgData name="365 Pro Plus" userId="8a4ede6a-2f8b-4c6e-b52c-08ce3e3b5c4d" providerId="ADAL" clId="{DA390177-86CC-4FB2-9591-590A9DFC29D7}" dt="2020-10-26T10:20:04.656" v="2"/>
          <ac:spMkLst>
            <pc:docMk/>
            <pc:sldMk cId="2107329019" sldId="261"/>
            <ac:spMk id="114" creationId="{00000000-0000-0000-0000-000000000000}"/>
          </ac:spMkLst>
        </pc:spChg>
        <pc:spChg chg="mod">
          <ac:chgData name="365 Pro Plus" userId="8a4ede6a-2f8b-4c6e-b52c-08ce3e3b5c4d" providerId="ADAL" clId="{DA390177-86CC-4FB2-9591-590A9DFC29D7}" dt="2020-10-26T10:20:04.656" v="2"/>
          <ac:spMkLst>
            <pc:docMk/>
            <pc:sldMk cId="2107329019" sldId="261"/>
            <ac:spMk id="115" creationId="{00000000-0000-0000-0000-000000000000}"/>
          </ac:spMkLst>
        </pc:spChg>
      </pc:sldChg>
      <pc:sldChg chg="addSp delSp modSp new mod">
        <pc:chgData name="365 Pro Plus" userId="8a4ede6a-2f8b-4c6e-b52c-08ce3e3b5c4d" providerId="ADAL" clId="{DA390177-86CC-4FB2-9591-590A9DFC29D7}" dt="2020-10-26T12:12:30.550" v="254" actId="26606"/>
        <pc:sldMkLst>
          <pc:docMk/>
          <pc:sldMk cId="2846169660" sldId="262"/>
        </pc:sldMkLst>
        <pc:spChg chg="mod">
          <ac:chgData name="365 Pro Plus" userId="8a4ede6a-2f8b-4c6e-b52c-08ce3e3b5c4d" providerId="ADAL" clId="{DA390177-86CC-4FB2-9591-590A9DFC29D7}" dt="2020-10-26T12:12:30.550" v="254" actId="26606"/>
          <ac:spMkLst>
            <pc:docMk/>
            <pc:sldMk cId="2846169660" sldId="262"/>
            <ac:spMk id="2" creationId="{D3BB3719-587A-4FF6-9446-421A2A3EF45C}"/>
          </ac:spMkLst>
        </pc:spChg>
        <pc:spChg chg="del">
          <ac:chgData name="365 Pro Plus" userId="8a4ede6a-2f8b-4c6e-b52c-08ce3e3b5c4d" providerId="ADAL" clId="{DA390177-86CC-4FB2-9591-590A9DFC29D7}" dt="2020-10-26T12:11:53.698" v="225"/>
          <ac:spMkLst>
            <pc:docMk/>
            <pc:sldMk cId="2846169660" sldId="262"/>
            <ac:spMk id="3" creationId="{CC115C5A-E8B0-45CB-A3CD-C37883AC0803}"/>
          </ac:spMkLst>
        </pc:spChg>
        <pc:spChg chg="add del mod">
          <ac:chgData name="365 Pro Plus" userId="8a4ede6a-2f8b-4c6e-b52c-08ce3e3b5c4d" providerId="ADAL" clId="{DA390177-86CC-4FB2-9591-590A9DFC29D7}" dt="2020-10-26T13:53:18.226" v="427" actId="22"/>
          <ac:spMkLst>
            <pc:docMk/>
            <pc:sldMk cId="2846169660" sldId="262"/>
            <ac:spMk id="4" creationId="{3A84DEC4-76B1-49B1-A0EB-EE759D102056}"/>
          </ac:spMkLst>
        </pc:spChg>
        <pc:spChg chg="add mod">
          <ac:chgData name="365 Pro Plus" userId="8a4ede6a-2f8b-4c6e-b52c-08ce3e3b5c4d" providerId="ADAL" clId="{DA390177-86CC-4FB2-9591-590A9DFC29D7}" dt="2020-10-26T13:54:00.289" v="438" actId="14100"/>
          <ac:spMkLst>
            <pc:docMk/>
            <pc:sldMk cId="2846169660" sldId="262"/>
            <ac:spMk id="71" creationId="{14CF6EDF-3F42-4C50-83E3-901AEB187F47}"/>
          </ac:spMkLst>
        </pc:spChg>
        <pc:spChg chg="mod">
          <ac:chgData name="365 Pro Plus" userId="8a4ede6a-2f8b-4c6e-b52c-08ce3e3b5c4d" providerId="ADAL" clId="{DA390177-86CC-4FB2-9591-590A9DFC29D7}" dt="2020-10-26T10:20:04.656" v="2"/>
          <ac:spMkLst>
            <pc:docMk/>
            <pc:sldMk cId="2846169660" sldId="262"/>
            <ac:spMk id="120" creationId="{00000000-0000-0000-0000-000000000000}"/>
          </ac:spMkLst>
        </pc:spChg>
        <pc:spChg chg="mod">
          <ac:chgData name="365 Pro Plus" userId="8a4ede6a-2f8b-4c6e-b52c-08ce3e3b5c4d" providerId="ADAL" clId="{DA390177-86CC-4FB2-9591-590A9DFC29D7}" dt="2020-10-26T10:20:04.656" v="2"/>
          <ac:spMkLst>
            <pc:docMk/>
            <pc:sldMk cId="2846169660" sldId="262"/>
            <ac:spMk id="122" creationId="{00000000-0000-0000-0000-000000000000}"/>
          </ac:spMkLst>
        </pc:spChg>
        <pc:picChg chg="add mod">
          <ac:chgData name="365 Pro Plus" userId="8a4ede6a-2f8b-4c6e-b52c-08ce3e3b5c4d" providerId="ADAL" clId="{DA390177-86CC-4FB2-9591-590A9DFC29D7}" dt="2020-10-26T12:12:12.949" v="247" actId="571"/>
          <ac:picMkLst>
            <pc:docMk/>
            <pc:sldMk cId="2846169660" sldId="262"/>
            <ac:picMk id="5" creationId="{B99DF58B-0697-41EF-90C7-DE4495A400F0}"/>
          </ac:picMkLst>
        </pc:picChg>
        <pc:picChg chg="add mod">
          <ac:chgData name="365 Pro Plus" userId="8a4ede6a-2f8b-4c6e-b52c-08ce3e3b5c4d" providerId="ADAL" clId="{DA390177-86CC-4FB2-9591-590A9DFC29D7}" dt="2020-10-26T13:53:51.887" v="435" actId="14100"/>
          <ac:picMkLst>
            <pc:docMk/>
            <pc:sldMk cId="2846169660" sldId="262"/>
            <ac:picMk id="5" creationId="{CB636CCD-7672-4D3E-B5EF-C4B0A863BA35}"/>
          </ac:picMkLst>
        </pc:picChg>
        <pc:picChg chg="mod">
          <ac:chgData name="365 Pro Plus" userId="8a4ede6a-2f8b-4c6e-b52c-08ce3e3b5c4d" providerId="ADAL" clId="{DA390177-86CC-4FB2-9591-590A9DFC29D7}" dt="2020-10-26T10:20:04.656" v="2"/>
          <ac:picMkLst>
            <pc:docMk/>
            <pc:sldMk cId="2846169660" sldId="262"/>
            <ac:picMk id="121" creationId="{00000000-0000-0000-0000-000000000000}"/>
          </ac:picMkLst>
        </pc:picChg>
        <pc:picChg chg="add del mod">
          <ac:chgData name="365 Pro Plus" userId="8a4ede6a-2f8b-4c6e-b52c-08ce3e3b5c4d" providerId="ADAL" clId="{DA390177-86CC-4FB2-9591-590A9DFC29D7}" dt="2020-10-26T13:53:16.945" v="426" actId="21"/>
          <ac:picMkLst>
            <pc:docMk/>
            <pc:sldMk cId="2846169660" sldId="262"/>
            <ac:picMk id="2050" creationId="{0AD7B9AB-7E71-4E3B-AB7E-05609AB7A901}"/>
          </ac:picMkLst>
        </pc:picChg>
        <pc:picChg chg="add mod">
          <ac:chgData name="365 Pro Plus" userId="8a4ede6a-2f8b-4c6e-b52c-08ce3e3b5c4d" providerId="ADAL" clId="{DA390177-86CC-4FB2-9591-590A9DFC29D7}" dt="2020-10-26T12:12:30.550" v="254" actId="26606"/>
          <ac:picMkLst>
            <pc:docMk/>
            <pc:sldMk cId="2846169660" sldId="262"/>
            <ac:picMk id="3074" creationId="{E8C92918-ABE8-4B1E-BAAA-095D97876D67}"/>
          </ac:picMkLst>
        </pc:picChg>
      </pc:sldChg>
      <pc:sldChg chg="modSp del modNotes">
        <pc:chgData name="365 Pro Plus" userId="8a4ede6a-2f8b-4c6e-b52c-08ce3e3b5c4d" providerId="ADAL" clId="{DA390177-86CC-4FB2-9591-590A9DFC29D7}" dt="2020-10-26T11:27:18.487" v="73" actId="47"/>
        <pc:sldMkLst>
          <pc:docMk/>
          <pc:sldMk cId="798617843" sldId="263"/>
        </pc:sldMkLst>
        <pc:spChg chg="del">
          <ac:chgData name="365 Pro Plus" userId="8a4ede6a-2f8b-4c6e-b52c-08ce3e3b5c4d" providerId="ADAL" clId="{DA390177-86CC-4FB2-9591-590A9DFC29D7}" dt="2020-10-26T12:08:41.888" v="205" actId="26606"/>
          <ac:spMkLst>
            <pc:docMk/>
            <pc:sldMk cId="798617843" sldId="263"/>
            <ac:spMk id="2" creationId="{7AF3E7D8-BEC7-4BAB-81B2-486FBE749628}"/>
          </ac:spMkLst>
        </pc:spChg>
        <pc:spChg chg="del">
          <ac:chgData name="365 Pro Plus" userId="8a4ede6a-2f8b-4c6e-b52c-08ce3e3b5c4d" providerId="ADAL" clId="{DA390177-86CC-4FB2-9591-590A9DFC29D7}" dt="2020-10-26T12:08:36.739" v="204"/>
          <ac:spMkLst>
            <pc:docMk/>
            <pc:sldMk cId="798617843" sldId="263"/>
            <ac:spMk id="3" creationId="{4A9DF1C7-05AD-4FD5-AA10-7DD3A2F459E0}"/>
          </ac:spMkLst>
        </pc:spChg>
        <pc:spChg chg="add mod">
          <ac:chgData name="365 Pro Plus" userId="8a4ede6a-2f8b-4c6e-b52c-08ce3e3b5c4d" providerId="ADAL" clId="{DA390177-86CC-4FB2-9591-590A9DFC29D7}" dt="2020-10-26T12:09:16.529" v="210"/>
          <ac:spMkLst>
            <pc:docMk/>
            <pc:sldMk cId="798617843" sldId="263"/>
            <ac:spMk id="5" creationId="{AEB8A8A8-8183-48DE-9BE8-53058EA7ECAA}"/>
          </ac:spMkLst>
        </pc:spChg>
        <pc:spChg chg="add del">
          <ac:chgData name="365 Pro Plus" userId="8a4ede6a-2f8b-4c6e-b52c-08ce3e3b5c4d" providerId="ADAL" clId="{DA390177-86CC-4FB2-9591-590A9DFC29D7}" dt="2020-10-26T12:09:03.540" v="208" actId="22"/>
          <ac:spMkLst>
            <pc:docMk/>
            <pc:sldMk cId="798617843" sldId="263"/>
            <ac:spMk id="6" creationId="{AB3050F6-3909-407D-A6DA-FD570645164C}"/>
          </ac:spMkLst>
        </pc:spChg>
        <pc:spChg chg="mod">
          <ac:chgData name="365 Pro Plus" userId="8a4ede6a-2f8b-4c6e-b52c-08ce3e3b5c4d" providerId="ADAL" clId="{DA390177-86CC-4FB2-9591-590A9DFC29D7}" dt="2020-10-26T10:20:04.656" v="2"/>
          <ac:spMkLst>
            <pc:docMk/>
            <pc:sldMk cId="798617843" sldId="263"/>
            <ac:spMk id="127" creationId="{00000000-0000-0000-0000-000000000000}"/>
          </ac:spMkLst>
        </pc:spChg>
        <pc:spChg chg="mod">
          <ac:chgData name="365 Pro Plus" userId="8a4ede6a-2f8b-4c6e-b52c-08ce3e3b5c4d" providerId="ADAL" clId="{DA390177-86CC-4FB2-9591-590A9DFC29D7}" dt="2020-10-26T10:20:04.656" v="2"/>
          <ac:spMkLst>
            <pc:docMk/>
            <pc:sldMk cId="798617843" sldId="263"/>
            <ac:spMk id="131" creationId="{00000000-0000-0000-0000-000000000000}"/>
          </ac:spMkLst>
        </pc:spChg>
        <pc:spChg chg="mod">
          <ac:chgData name="365 Pro Plus" userId="8a4ede6a-2f8b-4c6e-b52c-08ce3e3b5c4d" providerId="ADAL" clId="{DA390177-86CC-4FB2-9591-590A9DFC29D7}" dt="2020-10-26T10:20:04.656" v="2"/>
          <ac:spMkLst>
            <pc:docMk/>
            <pc:sldMk cId="798617843" sldId="263"/>
            <ac:spMk id="132" creationId="{00000000-0000-0000-0000-000000000000}"/>
          </ac:spMkLst>
        </pc:spChg>
        <pc:spChg chg="mod">
          <ac:chgData name="365 Pro Plus" userId="8a4ede6a-2f8b-4c6e-b52c-08ce3e3b5c4d" providerId="ADAL" clId="{DA390177-86CC-4FB2-9591-590A9DFC29D7}" dt="2020-10-26T10:20:04.656" v="2"/>
          <ac:spMkLst>
            <pc:docMk/>
            <pc:sldMk cId="798617843" sldId="263"/>
            <ac:spMk id="133" creationId="{00000000-0000-0000-0000-000000000000}"/>
          </ac:spMkLst>
        </pc:spChg>
        <pc:spChg chg="mod">
          <ac:chgData name="365 Pro Plus" userId="8a4ede6a-2f8b-4c6e-b52c-08ce3e3b5c4d" providerId="ADAL" clId="{DA390177-86CC-4FB2-9591-590A9DFC29D7}" dt="2020-10-26T10:20:04.656" v="2"/>
          <ac:spMkLst>
            <pc:docMk/>
            <pc:sldMk cId="798617843" sldId="263"/>
            <ac:spMk id="134" creationId="{00000000-0000-0000-0000-000000000000}"/>
          </ac:spMkLst>
        </pc:spChg>
        <pc:spChg chg="mod">
          <ac:chgData name="365 Pro Plus" userId="8a4ede6a-2f8b-4c6e-b52c-08ce3e3b5c4d" providerId="ADAL" clId="{DA390177-86CC-4FB2-9591-590A9DFC29D7}" dt="2020-10-26T10:20:04.656" v="2"/>
          <ac:spMkLst>
            <pc:docMk/>
            <pc:sldMk cId="798617843" sldId="263"/>
            <ac:spMk id="136" creationId="{00000000-0000-0000-0000-000000000000}"/>
          </ac:spMkLst>
        </pc:spChg>
        <pc:spChg chg="mod">
          <ac:chgData name="365 Pro Plus" userId="8a4ede6a-2f8b-4c6e-b52c-08ce3e3b5c4d" providerId="ADAL" clId="{DA390177-86CC-4FB2-9591-590A9DFC29D7}" dt="2020-10-26T10:20:04.656" v="2"/>
          <ac:spMkLst>
            <pc:docMk/>
            <pc:sldMk cId="798617843" sldId="263"/>
            <ac:spMk id="137" creationId="{00000000-0000-0000-0000-000000000000}"/>
          </ac:spMkLst>
        </pc:spChg>
        <pc:spChg chg="mod">
          <ac:chgData name="365 Pro Plus" userId="8a4ede6a-2f8b-4c6e-b52c-08ce3e3b5c4d" providerId="ADAL" clId="{DA390177-86CC-4FB2-9591-590A9DFC29D7}" dt="2020-10-26T10:20:04.656" v="2"/>
          <ac:spMkLst>
            <pc:docMk/>
            <pc:sldMk cId="798617843" sldId="263"/>
            <ac:spMk id="138" creationId="{00000000-0000-0000-0000-000000000000}"/>
          </ac:spMkLst>
        </pc:spChg>
        <pc:spChg chg="mod">
          <ac:chgData name="365 Pro Plus" userId="8a4ede6a-2f8b-4c6e-b52c-08ce3e3b5c4d" providerId="ADAL" clId="{DA390177-86CC-4FB2-9591-590A9DFC29D7}" dt="2020-10-26T10:20:04.656" v="2"/>
          <ac:spMkLst>
            <pc:docMk/>
            <pc:sldMk cId="798617843" sldId="263"/>
            <ac:spMk id="139" creationId="{00000000-0000-0000-0000-000000000000}"/>
          </ac:spMkLst>
        </pc:spChg>
        <pc:spChg chg="mod">
          <ac:chgData name="365 Pro Plus" userId="8a4ede6a-2f8b-4c6e-b52c-08ce3e3b5c4d" providerId="ADAL" clId="{DA390177-86CC-4FB2-9591-590A9DFC29D7}" dt="2020-10-26T10:20:04.656" v="2"/>
          <ac:spMkLst>
            <pc:docMk/>
            <pc:sldMk cId="798617843" sldId="263"/>
            <ac:spMk id="140" creationId="{00000000-0000-0000-0000-000000000000}"/>
          </ac:spMkLst>
        </pc:spChg>
        <pc:spChg chg="mod">
          <ac:chgData name="365 Pro Plus" userId="8a4ede6a-2f8b-4c6e-b52c-08ce3e3b5c4d" providerId="ADAL" clId="{DA390177-86CC-4FB2-9591-590A9DFC29D7}" dt="2020-10-26T10:20:04.656" v="2"/>
          <ac:spMkLst>
            <pc:docMk/>
            <pc:sldMk cId="798617843" sldId="263"/>
            <ac:spMk id="141" creationId="{00000000-0000-0000-0000-000000000000}"/>
          </ac:spMkLst>
        </pc:spChg>
        <pc:picChg chg="mod">
          <ac:chgData name="365 Pro Plus" userId="8a4ede6a-2f8b-4c6e-b52c-08ce3e3b5c4d" providerId="ADAL" clId="{DA390177-86CC-4FB2-9591-590A9DFC29D7}" dt="2020-10-26T10:20:04.656" v="2"/>
          <ac:picMkLst>
            <pc:docMk/>
            <pc:sldMk cId="798617843" sldId="263"/>
            <ac:picMk id="128" creationId="{00000000-0000-0000-0000-000000000000}"/>
          </ac:picMkLst>
        </pc:picChg>
        <pc:picChg chg="mod">
          <ac:chgData name="365 Pro Plus" userId="8a4ede6a-2f8b-4c6e-b52c-08ce3e3b5c4d" providerId="ADAL" clId="{DA390177-86CC-4FB2-9591-590A9DFC29D7}" dt="2020-10-26T10:20:04.656" v="2"/>
          <ac:picMkLst>
            <pc:docMk/>
            <pc:sldMk cId="798617843" sldId="263"/>
            <ac:picMk id="129" creationId="{00000000-0000-0000-0000-000000000000}"/>
          </ac:picMkLst>
        </pc:picChg>
        <pc:picChg chg="mod">
          <ac:chgData name="365 Pro Plus" userId="8a4ede6a-2f8b-4c6e-b52c-08ce3e3b5c4d" providerId="ADAL" clId="{DA390177-86CC-4FB2-9591-590A9DFC29D7}" dt="2020-10-26T10:20:04.656" v="2"/>
          <ac:picMkLst>
            <pc:docMk/>
            <pc:sldMk cId="798617843" sldId="263"/>
            <ac:picMk id="130" creationId="{00000000-0000-0000-0000-000000000000}"/>
          </ac:picMkLst>
        </pc:picChg>
        <pc:picChg chg="mod">
          <ac:chgData name="365 Pro Plus" userId="8a4ede6a-2f8b-4c6e-b52c-08ce3e3b5c4d" providerId="ADAL" clId="{DA390177-86CC-4FB2-9591-590A9DFC29D7}" dt="2020-10-26T10:20:04.656" v="2"/>
          <ac:picMkLst>
            <pc:docMk/>
            <pc:sldMk cId="798617843" sldId="263"/>
            <ac:picMk id="135" creationId="{00000000-0000-0000-0000-000000000000}"/>
          </ac:picMkLst>
        </pc:picChg>
        <pc:picChg chg="add mod">
          <ac:chgData name="365 Pro Plus" userId="8a4ede6a-2f8b-4c6e-b52c-08ce3e3b5c4d" providerId="ADAL" clId="{DA390177-86CC-4FB2-9591-590A9DFC29D7}" dt="2020-10-26T12:08:46.711" v="206" actId="14100"/>
          <ac:picMkLst>
            <pc:docMk/>
            <pc:sldMk cId="798617843" sldId="263"/>
            <ac:picMk id="2050" creationId="{77161090-CE55-4915-9B5E-2A5A835F9D2C}"/>
          </ac:picMkLst>
        </pc:picChg>
      </pc:sldChg>
      <pc:sldChg chg="modSp del modNotes">
        <pc:chgData name="365 Pro Plus" userId="8a4ede6a-2f8b-4c6e-b52c-08ce3e3b5c4d" providerId="ADAL" clId="{DA390177-86CC-4FB2-9591-590A9DFC29D7}" dt="2020-10-26T11:27:18.487" v="73" actId="47"/>
        <pc:sldMkLst>
          <pc:docMk/>
          <pc:sldMk cId="4263885970" sldId="264"/>
        </pc:sldMkLst>
        <pc:spChg chg="del mod ord">
          <ac:chgData name="365 Pro Plus" userId="8a4ede6a-2f8b-4c6e-b52c-08ce3e3b5c4d" providerId="ADAL" clId="{DA390177-86CC-4FB2-9591-590A9DFC29D7}" dt="2020-10-26T12:18:20.688" v="352" actId="700"/>
          <ac:spMkLst>
            <pc:docMk/>
            <pc:sldMk cId="4263885970" sldId="264"/>
            <ac:spMk id="2" creationId="{B24A09CF-72AA-4A24-BB78-3D886779A443}"/>
          </ac:spMkLst>
        </pc:spChg>
        <pc:spChg chg="del mod ord">
          <ac:chgData name="365 Pro Plus" userId="8a4ede6a-2f8b-4c6e-b52c-08ce3e3b5c4d" providerId="ADAL" clId="{DA390177-86CC-4FB2-9591-590A9DFC29D7}" dt="2020-10-26T12:18:20.688" v="352" actId="700"/>
          <ac:spMkLst>
            <pc:docMk/>
            <pc:sldMk cId="4263885970" sldId="264"/>
            <ac:spMk id="3" creationId="{5C5A8262-18CD-40FC-A679-2CB72E8E0EE7}"/>
          </ac:spMkLst>
        </pc:spChg>
        <pc:spChg chg="del">
          <ac:chgData name="365 Pro Plus" userId="8a4ede6a-2f8b-4c6e-b52c-08ce3e3b5c4d" providerId="ADAL" clId="{DA390177-86CC-4FB2-9591-590A9DFC29D7}" dt="2020-10-26T12:18:20.688" v="352" actId="700"/>
          <ac:spMkLst>
            <pc:docMk/>
            <pc:sldMk cId="4263885970" sldId="264"/>
            <ac:spMk id="4" creationId="{078311B4-AAFD-4D95-AD73-8916CA71431C}"/>
          </ac:spMkLst>
        </pc:spChg>
        <pc:spChg chg="add mod ord">
          <ac:chgData name="365 Pro Plus" userId="8a4ede6a-2f8b-4c6e-b52c-08ce3e3b5c4d" providerId="ADAL" clId="{DA390177-86CC-4FB2-9591-590A9DFC29D7}" dt="2020-10-26T12:22:32.138" v="392" actId="14100"/>
          <ac:spMkLst>
            <pc:docMk/>
            <pc:sldMk cId="4263885970" sldId="264"/>
            <ac:spMk id="5" creationId="{3EFA83AF-5CB6-4706-8F5E-B0C8A3A3C896}"/>
          </ac:spMkLst>
        </pc:spChg>
        <pc:spChg chg="add del mod ord">
          <ac:chgData name="365 Pro Plus" userId="8a4ede6a-2f8b-4c6e-b52c-08ce3e3b5c4d" providerId="ADAL" clId="{DA390177-86CC-4FB2-9591-590A9DFC29D7}" dt="2020-10-26T12:21:58.536" v="384"/>
          <ac:spMkLst>
            <pc:docMk/>
            <pc:sldMk cId="4263885970" sldId="264"/>
            <ac:spMk id="6" creationId="{81BE5ED8-430A-4EA6-82BF-BB9E893D97C2}"/>
          </ac:spMkLst>
        </pc:spChg>
        <pc:spChg chg="add mod">
          <ac:chgData name="365 Pro Plus" userId="8a4ede6a-2f8b-4c6e-b52c-08ce3e3b5c4d" providerId="ADAL" clId="{DA390177-86CC-4FB2-9591-590A9DFC29D7}" dt="2020-10-26T12:25:41.351" v="419" actId="1076"/>
          <ac:spMkLst>
            <pc:docMk/>
            <pc:sldMk cId="4263885970" sldId="264"/>
            <ac:spMk id="11" creationId="{6B86F72A-A213-44BD-8F62-5737972569D9}"/>
          </ac:spMkLst>
        </pc:spChg>
        <pc:spChg chg="add del mod">
          <ac:chgData name="365 Pro Plus" userId="8a4ede6a-2f8b-4c6e-b52c-08ce3e3b5c4d" providerId="ADAL" clId="{DA390177-86CC-4FB2-9591-590A9DFC29D7}" dt="2020-10-26T12:22:20.649" v="388" actId="26606"/>
          <ac:spMkLst>
            <pc:docMk/>
            <pc:sldMk cId="4263885970" sldId="264"/>
            <ac:spMk id="71" creationId="{65E23485-33B1-4D6B-BE04-8688C985B8AF}"/>
          </ac:spMkLst>
        </pc:spChg>
        <pc:spChg chg="mod">
          <ac:chgData name="365 Pro Plus" userId="8a4ede6a-2f8b-4c6e-b52c-08ce3e3b5c4d" providerId="ADAL" clId="{DA390177-86CC-4FB2-9591-590A9DFC29D7}" dt="2020-10-26T10:20:04.656" v="2"/>
          <ac:spMkLst>
            <pc:docMk/>
            <pc:sldMk cId="4263885970" sldId="264"/>
            <ac:spMk id="146" creationId="{00000000-0000-0000-0000-000000000000}"/>
          </ac:spMkLst>
        </pc:spChg>
        <pc:spChg chg="mod">
          <ac:chgData name="365 Pro Plus" userId="8a4ede6a-2f8b-4c6e-b52c-08ce3e3b5c4d" providerId="ADAL" clId="{DA390177-86CC-4FB2-9591-590A9DFC29D7}" dt="2020-10-26T10:20:04.656" v="2"/>
          <ac:spMkLst>
            <pc:docMk/>
            <pc:sldMk cId="4263885970" sldId="264"/>
            <ac:spMk id="147" creationId="{00000000-0000-0000-0000-000000000000}"/>
          </ac:spMkLst>
        </pc:spChg>
        <pc:spChg chg="add mod">
          <ac:chgData name="365 Pro Plus" userId="8a4ede6a-2f8b-4c6e-b52c-08ce3e3b5c4d" providerId="ADAL" clId="{DA390177-86CC-4FB2-9591-590A9DFC29D7}" dt="2020-10-26T12:25:46.179" v="420" actId="1076"/>
          <ac:spMkLst>
            <pc:docMk/>
            <pc:sldMk cId="4263885970" sldId="264"/>
            <ac:spMk id="1028" creationId="{677554C2-BB2E-4164-8BE9-441EA01A82E9}"/>
          </ac:spMkLst>
        </pc:spChg>
        <pc:picChg chg="mod">
          <ac:chgData name="365 Pro Plus" userId="8a4ede6a-2f8b-4c6e-b52c-08ce3e3b5c4d" providerId="ADAL" clId="{DA390177-86CC-4FB2-9591-590A9DFC29D7}" dt="2020-10-26T10:20:04.656" v="2"/>
          <ac:picMkLst>
            <pc:docMk/>
            <pc:sldMk cId="4263885970" sldId="264"/>
            <ac:picMk id="148" creationId="{00000000-0000-0000-0000-000000000000}"/>
          </ac:picMkLst>
        </pc:picChg>
        <pc:picChg chg="add mod">
          <ac:chgData name="365 Pro Plus" userId="8a4ede6a-2f8b-4c6e-b52c-08ce3e3b5c4d" providerId="ADAL" clId="{DA390177-86CC-4FB2-9591-590A9DFC29D7}" dt="2020-10-26T12:25:36.595" v="418" actId="14100"/>
          <ac:picMkLst>
            <pc:docMk/>
            <pc:sldMk cId="4263885970" sldId="264"/>
            <ac:picMk id="1026" creationId="{308B36E3-F22F-4CF4-820E-216274821D02}"/>
          </ac:picMkLst>
        </pc:picChg>
      </pc:sldChg>
      <pc:sldChg chg="modSp del modNotes">
        <pc:chgData name="365 Pro Plus" userId="8a4ede6a-2f8b-4c6e-b52c-08ce3e3b5c4d" providerId="ADAL" clId="{DA390177-86CC-4FB2-9591-590A9DFC29D7}" dt="2020-10-26T11:27:18.487" v="73" actId="47"/>
        <pc:sldMkLst>
          <pc:docMk/>
          <pc:sldMk cId="1537788745" sldId="265"/>
        </pc:sldMkLst>
        <pc:spChg chg="mod">
          <ac:chgData name="365 Pro Plus" userId="8a4ede6a-2f8b-4c6e-b52c-08ce3e3b5c4d" providerId="ADAL" clId="{DA390177-86CC-4FB2-9591-590A9DFC29D7}" dt="2020-10-26T10:20:04.656" v="2"/>
          <ac:spMkLst>
            <pc:docMk/>
            <pc:sldMk cId="1537788745" sldId="265"/>
            <ac:spMk id="154" creationId="{00000000-0000-0000-0000-000000000000}"/>
          </ac:spMkLst>
        </pc:spChg>
        <pc:spChg chg="mod">
          <ac:chgData name="365 Pro Plus" userId="8a4ede6a-2f8b-4c6e-b52c-08ce3e3b5c4d" providerId="ADAL" clId="{DA390177-86CC-4FB2-9591-590A9DFC29D7}" dt="2020-10-26T10:20:04.656" v="2"/>
          <ac:spMkLst>
            <pc:docMk/>
            <pc:sldMk cId="1537788745" sldId="265"/>
            <ac:spMk id="155" creationId="{00000000-0000-0000-0000-000000000000}"/>
          </ac:spMkLst>
        </pc:spChg>
        <pc:picChg chg="mod">
          <ac:chgData name="365 Pro Plus" userId="8a4ede6a-2f8b-4c6e-b52c-08ce3e3b5c4d" providerId="ADAL" clId="{DA390177-86CC-4FB2-9591-590A9DFC29D7}" dt="2020-10-26T10:20:04.656" v="2"/>
          <ac:picMkLst>
            <pc:docMk/>
            <pc:sldMk cId="1537788745" sldId="265"/>
            <ac:picMk id="153" creationId="{00000000-0000-0000-0000-000000000000}"/>
          </ac:picMkLst>
        </pc:picChg>
      </pc:sldChg>
      <pc:sldChg chg="modSp del modNotes">
        <pc:chgData name="365 Pro Plus" userId="8a4ede6a-2f8b-4c6e-b52c-08ce3e3b5c4d" providerId="ADAL" clId="{DA390177-86CC-4FB2-9591-590A9DFC29D7}" dt="2020-10-31T16:00:52.736" v="993" actId="2696"/>
        <pc:sldMkLst>
          <pc:docMk/>
          <pc:sldMk cId="1546681062" sldId="266"/>
        </pc:sldMkLst>
        <pc:spChg chg="mod">
          <ac:chgData name="365 Pro Plus" userId="8a4ede6a-2f8b-4c6e-b52c-08ce3e3b5c4d" providerId="ADAL" clId="{DA390177-86CC-4FB2-9591-590A9DFC29D7}" dt="2020-10-26T14:11:48.950" v="527" actId="20577"/>
          <ac:spMkLst>
            <pc:docMk/>
            <pc:sldMk cId="1546681062" sldId="266"/>
            <ac:spMk id="2" creationId="{00000000-0000-0000-0000-000000000000}"/>
          </ac:spMkLst>
        </pc:spChg>
        <pc:spChg chg="mod ord">
          <ac:chgData name="365 Pro Plus" userId="8a4ede6a-2f8b-4c6e-b52c-08ce3e3b5c4d" providerId="ADAL" clId="{DA390177-86CC-4FB2-9591-590A9DFC29D7}" dt="2020-10-26T14:10:46.624" v="516" actId="1076"/>
          <ac:spMkLst>
            <pc:docMk/>
            <pc:sldMk cId="1546681062" sldId="266"/>
            <ac:spMk id="3" creationId="{00000000-0000-0000-0000-000000000000}"/>
          </ac:spMkLst>
        </pc:spChg>
        <pc:spChg chg="add del mod">
          <ac:chgData name="365 Pro Plus" userId="8a4ede6a-2f8b-4c6e-b52c-08ce3e3b5c4d" providerId="ADAL" clId="{DA390177-86CC-4FB2-9591-590A9DFC29D7}" dt="2020-10-26T14:10:16.810" v="510" actId="26606"/>
          <ac:spMkLst>
            <pc:docMk/>
            <pc:sldMk cId="1546681062" sldId="266"/>
            <ac:spMk id="8" creationId="{BC365149-3192-421B-A7B6-34BF5B5E9004}"/>
          </ac:spMkLst>
        </pc:spChg>
        <pc:spChg chg="mod">
          <ac:chgData name="365 Pro Plus" userId="8a4ede6a-2f8b-4c6e-b52c-08ce3e3b5c4d" providerId="ADAL" clId="{DA390177-86CC-4FB2-9591-590A9DFC29D7}" dt="2020-10-26T10:20:04.656" v="2"/>
          <ac:spMkLst>
            <pc:docMk/>
            <pc:sldMk cId="1546681062" sldId="266"/>
            <ac:spMk id="161" creationId="{00000000-0000-0000-0000-000000000000}"/>
          </ac:spMkLst>
        </pc:spChg>
        <pc:spChg chg="mod">
          <ac:chgData name="365 Pro Plus" userId="8a4ede6a-2f8b-4c6e-b52c-08ce3e3b5c4d" providerId="ADAL" clId="{DA390177-86CC-4FB2-9591-590A9DFC29D7}" dt="2020-10-26T10:20:04.656" v="2"/>
          <ac:spMkLst>
            <pc:docMk/>
            <pc:sldMk cId="1546681062" sldId="266"/>
            <ac:spMk id="162" creationId="{00000000-0000-0000-0000-000000000000}"/>
          </ac:spMkLst>
        </pc:spChg>
        <pc:spChg chg="mod">
          <ac:chgData name="365 Pro Plus" userId="8a4ede6a-2f8b-4c6e-b52c-08ce3e3b5c4d" providerId="ADAL" clId="{DA390177-86CC-4FB2-9591-590A9DFC29D7}" dt="2020-10-26T10:20:04.656" v="2"/>
          <ac:spMkLst>
            <pc:docMk/>
            <pc:sldMk cId="1546681062" sldId="266"/>
            <ac:spMk id="163" creationId="{00000000-0000-0000-0000-000000000000}"/>
          </ac:spMkLst>
        </pc:spChg>
        <pc:spChg chg="mod">
          <ac:chgData name="365 Pro Plus" userId="8a4ede6a-2f8b-4c6e-b52c-08ce3e3b5c4d" providerId="ADAL" clId="{DA390177-86CC-4FB2-9591-590A9DFC29D7}" dt="2020-10-26T10:20:04.656" v="2"/>
          <ac:spMkLst>
            <pc:docMk/>
            <pc:sldMk cId="1546681062" sldId="266"/>
            <ac:spMk id="164" creationId="{00000000-0000-0000-0000-000000000000}"/>
          </ac:spMkLst>
        </pc:spChg>
        <pc:picChg chg="mod">
          <ac:chgData name="365 Pro Plus" userId="8a4ede6a-2f8b-4c6e-b52c-08ce3e3b5c4d" providerId="ADAL" clId="{DA390177-86CC-4FB2-9591-590A9DFC29D7}" dt="2020-10-26T10:20:04.656" v="2"/>
          <ac:picMkLst>
            <pc:docMk/>
            <pc:sldMk cId="1546681062" sldId="266"/>
            <ac:picMk id="160" creationId="{00000000-0000-0000-0000-000000000000}"/>
          </ac:picMkLst>
        </pc:picChg>
        <pc:picChg chg="add mod">
          <ac:chgData name="365 Pro Plus" userId="8a4ede6a-2f8b-4c6e-b52c-08ce3e3b5c4d" providerId="ADAL" clId="{DA390177-86CC-4FB2-9591-590A9DFC29D7}" dt="2020-10-26T14:10:46.624" v="516" actId="1076"/>
          <ac:picMkLst>
            <pc:docMk/>
            <pc:sldMk cId="1546681062" sldId="266"/>
            <ac:picMk id="4098" creationId="{93AFD8FA-1952-402F-8363-C02D7BB0B49E}"/>
          </ac:picMkLst>
        </pc:picChg>
      </pc:sldChg>
      <pc:sldChg chg="add">
        <pc:chgData name="365 Pro Plus" userId="8a4ede6a-2f8b-4c6e-b52c-08ce3e3b5c4d" providerId="ADAL" clId="{DA390177-86CC-4FB2-9591-590A9DFC29D7}" dt="2020-10-31T16:00:55.776" v="994"/>
        <pc:sldMkLst>
          <pc:docMk/>
          <pc:sldMk cId="3930945791" sldId="266"/>
        </pc:sldMkLst>
      </pc:sldChg>
      <pc:sldChg chg="add">
        <pc:chgData name="365 Pro Plus" userId="8a4ede6a-2f8b-4c6e-b52c-08ce3e3b5c4d" providerId="ADAL" clId="{DA390177-86CC-4FB2-9591-590A9DFC29D7}" dt="2020-10-31T16:00:55.776" v="994"/>
        <pc:sldMkLst>
          <pc:docMk/>
          <pc:sldMk cId="780993560" sldId="267"/>
        </pc:sldMkLst>
      </pc:sldChg>
      <pc:sldChg chg="modSp del modNotes">
        <pc:chgData name="365 Pro Plus" userId="8a4ede6a-2f8b-4c6e-b52c-08ce3e3b5c4d" providerId="ADAL" clId="{DA390177-86CC-4FB2-9591-590A9DFC29D7}" dt="2020-10-31T16:00:52.736" v="993" actId="2696"/>
        <pc:sldMkLst>
          <pc:docMk/>
          <pc:sldMk cId="2019625261" sldId="267"/>
        </pc:sldMkLst>
        <pc:spChg chg="mod">
          <ac:chgData name="365 Pro Plus" userId="8a4ede6a-2f8b-4c6e-b52c-08ce3e3b5c4d" providerId="ADAL" clId="{DA390177-86CC-4FB2-9591-590A9DFC29D7}" dt="2020-10-26T14:11:03.450" v="518" actId="26606"/>
          <ac:spMkLst>
            <pc:docMk/>
            <pc:sldMk cId="2019625261" sldId="267"/>
            <ac:spMk id="2" creationId="{00000000-0000-0000-0000-000000000000}"/>
          </ac:spMkLst>
        </pc:spChg>
        <pc:spChg chg="mod ord">
          <ac:chgData name="365 Pro Plus" userId="8a4ede6a-2f8b-4c6e-b52c-08ce3e3b5c4d" providerId="ADAL" clId="{DA390177-86CC-4FB2-9591-590A9DFC29D7}" dt="2020-10-26T14:11:30.298" v="524" actId="1076"/>
          <ac:spMkLst>
            <pc:docMk/>
            <pc:sldMk cId="2019625261" sldId="267"/>
            <ac:spMk id="3" creationId="{00000000-0000-0000-0000-000000000000}"/>
          </ac:spMkLst>
        </pc:spChg>
        <pc:spChg chg="mod">
          <ac:chgData name="365 Pro Plus" userId="8a4ede6a-2f8b-4c6e-b52c-08ce3e3b5c4d" providerId="ADAL" clId="{DA390177-86CC-4FB2-9591-590A9DFC29D7}" dt="2020-10-26T10:20:04.656" v="2"/>
          <ac:spMkLst>
            <pc:docMk/>
            <pc:sldMk cId="2019625261" sldId="267"/>
            <ac:spMk id="170" creationId="{00000000-0000-0000-0000-000000000000}"/>
          </ac:spMkLst>
        </pc:spChg>
        <pc:spChg chg="mod">
          <ac:chgData name="365 Pro Plus" userId="8a4ede6a-2f8b-4c6e-b52c-08ce3e3b5c4d" providerId="ADAL" clId="{DA390177-86CC-4FB2-9591-590A9DFC29D7}" dt="2020-10-26T10:20:04.656" v="2"/>
          <ac:spMkLst>
            <pc:docMk/>
            <pc:sldMk cId="2019625261" sldId="267"/>
            <ac:spMk id="171" creationId="{00000000-0000-0000-0000-000000000000}"/>
          </ac:spMkLst>
        </pc:spChg>
        <pc:spChg chg="mod">
          <ac:chgData name="365 Pro Plus" userId="8a4ede6a-2f8b-4c6e-b52c-08ce3e3b5c4d" providerId="ADAL" clId="{DA390177-86CC-4FB2-9591-590A9DFC29D7}" dt="2020-10-26T10:20:04.656" v="2"/>
          <ac:spMkLst>
            <pc:docMk/>
            <pc:sldMk cId="2019625261" sldId="267"/>
            <ac:spMk id="172" creationId="{00000000-0000-0000-0000-000000000000}"/>
          </ac:spMkLst>
        </pc:spChg>
        <pc:spChg chg="mod">
          <ac:chgData name="365 Pro Plus" userId="8a4ede6a-2f8b-4c6e-b52c-08ce3e3b5c4d" providerId="ADAL" clId="{DA390177-86CC-4FB2-9591-590A9DFC29D7}" dt="2020-10-26T10:20:04.656" v="2"/>
          <ac:spMkLst>
            <pc:docMk/>
            <pc:sldMk cId="2019625261" sldId="267"/>
            <ac:spMk id="173" creationId="{00000000-0000-0000-0000-000000000000}"/>
          </ac:spMkLst>
        </pc:spChg>
        <pc:spChg chg="mod">
          <ac:chgData name="365 Pro Plus" userId="8a4ede6a-2f8b-4c6e-b52c-08ce3e3b5c4d" providerId="ADAL" clId="{DA390177-86CC-4FB2-9591-590A9DFC29D7}" dt="2020-10-26T10:20:04.656" v="2"/>
          <ac:spMkLst>
            <pc:docMk/>
            <pc:sldMk cId="2019625261" sldId="267"/>
            <ac:spMk id="174" creationId="{00000000-0000-0000-0000-000000000000}"/>
          </ac:spMkLst>
        </pc:spChg>
        <pc:picChg chg="add mod">
          <ac:chgData name="365 Pro Plus" userId="8a4ede6a-2f8b-4c6e-b52c-08ce3e3b5c4d" providerId="ADAL" clId="{DA390177-86CC-4FB2-9591-590A9DFC29D7}" dt="2020-10-26T14:11:18.016" v="523" actId="1076"/>
          <ac:picMkLst>
            <pc:docMk/>
            <pc:sldMk cId="2019625261" sldId="267"/>
            <ac:picMk id="5" creationId="{1017F0BA-E5E6-471D-AC8B-DDCBD4B85099}"/>
          </ac:picMkLst>
        </pc:picChg>
        <pc:picChg chg="mod">
          <ac:chgData name="365 Pro Plus" userId="8a4ede6a-2f8b-4c6e-b52c-08ce3e3b5c4d" providerId="ADAL" clId="{DA390177-86CC-4FB2-9591-590A9DFC29D7}" dt="2020-10-26T10:20:04.656" v="2"/>
          <ac:picMkLst>
            <pc:docMk/>
            <pc:sldMk cId="2019625261" sldId="267"/>
            <ac:picMk id="169" creationId="{00000000-0000-0000-0000-000000000000}"/>
          </ac:picMkLst>
        </pc:picChg>
      </pc:sldChg>
      <pc:sldChg chg="modSp del modNotes">
        <pc:chgData name="365 Pro Plus" userId="8a4ede6a-2f8b-4c6e-b52c-08ce3e3b5c4d" providerId="ADAL" clId="{DA390177-86CC-4FB2-9591-590A9DFC29D7}" dt="2020-10-31T16:00:52.736" v="993" actId="2696"/>
        <pc:sldMkLst>
          <pc:docMk/>
          <pc:sldMk cId="1518042882" sldId="268"/>
        </pc:sldMkLst>
        <pc:spChg chg="mod">
          <ac:chgData name="365 Pro Plus" userId="8a4ede6a-2f8b-4c6e-b52c-08ce3e3b5c4d" providerId="ADAL" clId="{DA390177-86CC-4FB2-9591-590A9DFC29D7}" dt="2020-10-26T14:12:08.905" v="529" actId="26606"/>
          <ac:spMkLst>
            <pc:docMk/>
            <pc:sldMk cId="1518042882" sldId="268"/>
            <ac:spMk id="2" creationId="{00000000-0000-0000-0000-000000000000}"/>
          </ac:spMkLst>
        </pc:spChg>
        <pc:spChg chg="mod ord">
          <ac:chgData name="365 Pro Plus" userId="8a4ede6a-2f8b-4c6e-b52c-08ce3e3b5c4d" providerId="ADAL" clId="{DA390177-86CC-4FB2-9591-590A9DFC29D7}" dt="2020-10-26T14:12:33.546" v="538" actId="1076"/>
          <ac:spMkLst>
            <pc:docMk/>
            <pc:sldMk cId="1518042882" sldId="268"/>
            <ac:spMk id="3" creationId="{00000000-0000-0000-0000-000000000000}"/>
          </ac:spMkLst>
        </pc:spChg>
        <pc:spChg chg="mod">
          <ac:chgData name="365 Pro Plus" userId="8a4ede6a-2f8b-4c6e-b52c-08ce3e3b5c4d" providerId="ADAL" clId="{DA390177-86CC-4FB2-9591-590A9DFC29D7}" dt="2020-10-26T10:20:04.656" v="2"/>
          <ac:spMkLst>
            <pc:docMk/>
            <pc:sldMk cId="1518042882" sldId="268"/>
            <ac:spMk id="179" creationId="{00000000-0000-0000-0000-000000000000}"/>
          </ac:spMkLst>
        </pc:spChg>
        <pc:spChg chg="mod">
          <ac:chgData name="365 Pro Plus" userId="8a4ede6a-2f8b-4c6e-b52c-08ce3e3b5c4d" providerId="ADAL" clId="{DA390177-86CC-4FB2-9591-590A9DFC29D7}" dt="2020-10-26T10:20:04.656" v="2"/>
          <ac:spMkLst>
            <pc:docMk/>
            <pc:sldMk cId="1518042882" sldId="268"/>
            <ac:spMk id="182" creationId="{00000000-0000-0000-0000-000000000000}"/>
          </ac:spMkLst>
        </pc:spChg>
        <pc:spChg chg="mod">
          <ac:chgData name="365 Pro Plus" userId="8a4ede6a-2f8b-4c6e-b52c-08ce3e3b5c4d" providerId="ADAL" clId="{DA390177-86CC-4FB2-9591-590A9DFC29D7}" dt="2020-10-26T10:20:04.656" v="2"/>
          <ac:spMkLst>
            <pc:docMk/>
            <pc:sldMk cId="1518042882" sldId="268"/>
            <ac:spMk id="183" creationId="{00000000-0000-0000-0000-000000000000}"/>
          </ac:spMkLst>
        </pc:spChg>
        <pc:spChg chg="mod">
          <ac:chgData name="365 Pro Plus" userId="8a4ede6a-2f8b-4c6e-b52c-08ce3e3b5c4d" providerId="ADAL" clId="{DA390177-86CC-4FB2-9591-590A9DFC29D7}" dt="2020-10-26T10:20:04.656" v="2"/>
          <ac:spMkLst>
            <pc:docMk/>
            <pc:sldMk cId="1518042882" sldId="268"/>
            <ac:spMk id="184" creationId="{00000000-0000-0000-0000-000000000000}"/>
          </ac:spMkLst>
        </pc:spChg>
        <pc:spChg chg="mod">
          <ac:chgData name="365 Pro Plus" userId="8a4ede6a-2f8b-4c6e-b52c-08ce3e3b5c4d" providerId="ADAL" clId="{DA390177-86CC-4FB2-9591-590A9DFC29D7}" dt="2020-10-26T10:20:04.656" v="2"/>
          <ac:spMkLst>
            <pc:docMk/>
            <pc:sldMk cId="1518042882" sldId="268"/>
            <ac:spMk id="185" creationId="{00000000-0000-0000-0000-000000000000}"/>
          </ac:spMkLst>
        </pc:spChg>
        <pc:picChg chg="add mod">
          <ac:chgData name="365 Pro Plus" userId="8a4ede6a-2f8b-4c6e-b52c-08ce3e3b5c4d" providerId="ADAL" clId="{DA390177-86CC-4FB2-9591-590A9DFC29D7}" dt="2020-10-26T14:12:28.697" v="536" actId="26606"/>
          <ac:picMkLst>
            <pc:docMk/>
            <pc:sldMk cId="1518042882" sldId="268"/>
            <ac:picMk id="5" creationId="{52A4FDBC-2F38-4A7C-B4E8-17C1C145AE20}"/>
          </ac:picMkLst>
        </pc:picChg>
        <pc:picChg chg="mod">
          <ac:chgData name="365 Pro Plus" userId="8a4ede6a-2f8b-4c6e-b52c-08ce3e3b5c4d" providerId="ADAL" clId="{DA390177-86CC-4FB2-9591-590A9DFC29D7}" dt="2020-10-26T10:20:04.656" v="2"/>
          <ac:picMkLst>
            <pc:docMk/>
            <pc:sldMk cId="1518042882" sldId="268"/>
            <ac:picMk id="180" creationId="{00000000-0000-0000-0000-000000000000}"/>
          </ac:picMkLst>
        </pc:picChg>
        <pc:picChg chg="mod">
          <ac:chgData name="365 Pro Plus" userId="8a4ede6a-2f8b-4c6e-b52c-08ce3e3b5c4d" providerId="ADAL" clId="{DA390177-86CC-4FB2-9591-590A9DFC29D7}" dt="2020-10-26T10:20:04.656" v="2"/>
          <ac:picMkLst>
            <pc:docMk/>
            <pc:sldMk cId="1518042882" sldId="268"/>
            <ac:picMk id="181" creationId="{00000000-0000-0000-0000-000000000000}"/>
          </ac:picMkLst>
        </pc:picChg>
      </pc:sldChg>
      <pc:sldChg chg="add">
        <pc:chgData name="365 Pro Plus" userId="8a4ede6a-2f8b-4c6e-b52c-08ce3e3b5c4d" providerId="ADAL" clId="{DA390177-86CC-4FB2-9591-590A9DFC29D7}" dt="2020-10-31T16:00:55.776" v="994"/>
        <pc:sldMkLst>
          <pc:docMk/>
          <pc:sldMk cId="1554604946" sldId="268"/>
        </pc:sldMkLst>
      </pc:sldChg>
      <pc:sldChg chg="add">
        <pc:chgData name="365 Pro Plus" userId="8a4ede6a-2f8b-4c6e-b52c-08ce3e3b5c4d" providerId="ADAL" clId="{DA390177-86CC-4FB2-9591-590A9DFC29D7}" dt="2020-10-31T16:00:55.776" v="994"/>
        <pc:sldMkLst>
          <pc:docMk/>
          <pc:sldMk cId="861382456" sldId="269"/>
        </pc:sldMkLst>
      </pc:sldChg>
      <pc:sldChg chg="addSp modSp add del mod modClrScheme chgLayout">
        <pc:chgData name="365 Pro Plus" userId="8a4ede6a-2f8b-4c6e-b52c-08ce3e3b5c4d" providerId="ADAL" clId="{DA390177-86CC-4FB2-9591-590A9DFC29D7}" dt="2020-10-31T16:00:52.736" v="993" actId="2696"/>
        <pc:sldMkLst>
          <pc:docMk/>
          <pc:sldMk cId="3118731822" sldId="269"/>
        </pc:sldMkLst>
        <pc:spChg chg="mod">
          <ac:chgData name="365 Pro Plus" userId="8a4ede6a-2f8b-4c6e-b52c-08ce3e3b5c4d" providerId="ADAL" clId="{DA390177-86CC-4FB2-9591-590A9DFC29D7}" dt="2020-10-26T14:13:11.293" v="542" actId="26606"/>
          <ac:spMkLst>
            <pc:docMk/>
            <pc:sldMk cId="3118731822" sldId="269"/>
            <ac:spMk id="2" creationId="{00000000-0000-0000-0000-000000000000}"/>
          </ac:spMkLst>
        </pc:spChg>
        <pc:spChg chg="mod ord">
          <ac:chgData name="365 Pro Plus" userId="8a4ede6a-2f8b-4c6e-b52c-08ce3e3b5c4d" providerId="ADAL" clId="{DA390177-86CC-4FB2-9591-590A9DFC29D7}" dt="2020-10-26T14:13:15.926" v="543" actId="404"/>
          <ac:spMkLst>
            <pc:docMk/>
            <pc:sldMk cId="3118731822" sldId="269"/>
            <ac:spMk id="3" creationId="{00000000-0000-0000-0000-000000000000}"/>
          </ac:spMkLst>
        </pc:spChg>
        <pc:picChg chg="add mod">
          <ac:chgData name="365 Pro Plus" userId="8a4ede6a-2f8b-4c6e-b52c-08ce3e3b5c4d" providerId="ADAL" clId="{DA390177-86CC-4FB2-9591-590A9DFC29D7}" dt="2020-10-26T14:13:24.829" v="545" actId="1076"/>
          <ac:picMkLst>
            <pc:docMk/>
            <pc:sldMk cId="3118731822" sldId="269"/>
            <ac:picMk id="5" creationId="{E70F63E9-3FF4-4A60-9C08-AA161248D11A}"/>
          </ac:picMkLst>
        </pc:picChg>
      </pc:sldChg>
      <pc:sldChg chg="addSp delSp modSp add del mod">
        <pc:chgData name="365 Pro Plus" userId="8a4ede6a-2f8b-4c6e-b52c-08ce3e3b5c4d" providerId="ADAL" clId="{DA390177-86CC-4FB2-9591-590A9DFC29D7}" dt="2020-10-31T16:00:52.736" v="993" actId="2696"/>
        <pc:sldMkLst>
          <pc:docMk/>
          <pc:sldMk cId="243509233" sldId="270"/>
        </pc:sldMkLst>
        <pc:spChg chg="add del mod">
          <ac:chgData name="365 Pro Plus" userId="8a4ede6a-2f8b-4c6e-b52c-08ce3e3b5c4d" providerId="ADAL" clId="{DA390177-86CC-4FB2-9591-590A9DFC29D7}" dt="2020-10-26T14:16:22.701" v="567" actId="478"/>
          <ac:spMkLst>
            <pc:docMk/>
            <pc:sldMk cId="243509233" sldId="270"/>
            <ac:spMk id="5" creationId="{7815DDF3-EE71-47EE-9AF8-34AA1FFD9164}"/>
          </ac:spMkLst>
        </pc:spChg>
        <pc:graphicFrameChg chg="add del mod">
          <ac:chgData name="365 Pro Plus" userId="8a4ede6a-2f8b-4c6e-b52c-08ce3e3b5c4d" providerId="ADAL" clId="{DA390177-86CC-4FB2-9591-590A9DFC29D7}" dt="2020-10-26T14:16:58.951" v="569" actId="2711"/>
          <ac:graphicFrameMkLst>
            <pc:docMk/>
            <pc:sldMk cId="243509233" sldId="270"/>
            <ac:graphicFrameMk id="4" creationId="{00000000-0000-0000-0000-000000000000}"/>
          </ac:graphicFrameMkLst>
        </pc:graphicFrameChg>
      </pc:sldChg>
      <pc:sldChg chg="add">
        <pc:chgData name="365 Pro Plus" userId="8a4ede6a-2f8b-4c6e-b52c-08ce3e3b5c4d" providerId="ADAL" clId="{DA390177-86CC-4FB2-9591-590A9DFC29D7}" dt="2020-10-31T16:00:55.776" v="994"/>
        <pc:sldMkLst>
          <pc:docMk/>
          <pc:sldMk cId="4142278036" sldId="270"/>
        </pc:sldMkLst>
      </pc:sldChg>
      <pc:sldChg chg="add">
        <pc:chgData name="365 Pro Plus" userId="8a4ede6a-2f8b-4c6e-b52c-08ce3e3b5c4d" providerId="ADAL" clId="{DA390177-86CC-4FB2-9591-590A9DFC29D7}" dt="2020-10-31T16:00:55.776" v="994"/>
        <pc:sldMkLst>
          <pc:docMk/>
          <pc:sldMk cId="593656598" sldId="271"/>
        </pc:sldMkLst>
      </pc:sldChg>
      <pc:sldChg chg="addSp delSp modSp add del mod modClrScheme chgLayout">
        <pc:chgData name="365 Pro Plus" userId="8a4ede6a-2f8b-4c6e-b52c-08ce3e3b5c4d" providerId="ADAL" clId="{DA390177-86CC-4FB2-9591-590A9DFC29D7}" dt="2020-10-31T16:00:52.736" v="993" actId="2696"/>
        <pc:sldMkLst>
          <pc:docMk/>
          <pc:sldMk cId="2962687267" sldId="271"/>
        </pc:sldMkLst>
        <pc:spChg chg="mod">
          <ac:chgData name="365 Pro Plus" userId="8a4ede6a-2f8b-4c6e-b52c-08ce3e3b5c4d" providerId="ADAL" clId="{DA390177-86CC-4FB2-9591-590A9DFC29D7}" dt="2020-10-26T14:47:09.706" v="717" actId="26606"/>
          <ac:spMkLst>
            <pc:docMk/>
            <pc:sldMk cId="2962687267" sldId="271"/>
            <ac:spMk id="2" creationId="{00000000-0000-0000-0000-000000000000}"/>
          </ac:spMkLst>
        </pc:spChg>
        <pc:spChg chg="mod ord">
          <ac:chgData name="365 Pro Plus" userId="8a4ede6a-2f8b-4c6e-b52c-08ce3e3b5c4d" providerId="ADAL" clId="{DA390177-86CC-4FB2-9591-590A9DFC29D7}" dt="2020-10-26T14:47:09.706" v="717" actId="26606"/>
          <ac:spMkLst>
            <pc:docMk/>
            <pc:sldMk cId="2962687267" sldId="271"/>
            <ac:spMk id="3" creationId="{00000000-0000-0000-0000-000000000000}"/>
          </ac:spMkLst>
        </pc:spChg>
        <pc:spChg chg="add del mod">
          <ac:chgData name="365 Pro Plus" userId="8a4ede6a-2f8b-4c6e-b52c-08ce3e3b5c4d" providerId="ADAL" clId="{DA390177-86CC-4FB2-9591-590A9DFC29D7}" dt="2020-10-26T14:21:52.138" v="613" actId="26606"/>
          <ac:spMkLst>
            <pc:docMk/>
            <pc:sldMk cId="2962687267" sldId="271"/>
            <ac:spMk id="71" creationId="{3D78A3EC-71F2-4FE5-A6FE-E089450BA90A}"/>
          </ac:spMkLst>
        </pc:spChg>
        <pc:spChg chg="add del mod">
          <ac:chgData name="365 Pro Plus" userId="8a4ede6a-2f8b-4c6e-b52c-08ce3e3b5c4d" providerId="ADAL" clId="{DA390177-86CC-4FB2-9591-590A9DFC29D7}" dt="2020-10-26T14:21:52.138" v="613" actId="26606"/>
          <ac:spMkLst>
            <pc:docMk/>
            <pc:sldMk cId="2962687267" sldId="271"/>
            <ac:spMk id="73" creationId="{992C6A88-FFE2-47A9-A16A-B68E505FC3FF}"/>
          </ac:spMkLst>
        </pc:spChg>
        <pc:picChg chg="add mod ord">
          <ac:chgData name="365 Pro Plus" userId="8a4ede6a-2f8b-4c6e-b52c-08ce3e3b5c4d" providerId="ADAL" clId="{DA390177-86CC-4FB2-9591-590A9DFC29D7}" dt="2020-10-26T14:47:09.706" v="717" actId="26606"/>
          <ac:picMkLst>
            <pc:docMk/>
            <pc:sldMk cId="2962687267" sldId="271"/>
            <ac:picMk id="5122" creationId="{D984CEDB-E675-4FDD-9D3A-ADFD78F3AC1A}"/>
          </ac:picMkLst>
        </pc:picChg>
      </pc:sldChg>
      <pc:sldChg chg="addSp modSp add mod">
        <pc:chgData name="365 Pro Plus" userId="8a4ede6a-2f8b-4c6e-b52c-08ce3e3b5c4d" providerId="ADAL" clId="{DA390177-86CC-4FB2-9591-590A9DFC29D7}" dt="2020-10-31T16:12:12.533" v="1243" actId="404"/>
        <pc:sldMkLst>
          <pc:docMk/>
          <pc:sldMk cId="316213274" sldId="272"/>
        </pc:sldMkLst>
        <pc:spChg chg="mod">
          <ac:chgData name="365 Pro Plus" userId="8a4ede6a-2f8b-4c6e-b52c-08ce3e3b5c4d" providerId="ADAL" clId="{DA390177-86CC-4FB2-9591-590A9DFC29D7}" dt="2020-10-31T16:10:35.843" v="1053" actId="20577"/>
          <ac:spMkLst>
            <pc:docMk/>
            <pc:sldMk cId="316213274" sldId="272"/>
            <ac:spMk id="4" creationId="{983CF7DD-7356-4271-9314-FA17E806A204}"/>
          </ac:spMkLst>
        </pc:spChg>
        <pc:spChg chg="add mod">
          <ac:chgData name="365 Pro Plus" userId="8a4ede6a-2f8b-4c6e-b52c-08ce3e3b5c4d" providerId="ADAL" clId="{DA390177-86CC-4FB2-9591-590A9DFC29D7}" dt="2020-10-31T16:12:12.533" v="1243" actId="404"/>
          <ac:spMkLst>
            <pc:docMk/>
            <pc:sldMk cId="316213274" sldId="272"/>
            <ac:spMk id="6" creationId="{7D3FEB2D-430B-42CE-A0C2-D5A2A8C2FF84}"/>
          </ac:spMkLst>
        </pc:spChg>
      </pc:sldChg>
      <pc:sldChg chg="addSp delSp modSp add del mod modClrScheme chgLayout">
        <pc:chgData name="365 Pro Plus" userId="8a4ede6a-2f8b-4c6e-b52c-08ce3e3b5c4d" providerId="ADAL" clId="{DA390177-86CC-4FB2-9591-590A9DFC29D7}" dt="2020-10-31T16:00:52.736" v="993" actId="2696"/>
        <pc:sldMkLst>
          <pc:docMk/>
          <pc:sldMk cId="2996644430" sldId="272"/>
        </pc:sldMkLst>
        <pc:spChg chg="mod">
          <ac:chgData name="365 Pro Plus" userId="8a4ede6a-2f8b-4c6e-b52c-08ce3e3b5c4d" providerId="ADAL" clId="{DA390177-86CC-4FB2-9591-590A9DFC29D7}" dt="2020-10-26T14:23:30.052" v="639" actId="26606"/>
          <ac:spMkLst>
            <pc:docMk/>
            <pc:sldMk cId="2996644430" sldId="272"/>
            <ac:spMk id="2" creationId="{00000000-0000-0000-0000-000000000000}"/>
          </ac:spMkLst>
        </pc:spChg>
        <pc:spChg chg="mod">
          <ac:chgData name="365 Pro Plus" userId="8a4ede6a-2f8b-4c6e-b52c-08ce3e3b5c4d" providerId="ADAL" clId="{DA390177-86CC-4FB2-9591-590A9DFC29D7}" dt="2020-10-26T14:23:44.265" v="644" actId="403"/>
          <ac:spMkLst>
            <pc:docMk/>
            <pc:sldMk cId="2996644430" sldId="272"/>
            <ac:spMk id="3" creationId="{00000000-0000-0000-0000-000000000000}"/>
          </ac:spMkLst>
        </pc:spChg>
        <pc:spChg chg="add mod">
          <ac:chgData name="365 Pro Plus" userId="8a4ede6a-2f8b-4c6e-b52c-08ce3e3b5c4d" providerId="ADAL" clId="{DA390177-86CC-4FB2-9591-590A9DFC29D7}" dt="2020-10-26T14:23:55.958" v="647" actId="1076"/>
          <ac:spMkLst>
            <pc:docMk/>
            <pc:sldMk cId="2996644430" sldId="272"/>
            <ac:spMk id="4" creationId="{983CF7DD-7356-4271-9314-FA17E806A204}"/>
          </ac:spMkLst>
        </pc:spChg>
        <pc:spChg chg="del">
          <ac:chgData name="365 Pro Plus" userId="8a4ede6a-2f8b-4c6e-b52c-08ce3e3b5c4d" providerId="ADAL" clId="{DA390177-86CC-4FB2-9591-590A9DFC29D7}" dt="2020-10-26T14:23:23.604" v="638" actId="21"/>
          <ac:spMkLst>
            <pc:docMk/>
            <pc:sldMk cId="2996644430" sldId="272"/>
            <ac:spMk id="6" creationId="{00000000-0000-0000-0000-000000000000}"/>
          </ac:spMkLst>
        </pc:spChg>
        <pc:spChg chg="add del">
          <ac:chgData name="365 Pro Plus" userId="8a4ede6a-2f8b-4c6e-b52c-08ce3e3b5c4d" providerId="ADAL" clId="{DA390177-86CC-4FB2-9591-590A9DFC29D7}" dt="2020-10-26T14:24:09.390" v="649" actId="11529"/>
          <ac:spMkLst>
            <pc:docMk/>
            <pc:sldMk cId="2996644430" sldId="272"/>
            <ac:spMk id="8" creationId="{544E1585-EE8E-4985-B2F7-7261530BBA0A}"/>
          </ac:spMkLst>
        </pc:spChg>
        <pc:picChg chg="mod">
          <ac:chgData name="365 Pro Plus" userId="8a4ede6a-2f8b-4c6e-b52c-08ce3e3b5c4d" providerId="ADAL" clId="{DA390177-86CC-4FB2-9591-590A9DFC29D7}" dt="2020-10-26T14:23:50.727" v="645" actId="1076"/>
          <ac:picMkLst>
            <pc:docMk/>
            <pc:sldMk cId="2996644430" sldId="272"/>
            <ac:picMk id="5" creationId="{00000000-0000-0000-0000-000000000000}"/>
          </ac:picMkLst>
        </pc:picChg>
      </pc:sldChg>
      <pc:sldChg chg="add">
        <pc:chgData name="365 Pro Plus" userId="8a4ede6a-2f8b-4c6e-b52c-08ce3e3b5c4d" providerId="ADAL" clId="{DA390177-86CC-4FB2-9591-590A9DFC29D7}" dt="2020-10-31T16:00:55.776" v="994"/>
        <pc:sldMkLst>
          <pc:docMk/>
          <pc:sldMk cId="1147624584" sldId="273"/>
        </pc:sldMkLst>
      </pc:sldChg>
      <pc:sldChg chg="addSp modSp add del mod modClrScheme chgLayout">
        <pc:chgData name="365 Pro Plus" userId="8a4ede6a-2f8b-4c6e-b52c-08ce3e3b5c4d" providerId="ADAL" clId="{DA390177-86CC-4FB2-9591-590A9DFC29D7}" dt="2020-10-31T16:00:52.736" v="993" actId="2696"/>
        <pc:sldMkLst>
          <pc:docMk/>
          <pc:sldMk cId="2166557500" sldId="273"/>
        </pc:sldMkLst>
        <pc:spChg chg="mod">
          <ac:chgData name="365 Pro Plus" userId="8a4ede6a-2f8b-4c6e-b52c-08ce3e3b5c4d" providerId="ADAL" clId="{DA390177-86CC-4FB2-9591-590A9DFC29D7}" dt="2020-10-26T14:26:17.154" v="662" actId="26606"/>
          <ac:spMkLst>
            <pc:docMk/>
            <pc:sldMk cId="2166557500" sldId="273"/>
            <ac:spMk id="2" creationId="{00000000-0000-0000-0000-000000000000}"/>
          </ac:spMkLst>
        </pc:spChg>
        <pc:spChg chg="mod ord">
          <ac:chgData name="365 Pro Plus" userId="8a4ede6a-2f8b-4c6e-b52c-08ce3e3b5c4d" providerId="ADAL" clId="{DA390177-86CC-4FB2-9591-590A9DFC29D7}" dt="2020-10-27T04:35:10.001" v="762" actId="403"/>
          <ac:spMkLst>
            <pc:docMk/>
            <pc:sldMk cId="2166557500" sldId="273"/>
            <ac:spMk id="3" creationId="{00000000-0000-0000-0000-000000000000}"/>
          </ac:spMkLst>
        </pc:spChg>
        <pc:picChg chg="add mod ord modCrop">
          <ac:chgData name="365 Pro Plus" userId="8a4ede6a-2f8b-4c6e-b52c-08ce3e3b5c4d" providerId="ADAL" clId="{DA390177-86CC-4FB2-9591-590A9DFC29D7}" dt="2020-10-27T04:35:13.120" v="763" actId="1076"/>
          <ac:picMkLst>
            <pc:docMk/>
            <pc:sldMk cId="2166557500" sldId="273"/>
            <ac:picMk id="4" creationId="{383C57C3-8E5F-49D7-AD1A-687789AF1A62}"/>
          </ac:picMkLst>
        </pc:picChg>
      </pc:sldChg>
      <pc:sldChg chg="addSp modSp add del mod modClrScheme chgLayout">
        <pc:chgData name="365 Pro Plus" userId="8a4ede6a-2f8b-4c6e-b52c-08ce3e3b5c4d" providerId="ADAL" clId="{DA390177-86CC-4FB2-9591-590A9DFC29D7}" dt="2020-10-31T16:00:52.736" v="993" actId="2696"/>
        <pc:sldMkLst>
          <pc:docMk/>
          <pc:sldMk cId="2383989092" sldId="274"/>
        </pc:sldMkLst>
        <pc:spChg chg="mod">
          <ac:chgData name="365 Pro Plus" userId="8a4ede6a-2f8b-4c6e-b52c-08ce3e3b5c4d" providerId="ADAL" clId="{DA390177-86CC-4FB2-9591-590A9DFC29D7}" dt="2020-10-26T14:36:19.134" v="694" actId="26606"/>
          <ac:spMkLst>
            <pc:docMk/>
            <pc:sldMk cId="2383989092" sldId="274"/>
            <ac:spMk id="2" creationId="{00000000-0000-0000-0000-000000000000}"/>
          </ac:spMkLst>
        </pc:spChg>
        <pc:spChg chg="mod ord">
          <ac:chgData name="365 Pro Plus" userId="8a4ede6a-2f8b-4c6e-b52c-08ce3e3b5c4d" providerId="ADAL" clId="{DA390177-86CC-4FB2-9591-590A9DFC29D7}" dt="2020-10-26T14:36:59.918" v="695" actId="404"/>
          <ac:spMkLst>
            <pc:docMk/>
            <pc:sldMk cId="2383989092" sldId="274"/>
            <ac:spMk id="3" creationId="{00000000-0000-0000-0000-000000000000}"/>
          </ac:spMkLst>
        </pc:spChg>
        <pc:spChg chg="add mod">
          <ac:chgData name="365 Pro Plus" userId="8a4ede6a-2f8b-4c6e-b52c-08ce3e3b5c4d" providerId="ADAL" clId="{DA390177-86CC-4FB2-9591-590A9DFC29D7}" dt="2020-10-26T14:46:23.160" v="709" actId="2085"/>
          <ac:spMkLst>
            <pc:docMk/>
            <pc:sldMk cId="2383989092" sldId="274"/>
            <ac:spMk id="4" creationId="{12169DD5-A09D-4E3A-B72F-233A3FBE9032}"/>
          </ac:spMkLst>
        </pc:spChg>
        <pc:picChg chg="add mod">
          <ac:chgData name="365 Pro Plus" userId="8a4ede6a-2f8b-4c6e-b52c-08ce3e3b5c4d" providerId="ADAL" clId="{DA390177-86CC-4FB2-9591-590A9DFC29D7}" dt="2020-10-26T14:46:31.876" v="710" actId="732"/>
          <ac:picMkLst>
            <pc:docMk/>
            <pc:sldMk cId="2383989092" sldId="274"/>
            <ac:picMk id="7170" creationId="{863671AE-847A-45F6-A081-9BE38029E58C}"/>
          </ac:picMkLst>
        </pc:picChg>
      </pc:sldChg>
      <pc:sldChg chg="add">
        <pc:chgData name="365 Pro Plus" userId="8a4ede6a-2f8b-4c6e-b52c-08ce3e3b5c4d" providerId="ADAL" clId="{DA390177-86CC-4FB2-9591-590A9DFC29D7}" dt="2020-10-31T16:00:55.776" v="994"/>
        <pc:sldMkLst>
          <pc:docMk/>
          <pc:sldMk cId="4280694607" sldId="274"/>
        </pc:sldMkLst>
      </pc:sldChg>
      <pc:sldChg chg="add">
        <pc:chgData name="365 Pro Plus" userId="8a4ede6a-2f8b-4c6e-b52c-08ce3e3b5c4d" providerId="ADAL" clId="{DA390177-86CC-4FB2-9591-590A9DFC29D7}" dt="2020-10-31T16:00:55.776" v="994"/>
        <pc:sldMkLst>
          <pc:docMk/>
          <pc:sldMk cId="2395915080" sldId="275"/>
        </pc:sldMkLst>
      </pc:sldChg>
      <pc:sldChg chg="addSp modSp add del mod modClrScheme chgLayout">
        <pc:chgData name="365 Pro Plus" userId="8a4ede6a-2f8b-4c6e-b52c-08ce3e3b5c4d" providerId="ADAL" clId="{DA390177-86CC-4FB2-9591-590A9DFC29D7}" dt="2020-10-31T16:00:52.736" v="993" actId="2696"/>
        <pc:sldMkLst>
          <pc:docMk/>
          <pc:sldMk cId="2399803990" sldId="275"/>
        </pc:sldMkLst>
        <pc:spChg chg="mod">
          <ac:chgData name="365 Pro Plus" userId="8a4ede6a-2f8b-4c6e-b52c-08ce3e3b5c4d" providerId="ADAL" clId="{DA390177-86CC-4FB2-9591-590A9DFC29D7}" dt="2020-10-26T14:50:22.547" v="719" actId="26606"/>
          <ac:spMkLst>
            <pc:docMk/>
            <pc:sldMk cId="2399803990" sldId="275"/>
            <ac:spMk id="2" creationId="{00000000-0000-0000-0000-000000000000}"/>
          </ac:spMkLst>
        </pc:spChg>
        <pc:spChg chg="mod">
          <ac:chgData name="365 Pro Plus" userId="8a4ede6a-2f8b-4c6e-b52c-08ce3e3b5c4d" providerId="ADAL" clId="{DA390177-86CC-4FB2-9591-590A9DFC29D7}" dt="2020-10-26T14:50:39.123" v="725" actId="1076"/>
          <ac:spMkLst>
            <pc:docMk/>
            <pc:sldMk cId="2399803990" sldId="275"/>
            <ac:spMk id="3" creationId="{00000000-0000-0000-0000-000000000000}"/>
          </ac:spMkLst>
        </pc:spChg>
        <pc:picChg chg="add mod">
          <ac:chgData name="365 Pro Plus" userId="8a4ede6a-2f8b-4c6e-b52c-08ce3e3b5c4d" providerId="ADAL" clId="{DA390177-86CC-4FB2-9591-590A9DFC29D7}" dt="2020-10-26T14:50:33.700" v="723" actId="1076"/>
          <ac:picMkLst>
            <pc:docMk/>
            <pc:sldMk cId="2399803990" sldId="275"/>
            <ac:picMk id="8194" creationId="{B2784314-5D58-40AC-BA53-6537EDFCB607}"/>
          </ac:picMkLst>
        </pc:picChg>
      </pc:sldChg>
      <pc:sldChg chg="add">
        <pc:chgData name="365 Pro Plus" userId="8a4ede6a-2f8b-4c6e-b52c-08ce3e3b5c4d" providerId="ADAL" clId="{DA390177-86CC-4FB2-9591-590A9DFC29D7}" dt="2020-10-31T16:00:55.776" v="994"/>
        <pc:sldMkLst>
          <pc:docMk/>
          <pc:sldMk cId="184522743" sldId="276"/>
        </pc:sldMkLst>
      </pc:sldChg>
      <pc:sldChg chg="modSp add del mod">
        <pc:chgData name="365 Pro Plus" userId="8a4ede6a-2f8b-4c6e-b52c-08ce3e3b5c4d" providerId="ADAL" clId="{DA390177-86CC-4FB2-9591-590A9DFC29D7}" dt="2020-10-31T16:00:52.736" v="993" actId="2696"/>
        <pc:sldMkLst>
          <pc:docMk/>
          <pc:sldMk cId="634094106" sldId="276"/>
        </pc:sldMkLst>
        <pc:picChg chg="mod">
          <ac:chgData name="365 Pro Plus" userId="8a4ede6a-2f8b-4c6e-b52c-08ce3e3b5c4d" providerId="ADAL" clId="{DA390177-86CC-4FB2-9591-590A9DFC29D7}" dt="2020-10-26T14:49:27.841" v="718" actId="14100"/>
          <ac:picMkLst>
            <pc:docMk/>
            <pc:sldMk cId="634094106" sldId="276"/>
            <ac:picMk id="4" creationId="{00000000-0000-0000-0000-000000000000}"/>
          </ac:picMkLst>
        </pc:picChg>
      </pc:sldChg>
      <pc:sldChg chg="add">
        <pc:chgData name="365 Pro Plus" userId="8a4ede6a-2f8b-4c6e-b52c-08ce3e3b5c4d" providerId="ADAL" clId="{DA390177-86CC-4FB2-9591-590A9DFC29D7}" dt="2020-10-31T16:00:55.776" v="994"/>
        <pc:sldMkLst>
          <pc:docMk/>
          <pc:sldMk cId="1473790031" sldId="277"/>
        </pc:sldMkLst>
      </pc:sldChg>
      <pc:sldChg chg="addSp delSp modSp add del mod modClrScheme chgLayout">
        <pc:chgData name="365 Pro Plus" userId="8a4ede6a-2f8b-4c6e-b52c-08ce3e3b5c4d" providerId="ADAL" clId="{DA390177-86CC-4FB2-9591-590A9DFC29D7}" dt="2020-10-31T16:00:52.736" v="993" actId="2696"/>
        <pc:sldMkLst>
          <pc:docMk/>
          <pc:sldMk cId="3732915017" sldId="277"/>
        </pc:sldMkLst>
        <pc:spChg chg="mod">
          <ac:chgData name="365 Pro Plus" userId="8a4ede6a-2f8b-4c6e-b52c-08ce3e3b5c4d" providerId="ADAL" clId="{DA390177-86CC-4FB2-9591-590A9DFC29D7}" dt="2020-10-26T14:19:56.802" v="602" actId="1076"/>
          <ac:spMkLst>
            <pc:docMk/>
            <pc:sldMk cId="3732915017" sldId="277"/>
            <ac:spMk id="2" creationId="{00000000-0000-0000-0000-000000000000}"/>
          </ac:spMkLst>
        </pc:spChg>
        <pc:spChg chg="del">
          <ac:chgData name="365 Pro Plus" userId="8a4ede6a-2f8b-4c6e-b52c-08ce3e3b5c4d" providerId="ADAL" clId="{DA390177-86CC-4FB2-9591-590A9DFC29D7}" dt="2020-10-26T14:17:58.663" v="576" actId="478"/>
          <ac:spMkLst>
            <pc:docMk/>
            <pc:sldMk cId="3732915017" sldId="277"/>
            <ac:spMk id="5" creationId="{00000000-0000-0000-0000-000000000000}"/>
          </ac:spMkLst>
        </pc:spChg>
        <pc:picChg chg="add mod ord modCrop">
          <ac:chgData name="365 Pro Plus" userId="8a4ede6a-2f8b-4c6e-b52c-08ce3e3b5c4d" providerId="ADAL" clId="{DA390177-86CC-4FB2-9591-590A9DFC29D7}" dt="2020-10-26T14:19:34.971" v="597" actId="1076"/>
          <ac:picMkLst>
            <pc:docMk/>
            <pc:sldMk cId="3732915017" sldId="277"/>
            <ac:picMk id="3" creationId="{7826BDF8-F68D-42B3-A696-FED52DADEF98}"/>
          </ac:picMkLst>
        </pc:picChg>
      </pc:sldChg>
      <pc:sldChg chg="addSp delSp modSp add del mod modClrScheme chgLayout">
        <pc:chgData name="365 Pro Plus" userId="8a4ede6a-2f8b-4c6e-b52c-08ce3e3b5c4d" providerId="ADAL" clId="{DA390177-86CC-4FB2-9591-590A9DFC29D7}" dt="2020-10-31T16:00:52.736" v="993" actId="2696"/>
        <pc:sldMkLst>
          <pc:docMk/>
          <pc:sldMk cId="2595525605" sldId="278"/>
        </pc:sldMkLst>
        <pc:spChg chg="mod">
          <ac:chgData name="365 Pro Plus" userId="8a4ede6a-2f8b-4c6e-b52c-08ce3e3b5c4d" providerId="ADAL" clId="{DA390177-86CC-4FB2-9591-590A9DFC29D7}" dt="2020-10-26T14:06:02.997" v="503" actId="1076"/>
          <ac:spMkLst>
            <pc:docMk/>
            <pc:sldMk cId="2595525605" sldId="278"/>
            <ac:spMk id="2" creationId="{00000000-0000-0000-0000-000000000000}"/>
          </ac:spMkLst>
        </pc:spChg>
        <pc:spChg chg="del mod">
          <ac:chgData name="365 Pro Plus" userId="8a4ede6a-2f8b-4c6e-b52c-08ce3e3b5c4d" providerId="ADAL" clId="{DA390177-86CC-4FB2-9591-590A9DFC29D7}" dt="2020-10-26T14:03:01.559" v="492" actId="478"/>
          <ac:spMkLst>
            <pc:docMk/>
            <pc:sldMk cId="2595525605" sldId="278"/>
            <ac:spMk id="5" creationId="{00000000-0000-0000-0000-000000000000}"/>
          </ac:spMkLst>
        </pc:spChg>
        <pc:spChg chg="add del mod">
          <ac:chgData name="365 Pro Plus" userId="8a4ede6a-2f8b-4c6e-b52c-08ce3e3b5c4d" providerId="ADAL" clId="{DA390177-86CC-4FB2-9591-590A9DFC29D7}" dt="2020-10-26T14:06:09.723" v="504" actId="478"/>
          <ac:spMkLst>
            <pc:docMk/>
            <pc:sldMk cId="2595525605" sldId="278"/>
            <ac:spMk id="7" creationId="{3B47CF13-CFB5-460E-846D-439843E154BF}"/>
          </ac:spMkLst>
        </pc:spChg>
        <pc:picChg chg="add mod">
          <ac:chgData name="365 Pro Plus" userId="8a4ede6a-2f8b-4c6e-b52c-08ce3e3b5c4d" providerId="ADAL" clId="{DA390177-86CC-4FB2-9591-590A9DFC29D7}" dt="2020-10-26T14:05:59.163" v="502" actId="14100"/>
          <ac:picMkLst>
            <pc:docMk/>
            <pc:sldMk cId="2595525605" sldId="278"/>
            <ac:picMk id="3074" creationId="{FA5B9861-7671-4A14-AA6C-3A44B98AB9A9}"/>
          </ac:picMkLst>
        </pc:picChg>
      </pc:sldChg>
      <pc:sldChg chg="add">
        <pc:chgData name="365 Pro Plus" userId="8a4ede6a-2f8b-4c6e-b52c-08ce3e3b5c4d" providerId="ADAL" clId="{DA390177-86CC-4FB2-9591-590A9DFC29D7}" dt="2020-10-31T16:00:55.776" v="994"/>
        <pc:sldMkLst>
          <pc:docMk/>
          <pc:sldMk cId="3403308528" sldId="278"/>
        </pc:sldMkLst>
      </pc:sldChg>
      <pc:sldChg chg="addSp delSp modSp new del mod ord">
        <pc:chgData name="365 Pro Plus" userId="8a4ede6a-2f8b-4c6e-b52c-08ce3e3b5c4d" providerId="ADAL" clId="{DA390177-86CC-4FB2-9591-590A9DFC29D7}" dt="2020-10-31T16:00:52.736" v="993" actId="2696"/>
        <pc:sldMkLst>
          <pc:docMk/>
          <pc:sldMk cId="402671180" sldId="279"/>
        </pc:sldMkLst>
        <pc:spChg chg="del">
          <ac:chgData name="365 Pro Plus" userId="8a4ede6a-2f8b-4c6e-b52c-08ce3e3b5c4d" providerId="ADAL" clId="{DA390177-86CC-4FB2-9591-590A9DFC29D7}" dt="2020-10-26T14:31:59.804" v="670" actId="478"/>
          <ac:spMkLst>
            <pc:docMk/>
            <pc:sldMk cId="402671180" sldId="279"/>
            <ac:spMk id="2" creationId="{F66C42CE-98C9-4D0B-B245-C8FD8FC85D41}"/>
          </ac:spMkLst>
        </pc:spChg>
        <pc:spChg chg="del">
          <ac:chgData name="365 Pro Plus" userId="8a4ede6a-2f8b-4c6e-b52c-08ce3e3b5c4d" providerId="ADAL" clId="{DA390177-86CC-4FB2-9591-590A9DFC29D7}" dt="2020-10-26T14:32:03.667" v="671"/>
          <ac:spMkLst>
            <pc:docMk/>
            <pc:sldMk cId="402671180" sldId="279"/>
            <ac:spMk id="3" creationId="{04CAEE42-C38F-45D5-A46C-2FFDCF6C089C}"/>
          </ac:spMkLst>
        </pc:spChg>
        <pc:picChg chg="add mod">
          <ac:chgData name="365 Pro Plus" userId="8a4ede6a-2f8b-4c6e-b52c-08ce3e3b5c4d" providerId="ADAL" clId="{DA390177-86CC-4FB2-9591-590A9DFC29D7}" dt="2020-10-26T14:32:19.471" v="673" actId="14100"/>
          <ac:picMkLst>
            <pc:docMk/>
            <pc:sldMk cId="402671180" sldId="279"/>
            <ac:picMk id="6146" creationId="{740CBD8E-FC62-4796-83E5-61D00A4151CF}"/>
          </ac:picMkLst>
        </pc:picChg>
      </pc:sldChg>
      <pc:sldChg chg="add">
        <pc:chgData name="365 Pro Plus" userId="8a4ede6a-2f8b-4c6e-b52c-08ce3e3b5c4d" providerId="ADAL" clId="{DA390177-86CC-4FB2-9591-590A9DFC29D7}" dt="2020-10-31T16:00:55.776" v="994"/>
        <pc:sldMkLst>
          <pc:docMk/>
          <pc:sldMk cId="4269271952" sldId="279"/>
        </pc:sldMkLst>
      </pc:sldChg>
      <pc:sldChg chg="add">
        <pc:chgData name="365 Pro Plus" userId="8a4ede6a-2f8b-4c6e-b52c-08ce3e3b5c4d" providerId="ADAL" clId="{DA390177-86CC-4FB2-9591-590A9DFC29D7}" dt="2020-10-31T16:14:38.888" v="1247"/>
        <pc:sldMkLst>
          <pc:docMk/>
          <pc:sldMk cId="2366653260" sldId="280"/>
        </pc:sldMkLst>
      </pc:sldChg>
      <pc:sldChg chg="addSp delSp modSp add del mod modClrScheme chgLayout">
        <pc:chgData name="365 Pro Plus" userId="8a4ede6a-2f8b-4c6e-b52c-08ce3e3b5c4d" providerId="ADAL" clId="{DA390177-86CC-4FB2-9591-590A9DFC29D7}" dt="2020-10-31T16:14:35.690" v="1246" actId="2696"/>
        <pc:sldMkLst>
          <pc:docMk/>
          <pc:sldMk cId="3236699236" sldId="280"/>
        </pc:sldMkLst>
        <pc:spChg chg="mod">
          <ac:chgData name="365 Pro Plus" userId="8a4ede6a-2f8b-4c6e-b52c-08ce3e3b5c4d" providerId="ADAL" clId="{DA390177-86CC-4FB2-9591-590A9DFC29D7}" dt="2020-10-26T14:57:29.186" v="759" actId="1076"/>
          <ac:spMkLst>
            <pc:docMk/>
            <pc:sldMk cId="3236699236" sldId="280"/>
            <ac:spMk id="2" creationId="{00000000-0000-0000-0000-000000000000}"/>
          </ac:spMkLst>
        </pc:spChg>
        <pc:picChg chg="add mod modCrop">
          <ac:chgData name="365 Pro Plus" userId="8a4ede6a-2f8b-4c6e-b52c-08ce3e3b5c4d" providerId="ADAL" clId="{DA390177-86CC-4FB2-9591-590A9DFC29D7}" dt="2020-10-26T14:57:22.883" v="757" actId="1076"/>
          <ac:picMkLst>
            <pc:docMk/>
            <pc:sldMk cId="3236699236" sldId="280"/>
            <ac:picMk id="4" creationId="{6F54F90C-2A9E-414B-A258-EFB970C174C4}"/>
          </ac:picMkLst>
        </pc:picChg>
        <pc:picChg chg="del">
          <ac:chgData name="365 Pro Plus" userId="8a4ede6a-2f8b-4c6e-b52c-08ce3e3b5c4d" providerId="ADAL" clId="{DA390177-86CC-4FB2-9591-590A9DFC29D7}" dt="2020-10-26T14:56:37.228" v="749" actId="478"/>
          <ac:picMkLst>
            <pc:docMk/>
            <pc:sldMk cId="3236699236" sldId="280"/>
            <ac:picMk id="3074" creationId="{FA5B9861-7671-4A14-AA6C-3A44B98AB9A9}"/>
          </ac:picMkLst>
        </pc:picChg>
      </pc:sldChg>
      <pc:sldChg chg="modSp add mod">
        <pc:chgData name="365 Pro Plus" userId="8a4ede6a-2f8b-4c6e-b52c-08ce3e3b5c4d" providerId="ADAL" clId="{DA390177-86CC-4FB2-9591-590A9DFC29D7}" dt="2020-11-01T12:18:11.306" v="2978" actId="403"/>
        <pc:sldMkLst>
          <pc:docMk/>
          <pc:sldMk cId="150867754" sldId="281"/>
        </pc:sldMkLst>
        <pc:spChg chg="mod">
          <ac:chgData name="365 Pro Plus" userId="8a4ede6a-2f8b-4c6e-b52c-08ce3e3b5c4d" providerId="ADAL" clId="{DA390177-86CC-4FB2-9591-590A9DFC29D7}" dt="2020-11-01T12:18:11.306" v="2978" actId="403"/>
          <ac:spMkLst>
            <pc:docMk/>
            <pc:sldMk cId="150867754" sldId="281"/>
            <ac:spMk id="3" creationId="{2BA297BC-4A6D-4A8D-9E5C-C757784E3097}"/>
          </ac:spMkLst>
        </pc:spChg>
        <pc:picChg chg="mod">
          <ac:chgData name="365 Pro Plus" userId="8a4ede6a-2f8b-4c6e-b52c-08ce3e3b5c4d" providerId="ADAL" clId="{DA390177-86CC-4FB2-9591-590A9DFC29D7}" dt="2020-11-01T12:18:04.380" v="2977" actId="1076"/>
          <ac:picMkLst>
            <pc:docMk/>
            <pc:sldMk cId="150867754" sldId="281"/>
            <ac:picMk id="1026" creationId="{E024F4D5-78DD-4FAF-BB29-E1C53DB1FD43}"/>
          </ac:picMkLst>
        </pc:picChg>
      </pc:sldChg>
      <pc:sldChg chg="addSp delSp modSp new del mod modClrScheme chgLayout">
        <pc:chgData name="365 Pro Plus" userId="8a4ede6a-2f8b-4c6e-b52c-08ce3e3b5c4d" providerId="ADAL" clId="{DA390177-86CC-4FB2-9591-590A9DFC29D7}" dt="2020-10-31T16:14:35.690" v="1246" actId="2696"/>
        <pc:sldMkLst>
          <pc:docMk/>
          <pc:sldMk cId="702769506" sldId="281"/>
        </pc:sldMkLst>
        <pc:spChg chg="mod">
          <ac:chgData name="365 Pro Plus" userId="8a4ede6a-2f8b-4c6e-b52c-08ce3e3b5c4d" providerId="ADAL" clId="{DA390177-86CC-4FB2-9591-590A9DFC29D7}" dt="2020-10-31T04:35:32.233" v="830" actId="26606"/>
          <ac:spMkLst>
            <pc:docMk/>
            <pc:sldMk cId="702769506" sldId="281"/>
            <ac:spMk id="2" creationId="{EB77E570-C726-4F05-8D19-6B72463E4BC1}"/>
          </ac:spMkLst>
        </pc:spChg>
        <pc:spChg chg="mod ord">
          <ac:chgData name="365 Pro Plus" userId="8a4ede6a-2f8b-4c6e-b52c-08ce3e3b5c4d" providerId="ADAL" clId="{DA390177-86CC-4FB2-9591-590A9DFC29D7}" dt="2020-10-31T04:35:43.746" v="831" actId="1076"/>
          <ac:spMkLst>
            <pc:docMk/>
            <pc:sldMk cId="702769506" sldId="281"/>
            <ac:spMk id="3" creationId="{2BA297BC-4A6D-4A8D-9E5C-C757784E3097}"/>
          </ac:spMkLst>
        </pc:spChg>
        <pc:picChg chg="add del">
          <ac:chgData name="365 Pro Plus" userId="8a4ede6a-2f8b-4c6e-b52c-08ce3e3b5c4d" providerId="ADAL" clId="{DA390177-86CC-4FB2-9591-590A9DFC29D7}" dt="2020-10-31T04:32:38.074" v="817"/>
          <ac:picMkLst>
            <pc:docMk/>
            <pc:sldMk cId="702769506" sldId="281"/>
            <ac:picMk id="4" creationId="{7D6B2236-3ABB-4C59-9C26-9DDEAB9FC5C9}"/>
          </ac:picMkLst>
        </pc:picChg>
        <pc:picChg chg="add mod">
          <ac:chgData name="365 Pro Plus" userId="8a4ede6a-2f8b-4c6e-b52c-08ce3e3b5c4d" providerId="ADAL" clId="{DA390177-86CC-4FB2-9591-590A9DFC29D7}" dt="2020-10-31T04:35:49.772" v="832" actId="14100"/>
          <ac:picMkLst>
            <pc:docMk/>
            <pc:sldMk cId="702769506" sldId="281"/>
            <ac:picMk id="1026" creationId="{E024F4D5-78DD-4FAF-BB29-E1C53DB1FD43}"/>
          </ac:picMkLst>
        </pc:picChg>
      </pc:sldChg>
      <pc:sldChg chg="addSp delSp modSp new add del mod modClrScheme chgLayout">
        <pc:chgData name="365 Pro Plus" userId="8a4ede6a-2f8b-4c6e-b52c-08ce3e3b5c4d" providerId="ADAL" clId="{DA390177-86CC-4FB2-9591-590A9DFC29D7}" dt="2020-10-31T16:14:35.690" v="1246" actId="2696"/>
        <pc:sldMkLst>
          <pc:docMk/>
          <pc:sldMk cId="1088171540" sldId="282"/>
        </pc:sldMkLst>
        <pc:spChg chg="del mod ord">
          <ac:chgData name="365 Pro Plus" userId="8a4ede6a-2f8b-4c6e-b52c-08ce3e3b5c4d" providerId="ADAL" clId="{DA390177-86CC-4FB2-9591-590A9DFC29D7}" dt="2020-10-31T04:36:19.057" v="834" actId="700"/>
          <ac:spMkLst>
            <pc:docMk/>
            <pc:sldMk cId="1088171540" sldId="282"/>
            <ac:spMk id="2" creationId="{AAABDFA6-098F-4E19-B9A7-21AC1C3DB718}"/>
          </ac:spMkLst>
        </pc:spChg>
        <pc:spChg chg="del mod ord">
          <ac:chgData name="365 Pro Plus" userId="8a4ede6a-2f8b-4c6e-b52c-08ce3e3b5c4d" providerId="ADAL" clId="{DA390177-86CC-4FB2-9591-590A9DFC29D7}" dt="2020-10-31T04:36:19.057" v="834" actId="700"/>
          <ac:spMkLst>
            <pc:docMk/>
            <pc:sldMk cId="1088171540" sldId="282"/>
            <ac:spMk id="3" creationId="{B853465D-97A2-4F82-958B-94166E6498B0}"/>
          </ac:spMkLst>
        </pc:spChg>
        <pc:spChg chg="del">
          <ac:chgData name="365 Pro Plus" userId="8a4ede6a-2f8b-4c6e-b52c-08ce3e3b5c4d" providerId="ADAL" clId="{DA390177-86CC-4FB2-9591-590A9DFC29D7}" dt="2020-10-31T04:36:19.057" v="834" actId="700"/>
          <ac:spMkLst>
            <pc:docMk/>
            <pc:sldMk cId="1088171540" sldId="282"/>
            <ac:spMk id="4" creationId="{F26B01F4-A7CE-4D16-94E7-4B6B2ED0926C}"/>
          </ac:spMkLst>
        </pc:spChg>
        <pc:spChg chg="add mod ord">
          <ac:chgData name="365 Pro Plus" userId="8a4ede6a-2f8b-4c6e-b52c-08ce3e3b5c4d" providerId="ADAL" clId="{DA390177-86CC-4FB2-9591-590A9DFC29D7}" dt="2020-10-31T04:52:56.585" v="874" actId="20577"/>
          <ac:spMkLst>
            <pc:docMk/>
            <pc:sldMk cId="1088171540" sldId="282"/>
            <ac:spMk id="5" creationId="{1B2D5732-2A8C-46BF-9593-DD1CAD45976D}"/>
          </ac:spMkLst>
        </pc:spChg>
        <pc:spChg chg="add del mod ord">
          <ac:chgData name="365 Pro Plus" userId="8a4ede6a-2f8b-4c6e-b52c-08ce3e3b5c4d" providerId="ADAL" clId="{DA390177-86CC-4FB2-9591-590A9DFC29D7}" dt="2020-10-31T04:51:47.030" v="858"/>
          <ac:spMkLst>
            <pc:docMk/>
            <pc:sldMk cId="1088171540" sldId="282"/>
            <ac:spMk id="6" creationId="{DFE50B57-F01A-4041-860A-D6542BF137EA}"/>
          </ac:spMkLst>
        </pc:spChg>
        <pc:spChg chg="add del mod">
          <ac:chgData name="365 Pro Plus" userId="8a4ede6a-2f8b-4c6e-b52c-08ce3e3b5c4d" providerId="ADAL" clId="{DA390177-86CC-4FB2-9591-590A9DFC29D7}" dt="2020-10-31T04:52:42.891" v="866"/>
          <ac:spMkLst>
            <pc:docMk/>
            <pc:sldMk cId="1088171540" sldId="282"/>
            <ac:spMk id="9" creationId="{6732E40D-91A3-4021-AF0D-576F2644F5B8}"/>
          </ac:spMkLst>
        </pc:spChg>
        <pc:spChg chg="add del mod">
          <ac:chgData name="365 Pro Plus" userId="8a4ede6a-2f8b-4c6e-b52c-08ce3e3b5c4d" providerId="ADAL" clId="{DA390177-86CC-4FB2-9591-590A9DFC29D7}" dt="2020-10-31T15:40:13.050" v="892" actId="22"/>
          <ac:spMkLst>
            <pc:docMk/>
            <pc:sldMk cId="1088171540" sldId="282"/>
            <ac:spMk id="14" creationId="{E5243F8D-0F95-4111-9B0F-5AC4116EC810}"/>
          </ac:spMkLst>
        </pc:spChg>
        <pc:picChg chg="add del mod modCrop">
          <ac:chgData name="365 Pro Plus" userId="8a4ede6a-2f8b-4c6e-b52c-08ce3e3b5c4d" providerId="ADAL" clId="{DA390177-86CC-4FB2-9591-590A9DFC29D7}" dt="2020-10-31T04:52:39.153" v="865" actId="478"/>
          <ac:picMkLst>
            <pc:docMk/>
            <pc:sldMk cId="1088171540" sldId="282"/>
            <ac:picMk id="7" creationId="{8552EF72-F4A2-4C05-A598-6A84D58E2811}"/>
          </ac:picMkLst>
        </pc:picChg>
        <pc:picChg chg="add del mod modCrop">
          <ac:chgData name="365 Pro Plus" userId="8a4ede6a-2f8b-4c6e-b52c-08ce3e3b5c4d" providerId="ADAL" clId="{DA390177-86CC-4FB2-9591-590A9DFC29D7}" dt="2020-10-31T04:59:41.797" v="884" actId="478"/>
          <ac:picMkLst>
            <pc:docMk/>
            <pc:sldMk cId="1088171540" sldId="282"/>
            <ac:picMk id="10" creationId="{9D60A676-0BC9-4B19-9443-FC214DAE005F}"/>
          </ac:picMkLst>
        </pc:picChg>
        <pc:picChg chg="add del mod">
          <ac:chgData name="365 Pro Plus" userId="8a4ede6a-2f8b-4c6e-b52c-08ce3e3b5c4d" providerId="ADAL" clId="{DA390177-86CC-4FB2-9591-590A9DFC29D7}" dt="2020-10-31T04:59:40.170" v="883" actId="21"/>
          <ac:picMkLst>
            <pc:docMk/>
            <pc:sldMk cId="1088171540" sldId="282"/>
            <ac:picMk id="12" creationId="{E3E9B57D-0323-47F3-A83E-355D4DE3D5C3}"/>
          </ac:picMkLst>
        </pc:picChg>
        <pc:picChg chg="add del mod modCrop">
          <ac:chgData name="365 Pro Plus" userId="8a4ede6a-2f8b-4c6e-b52c-08ce3e3b5c4d" providerId="ADAL" clId="{DA390177-86CC-4FB2-9591-590A9DFC29D7}" dt="2020-10-31T15:40:11.738" v="891" actId="21"/>
          <ac:picMkLst>
            <pc:docMk/>
            <pc:sldMk cId="1088171540" sldId="282"/>
            <ac:picMk id="16" creationId="{FB4D1AB6-6C22-4F7D-800E-5B73E5DD78AE}"/>
          </ac:picMkLst>
        </pc:picChg>
        <pc:picChg chg="add mod">
          <ac:chgData name="365 Pro Plus" userId="8a4ede6a-2f8b-4c6e-b52c-08ce3e3b5c4d" providerId="ADAL" clId="{DA390177-86CC-4FB2-9591-590A9DFC29D7}" dt="2020-10-31T16:00:06.856" v="992" actId="1036"/>
          <ac:picMkLst>
            <pc:docMk/>
            <pc:sldMk cId="1088171540" sldId="282"/>
            <ac:picMk id="18" creationId="{BF276801-A92B-4B03-B0BE-C48DFB4EA28B}"/>
          </ac:picMkLst>
        </pc:picChg>
      </pc:sldChg>
      <pc:sldChg chg="add ord">
        <pc:chgData name="365 Pro Plus" userId="8a4ede6a-2f8b-4c6e-b52c-08ce3e3b5c4d" providerId="ADAL" clId="{DA390177-86CC-4FB2-9591-590A9DFC29D7}" dt="2020-11-01T03:15:12.336" v="1462"/>
        <pc:sldMkLst>
          <pc:docMk/>
          <pc:sldMk cId="1505022179" sldId="282"/>
        </pc:sldMkLst>
      </pc:sldChg>
      <pc:sldChg chg="addSp delSp modSp add mod">
        <pc:chgData name="365 Pro Plus" userId="8a4ede6a-2f8b-4c6e-b52c-08ce3e3b5c4d" providerId="ADAL" clId="{DA390177-86CC-4FB2-9591-590A9DFC29D7}" dt="2020-11-01T03:01:04.439" v="1375" actId="478"/>
        <pc:sldMkLst>
          <pc:docMk/>
          <pc:sldMk cId="556939740" sldId="283"/>
        </pc:sldMkLst>
        <pc:spChg chg="add del mod">
          <ac:chgData name="365 Pro Plus" userId="8a4ede6a-2f8b-4c6e-b52c-08ce3e3b5c4d" providerId="ADAL" clId="{DA390177-86CC-4FB2-9591-590A9DFC29D7}" dt="2020-11-01T03:01:04.439" v="1375" actId="478"/>
          <ac:spMkLst>
            <pc:docMk/>
            <pc:sldMk cId="556939740" sldId="283"/>
            <ac:spMk id="3" creationId="{094BF393-E60F-41A8-B9B0-9266B084CA06}"/>
          </ac:spMkLst>
        </pc:spChg>
        <pc:spChg chg="mod">
          <ac:chgData name="365 Pro Plus" userId="8a4ede6a-2f8b-4c6e-b52c-08ce3e3b5c4d" providerId="ADAL" clId="{DA390177-86CC-4FB2-9591-590A9DFC29D7}" dt="2020-11-01T03:01:02.130" v="1369" actId="1076"/>
          <ac:spMkLst>
            <pc:docMk/>
            <pc:sldMk cId="556939740" sldId="283"/>
            <ac:spMk id="5" creationId="{CD50D911-9D01-45CE-BD5B-62CF21C63C20}"/>
          </ac:spMkLst>
        </pc:spChg>
        <pc:graphicFrameChg chg="add del">
          <ac:chgData name="365 Pro Plus" userId="8a4ede6a-2f8b-4c6e-b52c-08ce3e3b5c4d" providerId="ADAL" clId="{DA390177-86CC-4FB2-9591-590A9DFC29D7}" dt="2020-11-01T03:01:04.439" v="1375" actId="478"/>
          <ac:graphicFrameMkLst>
            <pc:docMk/>
            <pc:sldMk cId="556939740" sldId="283"/>
            <ac:graphicFrameMk id="7" creationId="{62FC4734-ED63-4F08-BB22-09C0D7F4CF8E}"/>
          </ac:graphicFrameMkLst>
        </pc:graphicFrameChg>
        <pc:picChg chg="add del mod">
          <ac:chgData name="365 Pro Plus" userId="8a4ede6a-2f8b-4c6e-b52c-08ce3e3b5c4d" providerId="ADAL" clId="{DA390177-86CC-4FB2-9591-590A9DFC29D7}" dt="2020-11-01T03:01:03.885" v="1374"/>
          <ac:picMkLst>
            <pc:docMk/>
            <pc:sldMk cId="556939740" sldId="283"/>
            <ac:picMk id="2050" creationId="{5D704DF4-46B2-45A1-B602-8079E5ACDE87}"/>
          </ac:picMkLst>
        </pc:picChg>
      </pc:sldChg>
      <pc:sldChg chg="addSp delSp modSp new add del mod modClrScheme chgLayout">
        <pc:chgData name="365 Pro Plus" userId="8a4ede6a-2f8b-4c6e-b52c-08ce3e3b5c4d" providerId="ADAL" clId="{DA390177-86CC-4FB2-9591-590A9DFC29D7}" dt="2020-10-31T16:14:35.690" v="1246" actId="2696"/>
        <pc:sldMkLst>
          <pc:docMk/>
          <pc:sldMk cId="996258594" sldId="283"/>
        </pc:sldMkLst>
        <pc:spChg chg="del mod ord">
          <ac:chgData name="365 Pro Plus" userId="8a4ede6a-2f8b-4c6e-b52c-08ce3e3b5c4d" providerId="ADAL" clId="{DA390177-86CC-4FB2-9591-590A9DFC29D7}" dt="2020-10-31T15:41:22.512" v="898" actId="700"/>
          <ac:spMkLst>
            <pc:docMk/>
            <pc:sldMk cId="996258594" sldId="283"/>
            <ac:spMk id="2" creationId="{CD5A4C01-00A9-49EA-998F-13CB6825D183}"/>
          </ac:spMkLst>
        </pc:spChg>
        <pc:spChg chg="del mod ord">
          <ac:chgData name="365 Pro Plus" userId="8a4ede6a-2f8b-4c6e-b52c-08ce3e3b5c4d" providerId="ADAL" clId="{DA390177-86CC-4FB2-9591-590A9DFC29D7}" dt="2020-10-31T15:41:22.512" v="898" actId="700"/>
          <ac:spMkLst>
            <pc:docMk/>
            <pc:sldMk cId="996258594" sldId="283"/>
            <ac:spMk id="3" creationId="{A3B6D560-2F06-4E0D-99AA-CB58B7EBFA81}"/>
          </ac:spMkLst>
        </pc:spChg>
        <pc:spChg chg="del">
          <ac:chgData name="365 Pro Plus" userId="8a4ede6a-2f8b-4c6e-b52c-08ce3e3b5c4d" providerId="ADAL" clId="{DA390177-86CC-4FB2-9591-590A9DFC29D7}" dt="2020-10-31T15:41:22.512" v="898" actId="700"/>
          <ac:spMkLst>
            <pc:docMk/>
            <pc:sldMk cId="996258594" sldId="283"/>
            <ac:spMk id="4" creationId="{31D9A749-ABDD-4D5E-B29B-BD1D7F16EC62}"/>
          </ac:spMkLst>
        </pc:spChg>
        <pc:spChg chg="add mod ord">
          <ac:chgData name="365 Pro Plus" userId="8a4ede6a-2f8b-4c6e-b52c-08ce3e3b5c4d" providerId="ADAL" clId="{DA390177-86CC-4FB2-9591-590A9DFC29D7}" dt="2020-10-31T15:59:32.999" v="987" actId="1076"/>
          <ac:spMkLst>
            <pc:docMk/>
            <pc:sldMk cId="996258594" sldId="283"/>
            <ac:spMk id="5" creationId="{CD50D911-9D01-45CE-BD5B-62CF21C63C20}"/>
          </ac:spMkLst>
        </pc:spChg>
        <pc:spChg chg="add del mod ord">
          <ac:chgData name="365 Pro Plus" userId="8a4ede6a-2f8b-4c6e-b52c-08ce3e3b5c4d" providerId="ADAL" clId="{DA390177-86CC-4FB2-9591-590A9DFC29D7}" dt="2020-10-31T15:54:55.316" v="899" actId="1032"/>
          <ac:spMkLst>
            <pc:docMk/>
            <pc:sldMk cId="996258594" sldId="283"/>
            <ac:spMk id="6" creationId="{AF9FED03-FB68-4622-9A21-CE4228248CB0}"/>
          </ac:spMkLst>
        </pc:spChg>
        <pc:graphicFrameChg chg="add mod modGraphic">
          <ac:chgData name="365 Pro Plus" userId="8a4ede6a-2f8b-4c6e-b52c-08ce3e3b5c4d" providerId="ADAL" clId="{DA390177-86CC-4FB2-9591-590A9DFC29D7}" dt="2020-10-31T15:59:35.778" v="988" actId="1076"/>
          <ac:graphicFrameMkLst>
            <pc:docMk/>
            <pc:sldMk cId="996258594" sldId="283"/>
            <ac:graphicFrameMk id="7" creationId="{62FC4734-ED63-4F08-BB22-09C0D7F4CF8E}"/>
          </ac:graphicFrameMkLst>
        </pc:graphicFrameChg>
      </pc:sldChg>
      <pc:sldChg chg="addSp delSp modSp new add del mod">
        <pc:chgData name="365 Pro Plus" userId="8a4ede6a-2f8b-4c6e-b52c-08ce3e3b5c4d" providerId="ADAL" clId="{DA390177-86CC-4FB2-9591-590A9DFC29D7}" dt="2020-10-31T16:14:35.690" v="1246" actId="2696"/>
        <pc:sldMkLst>
          <pc:docMk/>
          <pc:sldMk cId="2695496232" sldId="284"/>
        </pc:sldMkLst>
        <pc:spChg chg="mod">
          <ac:chgData name="365 Pro Plus" userId="8a4ede6a-2f8b-4c6e-b52c-08ce3e3b5c4d" providerId="ADAL" clId="{DA390177-86CC-4FB2-9591-590A9DFC29D7}" dt="2020-10-31T16:03:02.385" v="1010" actId="20577"/>
          <ac:spMkLst>
            <pc:docMk/>
            <pc:sldMk cId="2695496232" sldId="284"/>
            <ac:spMk id="2" creationId="{33927030-3220-487A-8A53-FFB3A456FDFF}"/>
          </ac:spMkLst>
        </pc:spChg>
        <pc:spChg chg="del">
          <ac:chgData name="365 Pro Plus" userId="8a4ede6a-2f8b-4c6e-b52c-08ce3e3b5c4d" providerId="ADAL" clId="{DA390177-86CC-4FB2-9591-590A9DFC29D7}" dt="2020-10-31T16:02:49.156" v="1001" actId="478"/>
          <ac:spMkLst>
            <pc:docMk/>
            <pc:sldMk cId="2695496232" sldId="284"/>
            <ac:spMk id="3" creationId="{02DD8F39-B3CA-4DC2-B742-E32543EB5872}"/>
          </ac:spMkLst>
        </pc:spChg>
        <pc:spChg chg="add del mod">
          <ac:chgData name="365 Pro Plus" userId="8a4ede6a-2f8b-4c6e-b52c-08ce3e3b5c4d" providerId="ADAL" clId="{DA390177-86CC-4FB2-9591-590A9DFC29D7}" dt="2020-10-31T16:02:46.131" v="1000"/>
          <ac:spMkLst>
            <pc:docMk/>
            <pc:sldMk cId="2695496232" sldId="284"/>
            <ac:spMk id="6" creationId="{9B262D89-15D8-47D3-9F15-6D4760743A58}"/>
          </ac:spMkLst>
        </pc:spChg>
        <pc:spChg chg="add del mod">
          <ac:chgData name="365 Pro Plus" userId="8a4ede6a-2f8b-4c6e-b52c-08ce3e3b5c4d" providerId="ADAL" clId="{DA390177-86CC-4FB2-9591-590A9DFC29D7}" dt="2020-10-31T16:02:46.131" v="1000"/>
          <ac:spMkLst>
            <pc:docMk/>
            <pc:sldMk cId="2695496232" sldId="284"/>
            <ac:spMk id="8" creationId="{2A7EB414-0631-4B25-9754-5BF8A16A4FCF}"/>
          </ac:spMkLst>
        </pc:spChg>
        <pc:spChg chg="add del mod">
          <ac:chgData name="365 Pro Plus" userId="8a4ede6a-2f8b-4c6e-b52c-08ce3e3b5c4d" providerId="ADAL" clId="{DA390177-86CC-4FB2-9591-590A9DFC29D7}" dt="2020-10-31T16:02:46.131" v="1000"/>
          <ac:spMkLst>
            <pc:docMk/>
            <pc:sldMk cId="2695496232" sldId="284"/>
            <ac:spMk id="9" creationId="{F1B88424-2FBE-4909-9CE8-2C162008E4AA}"/>
          </ac:spMkLst>
        </pc:spChg>
        <pc:spChg chg="add del mod">
          <ac:chgData name="365 Pro Plus" userId="8a4ede6a-2f8b-4c6e-b52c-08ce3e3b5c4d" providerId="ADAL" clId="{DA390177-86CC-4FB2-9591-590A9DFC29D7}" dt="2020-10-31T16:02:46.131" v="1000"/>
          <ac:spMkLst>
            <pc:docMk/>
            <pc:sldMk cId="2695496232" sldId="284"/>
            <ac:spMk id="10" creationId="{584AE550-93BD-4545-8840-CAD6D42A8A23}"/>
          </ac:spMkLst>
        </pc:spChg>
        <pc:spChg chg="add del mod">
          <ac:chgData name="365 Pro Plus" userId="8a4ede6a-2f8b-4c6e-b52c-08ce3e3b5c4d" providerId="ADAL" clId="{DA390177-86CC-4FB2-9591-590A9DFC29D7}" dt="2020-10-31T16:02:46.131" v="1000"/>
          <ac:spMkLst>
            <pc:docMk/>
            <pc:sldMk cId="2695496232" sldId="284"/>
            <ac:spMk id="11" creationId="{ED50554B-DE75-45E4-BEF8-4D483F96204B}"/>
          </ac:spMkLst>
        </pc:spChg>
        <pc:spChg chg="add del mod">
          <ac:chgData name="365 Pro Plus" userId="8a4ede6a-2f8b-4c6e-b52c-08ce3e3b5c4d" providerId="ADAL" clId="{DA390177-86CC-4FB2-9591-590A9DFC29D7}" dt="2020-10-31T16:02:46.131" v="1000"/>
          <ac:spMkLst>
            <pc:docMk/>
            <pc:sldMk cId="2695496232" sldId="284"/>
            <ac:spMk id="12" creationId="{CC5AA594-7567-4B33-AC14-AAE3EBE31447}"/>
          </ac:spMkLst>
        </pc:spChg>
        <pc:spChg chg="add del mod">
          <ac:chgData name="365 Pro Plus" userId="8a4ede6a-2f8b-4c6e-b52c-08ce3e3b5c4d" providerId="ADAL" clId="{DA390177-86CC-4FB2-9591-590A9DFC29D7}" dt="2020-10-31T16:02:46.131" v="1000"/>
          <ac:spMkLst>
            <pc:docMk/>
            <pc:sldMk cId="2695496232" sldId="284"/>
            <ac:spMk id="13" creationId="{D0422F82-3E36-4E8D-ACC9-7F4F81621465}"/>
          </ac:spMkLst>
        </pc:spChg>
        <pc:spChg chg="add mod">
          <ac:chgData name="365 Pro Plus" userId="8a4ede6a-2f8b-4c6e-b52c-08ce3e3b5c4d" providerId="ADAL" clId="{DA390177-86CC-4FB2-9591-590A9DFC29D7}" dt="2020-10-31T16:04:35.117" v="1019" actId="13822"/>
          <ac:spMkLst>
            <pc:docMk/>
            <pc:sldMk cId="2695496232" sldId="284"/>
            <ac:spMk id="16" creationId="{B9074138-4C69-4780-9A22-5C8C428D3E82}"/>
          </ac:spMkLst>
        </pc:spChg>
        <pc:spChg chg="add mod">
          <ac:chgData name="365 Pro Plus" userId="8a4ede6a-2f8b-4c6e-b52c-08ce3e3b5c4d" providerId="ADAL" clId="{DA390177-86CC-4FB2-9591-590A9DFC29D7}" dt="2020-10-31T16:04:35.117" v="1019" actId="13822"/>
          <ac:spMkLst>
            <pc:docMk/>
            <pc:sldMk cId="2695496232" sldId="284"/>
            <ac:spMk id="18" creationId="{EB860FA5-54B8-4FF9-A103-D845D26A4354}"/>
          </ac:spMkLst>
        </pc:spChg>
        <pc:spChg chg="add mod">
          <ac:chgData name="365 Pro Plus" userId="8a4ede6a-2f8b-4c6e-b52c-08ce3e3b5c4d" providerId="ADAL" clId="{DA390177-86CC-4FB2-9591-590A9DFC29D7}" dt="2020-10-31T16:04:35.117" v="1019" actId="13822"/>
          <ac:spMkLst>
            <pc:docMk/>
            <pc:sldMk cId="2695496232" sldId="284"/>
            <ac:spMk id="19" creationId="{4506041F-1939-4298-AA22-6CD61853A600}"/>
          </ac:spMkLst>
        </pc:spChg>
        <pc:spChg chg="add mod">
          <ac:chgData name="365 Pro Plus" userId="8a4ede6a-2f8b-4c6e-b52c-08ce3e3b5c4d" providerId="ADAL" clId="{DA390177-86CC-4FB2-9591-590A9DFC29D7}" dt="2020-10-31T16:04:35.117" v="1019" actId="13822"/>
          <ac:spMkLst>
            <pc:docMk/>
            <pc:sldMk cId="2695496232" sldId="284"/>
            <ac:spMk id="20" creationId="{D7382C37-C53B-4118-9E15-B6EAE106E05B}"/>
          </ac:spMkLst>
        </pc:spChg>
        <pc:spChg chg="add mod">
          <ac:chgData name="365 Pro Plus" userId="8a4ede6a-2f8b-4c6e-b52c-08ce3e3b5c4d" providerId="ADAL" clId="{DA390177-86CC-4FB2-9591-590A9DFC29D7}" dt="2020-10-31T16:04:43.895" v="1022" actId="1076"/>
          <ac:spMkLst>
            <pc:docMk/>
            <pc:sldMk cId="2695496232" sldId="284"/>
            <ac:spMk id="21" creationId="{5092C28A-28D1-4D2C-AD9B-D2AA361154F8}"/>
          </ac:spMkLst>
        </pc:spChg>
        <pc:spChg chg="add mod">
          <ac:chgData name="365 Pro Plus" userId="8a4ede6a-2f8b-4c6e-b52c-08ce3e3b5c4d" providerId="ADAL" clId="{DA390177-86CC-4FB2-9591-590A9DFC29D7}" dt="2020-10-31T16:04:35.117" v="1019" actId="13822"/>
          <ac:spMkLst>
            <pc:docMk/>
            <pc:sldMk cId="2695496232" sldId="284"/>
            <ac:spMk id="22" creationId="{CA5B118A-8365-40DF-9B06-58DA3E8A01D0}"/>
          </ac:spMkLst>
        </pc:spChg>
        <pc:spChg chg="add mod">
          <ac:chgData name="365 Pro Plus" userId="8a4ede6a-2f8b-4c6e-b52c-08ce3e3b5c4d" providerId="ADAL" clId="{DA390177-86CC-4FB2-9591-590A9DFC29D7}" dt="2020-10-31T16:04:43.895" v="1022" actId="1076"/>
          <ac:spMkLst>
            <pc:docMk/>
            <pc:sldMk cId="2695496232" sldId="284"/>
            <ac:spMk id="23" creationId="{8B9B425C-DD9F-455C-8D41-D809EA682538}"/>
          </ac:spMkLst>
        </pc:spChg>
        <pc:spChg chg="add mod">
          <ac:chgData name="365 Pro Plus" userId="8a4ede6a-2f8b-4c6e-b52c-08ce3e3b5c4d" providerId="ADAL" clId="{DA390177-86CC-4FB2-9591-590A9DFC29D7}" dt="2020-10-31T16:04:41.549" v="1021" actId="571"/>
          <ac:spMkLst>
            <pc:docMk/>
            <pc:sldMk cId="2695496232" sldId="284"/>
            <ac:spMk id="24" creationId="{F85B0899-1C16-4336-A79D-81F82FCB5FA7}"/>
          </ac:spMkLst>
        </pc:spChg>
        <pc:spChg chg="add mod">
          <ac:chgData name="365 Pro Plus" userId="8a4ede6a-2f8b-4c6e-b52c-08ce3e3b5c4d" providerId="ADAL" clId="{DA390177-86CC-4FB2-9591-590A9DFC29D7}" dt="2020-10-31T16:04:41.549" v="1021" actId="571"/>
          <ac:spMkLst>
            <pc:docMk/>
            <pc:sldMk cId="2695496232" sldId="284"/>
            <ac:spMk id="25" creationId="{7AB2264E-44AD-47ED-9A9B-DA8884EE14F0}"/>
          </ac:spMkLst>
        </pc:spChg>
        <pc:picChg chg="add del mod">
          <ac:chgData name="365 Pro Plus" userId="8a4ede6a-2f8b-4c6e-b52c-08ce3e3b5c4d" providerId="ADAL" clId="{DA390177-86CC-4FB2-9591-590A9DFC29D7}" dt="2020-10-31T16:02:46.131" v="1000"/>
          <ac:picMkLst>
            <pc:docMk/>
            <pc:sldMk cId="2695496232" sldId="284"/>
            <ac:picMk id="4" creationId="{17566E04-F9BB-4D51-9341-5EE2A737226F}"/>
          </ac:picMkLst>
        </pc:picChg>
        <pc:picChg chg="add del mod">
          <ac:chgData name="365 Pro Plus" userId="8a4ede6a-2f8b-4c6e-b52c-08ce3e3b5c4d" providerId="ADAL" clId="{DA390177-86CC-4FB2-9591-590A9DFC29D7}" dt="2020-10-31T16:02:46.131" v="1000"/>
          <ac:picMkLst>
            <pc:docMk/>
            <pc:sldMk cId="2695496232" sldId="284"/>
            <ac:picMk id="5" creationId="{73A58237-283E-48B4-971F-9C58F0BEF057}"/>
          </ac:picMkLst>
        </pc:picChg>
        <pc:picChg chg="add mod modCrop">
          <ac:chgData name="365 Pro Plus" userId="8a4ede6a-2f8b-4c6e-b52c-08ce3e3b5c4d" providerId="ADAL" clId="{DA390177-86CC-4FB2-9591-590A9DFC29D7}" dt="2020-10-31T16:04:35.117" v="1019" actId="13822"/>
          <ac:picMkLst>
            <pc:docMk/>
            <pc:sldMk cId="2695496232" sldId="284"/>
            <ac:picMk id="14" creationId="{B7C1B75E-EBD2-435B-A425-35A8D4C55E3B}"/>
          </ac:picMkLst>
        </pc:picChg>
        <pc:picChg chg="add mod">
          <ac:chgData name="365 Pro Plus" userId="8a4ede6a-2f8b-4c6e-b52c-08ce3e3b5c4d" providerId="ADAL" clId="{DA390177-86CC-4FB2-9591-590A9DFC29D7}" dt="2020-10-31T16:04:35.117" v="1019" actId="13822"/>
          <ac:picMkLst>
            <pc:docMk/>
            <pc:sldMk cId="2695496232" sldId="284"/>
            <ac:picMk id="15" creationId="{E4AD529A-EA02-446D-9481-0BE583D28F0D}"/>
          </ac:picMkLst>
        </pc:picChg>
        <pc:cxnChg chg="add del mod">
          <ac:chgData name="365 Pro Plus" userId="8a4ede6a-2f8b-4c6e-b52c-08ce3e3b5c4d" providerId="ADAL" clId="{DA390177-86CC-4FB2-9591-590A9DFC29D7}" dt="2020-10-31T16:02:46.131" v="1000"/>
          <ac:cxnSpMkLst>
            <pc:docMk/>
            <pc:sldMk cId="2695496232" sldId="284"/>
            <ac:cxnSpMk id="7" creationId="{04ACD0DB-C2F4-4A91-8599-D3B989A97DB8}"/>
          </ac:cxnSpMkLst>
        </pc:cxnChg>
        <pc:cxnChg chg="add mod">
          <ac:chgData name="365 Pro Plus" userId="8a4ede6a-2f8b-4c6e-b52c-08ce3e3b5c4d" providerId="ADAL" clId="{DA390177-86CC-4FB2-9591-590A9DFC29D7}" dt="2020-10-31T16:04:35.117" v="1019" actId="13822"/>
          <ac:cxnSpMkLst>
            <pc:docMk/>
            <pc:sldMk cId="2695496232" sldId="284"/>
            <ac:cxnSpMk id="17" creationId="{A944CE2E-4E3C-449A-9F6B-F369C46351FC}"/>
          </ac:cxnSpMkLst>
        </pc:cxnChg>
      </pc:sldChg>
      <pc:sldChg chg="addSp delSp modSp add mod ord">
        <pc:chgData name="365 Pro Plus" userId="8a4ede6a-2f8b-4c6e-b52c-08ce3e3b5c4d" providerId="ADAL" clId="{DA390177-86CC-4FB2-9591-590A9DFC29D7}" dt="2020-11-01T03:16:16.530" v="1503" actId="14100"/>
        <pc:sldMkLst>
          <pc:docMk/>
          <pc:sldMk cId="3405770280" sldId="284"/>
        </pc:sldMkLst>
        <pc:spChg chg="mod">
          <ac:chgData name="365 Pro Plus" userId="8a4ede6a-2f8b-4c6e-b52c-08ce3e3b5c4d" providerId="ADAL" clId="{DA390177-86CC-4FB2-9591-590A9DFC29D7}" dt="2020-11-01T03:16:09.141" v="1501"/>
          <ac:spMkLst>
            <pc:docMk/>
            <pc:sldMk cId="3405770280" sldId="284"/>
            <ac:spMk id="2" creationId="{33927030-3220-487A-8A53-FFB3A456FDFF}"/>
          </ac:spMkLst>
        </pc:spChg>
        <pc:spChg chg="add del mod">
          <ac:chgData name="365 Pro Plus" userId="8a4ede6a-2f8b-4c6e-b52c-08ce3e3b5c4d" providerId="ADAL" clId="{DA390177-86CC-4FB2-9591-590A9DFC29D7}" dt="2020-11-01T03:16:12.605" v="1502" actId="478"/>
          <ac:spMkLst>
            <pc:docMk/>
            <pc:sldMk cId="3405770280" sldId="284"/>
            <ac:spMk id="4" creationId="{03873125-CF1D-4669-AAF2-0BB44588D6A7}"/>
          </ac:spMkLst>
        </pc:spChg>
        <pc:spChg chg="del">
          <ac:chgData name="365 Pro Plus" userId="8a4ede6a-2f8b-4c6e-b52c-08ce3e3b5c4d" providerId="ADAL" clId="{DA390177-86CC-4FB2-9591-590A9DFC29D7}" dt="2020-11-01T03:12:19.299" v="1390" actId="478"/>
          <ac:spMkLst>
            <pc:docMk/>
            <pc:sldMk cId="3405770280" sldId="284"/>
            <ac:spMk id="16" creationId="{B9074138-4C69-4780-9A22-5C8C428D3E82}"/>
          </ac:spMkLst>
        </pc:spChg>
        <pc:spChg chg="del">
          <ac:chgData name="365 Pro Plus" userId="8a4ede6a-2f8b-4c6e-b52c-08ce3e3b5c4d" providerId="ADAL" clId="{DA390177-86CC-4FB2-9591-590A9DFC29D7}" dt="2020-11-01T03:11:55.826" v="1389" actId="478"/>
          <ac:spMkLst>
            <pc:docMk/>
            <pc:sldMk cId="3405770280" sldId="284"/>
            <ac:spMk id="18" creationId="{EB860FA5-54B8-4FF9-A103-D845D26A4354}"/>
          </ac:spMkLst>
        </pc:spChg>
        <pc:spChg chg="del">
          <ac:chgData name="365 Pro Plus" userId="8a4ede6a-2f8b-4c6e-b52c-08ce3e3b5c4d" providerId="ADAL" clId="{DA390177-86CC-4FB2-9591-590A9DFC29D7}" dt="2020-11-01T03:11:55.826" v="1389" actId="478"/>
          <ac:spMkLst>
            <pc:docMk/>
            <pc:sldMk cId="3405770280" sldId="284"/>
            <ac:spMk id="19" creationId="{4506041F-1939-4298-AA22-6CD61853A600}"/>
          </ac:spMkLst>
        </pc:spChg>
        <pc:spChg chg="del">
          <ac:chgData name="365 Pro Plus" userId="8a4ede6a-2f8b-4c6e-b52c-08ce3e3b5c4d" providerId="ADAL" clId="{DA390177-86CC-4FB2-9591-590A9DFC29D7}" dt="2020-11-01T03:12:19.299" v="1390" actId="478"/>
          <ac:spMkLst>
            <pc:docMk/>
            <pc:sldMk cId="3405770280" sldId="284"/>
            <ac:spMk id="20" creationId="{D7382C37-C53B-4118-9E15-B6EAE106E05B}"/>
          </ac:spMkLst>
        </pc:spChg>
        <pc:spChg chg="del">
          <ac:chgData name="365 Pro Plus" userId="8a4ede6a-2f8b-4c6e-b52c-08ce3e3b5c4d" providerId="ADAL" clId="{DA390177-86CC-4FB2-9591-590A9DFC29D7}" dt="2020-11-01T03:12:19.299" v="1390" actId="478"/>
          <ac:spMkLst>
            <pc:docMk/>
            <pc:sldMk cId="3405770280" sldId="284"/>
            <ac:spMk id="21" creationId="{5092C28A-28D1-4D2C-AD9B-D2AA361154F8}"/>
          </ac:spMkLst>
        </pc:spChg>
        <pc:spChg chg="del">
          <ac:chgData name="365 Pro Plus" userId="8a4ede6a-2f8b-4c6e-b52c-08ce3e3b5c4d" providerId="ADAL" clId="{DA390177-86CC-4FB2-9591-590A9DFC29D7}" dt="2020-11-01T03:12:19.299" v="1390" actId="478"/>
          <ac:spMkLst>
            <pc:docMk/>
            <pc:sldMk cId="3405770280" sldId="284"/>
            <ac:spMk id="22" creationId="{CA5B118A-8365-40DF-9B06-58DA3E8A01D0}"/>
          </ac:spMkLst>
        </pc:spChg>
        <pc:spChg chg="del">
          <ac:chgData name="365 Pro Plus" userId="8a4ede6a-2f8b-4c6e-b52c-08ce3e3b5c4d" providerId="ADAL" clId="{DA390177-86CC-4FB2-9591-590A9DFC29D7}" dt="2020-11-01T03:12:19.299" v="1390" actId="478"/>
          <ac:spMkLst>
            <pc:docMk/>
            <pc:sldMk cId="3405770280" sldId="284"/>
            <ac:spMk id="23" creationId="{8B9B425C-DD9F-455C-8D41-D809EA682538}"/>
          </ac:spMkLst>
        </pc:spChg>
        <pc:spChg chg="add del mod">
          <ac:chgData name="365 Pro Plus" userId="8a4ede6a-2f8b-4c6e-b52c-08ce3e3b5c4d" providerId="ADAL" clId="{DA390177-86CC-4FB2-9591-590A9DFC29D7}" dt="2020-11-01T03:15:53.205" v="1497" actId="478"/>
          <ac:spMkLst>
            <pc:docMk/>
            <pc:sldMk cId="3405770280" sldId="284"/>
            <ac:spMk id="26" creationId="{C3349D05-9D6E-4A2F-BB2C-8D3B0088B3A3}"/>
          </ac:spMkLst>
        </pc:spChg>
        <pc:picChg chg="add mod">
          <ac:chgData name="365 Pro Plus" userId="8a4ede6a-2f8b-4c6e-b52c-08ce3e3b5c4d" providerId="ADAL" clId="{DA390177-86CC-4FB2-9591-590A9DFC29D7}" dt="2020-11-01T03:16:16.530" v="1503" actId="14100"/>
          <ac:picMkLst>
            <pc:docMk/>
            <pc:sldMk cId="3405770280" sldId="284"/>
            <ac:picMk id="3" creationId="{E57671EF-FDCF-4AFD-B077-B0F0522CE29F}"/>
          </ac:picMkLst>
        </pc:picChg>
        <pc:picChg chg="del">
          <ac:chgData name="365 Pro Plus" userId="8a4ede6a-2f8b-4c6e-b52c-08ce3e3b5c4d" providerId="ADAL" clId="{DA390177-86CC-4FB2-9591-590A9DFC29D7}" dt="2020-11-01T03:12:19.299" v="1390" actId="478"/>
          <ac:picMkLst>
            <pc:docMk/>
            <pc:sldMk cId="3405770280" sldId="284"/>
            <ac:picMk id="14" creationId="{B7C1B75E-EBD2-435B-A425-35A8D4C55E3B}"/>
          </ac:picMkLst>
        </pc:picChg>
        <pc:picChg chg="del">
          <ac:chgData name="365 Pro Plus" userId="8a4ede6a-2f8b-4c6e-b52c-08ce3e3b5c4d" providerId="ADAL" clId="{DA390177-86CC-4FB2-9591-590A9DFC29D7}" dt="2020-11-01T03:11:55.826" v="1389" actId="478"/>
          <ac:picMkLst>
            <pc:docMk/>
            <pc:sldMk cId="3405770280" sldId="284"/>
            <ac:picMk id="15" creationId="{E4AD529A-EA02-446D-9481-0BE583D28F0D}"/>
          </ac:picMkLst>
        </pc:picChg>
        <pc:picChg chg="add del mod modCrop">
          <ac:chgData name="365 Pro Plus" userId="8a4ede6a-2f8b-4c6e-b52c-08ce3e3b5c4d" providerId="ADAL" clId="{DA390177-86CC-4FB2-9591-590A9DFC29D7}" dt="2020-11-01T03:15:53.738" v="1498" actId="478"/>
          <ac:picMkLst>
            <pc:docMk/>
            <pc:sldMk cId="3405770280" sldId="284"/>
            <ac:picMk id="24" creationId="{82156438-B17B-4F10-BE81-DE04166113CC}"/>
          </ac:picMkLst>
        </pc:picChg>
        <pc:cxnChg chg="del mod">
          <ac:chgData name="365 Pro Plus" userId="8a4ede6a-2f8b-4c6e-b52c-08ce3e3b5c4d" providerId="ADAL" clId="{DA390177-86CC-4FB2-9591-590A9DFC29D7}" dt="2020-11-01T03:11:55.826" v="1389" actId="478"/>
          <ac:cxnSpMkLst>
            <pc:docMk/>
            <pc:sldMk cId="3405770280" sldId="284"/>
            <ac:cxnSpMk id="17" creationId="{A944CE2E-4E3C-449A-9F6B-F369C46351FC}"/>
          </ac:cxnSpMkLst>
        </pc:cxnChg>
      </pc:sldChg>
      <pc:sldChg chg="addSp delSp modSp new mod">
        <pc:chgData name="365 Pro Plus" userId="8a4ede6a-2f8b-4c6e-b52c-08ce3e3b5c4d" providerId="ADAL" clId="{DA390177-86CC-4FB2-9591-590A9DFC29D7}" dt="2020-11-01T03:51:41.958" v="1687" actId="20577"/>
        <pc:sldMkLst>
          <pc:docMk/>
          <pc:sldMk cId="4057338758" sldId="285"/>
        </pc:sldMkLst>
        <pc:spChg chg="mod">
          <ac:chgData name="365 Pro Plus" userId="8a4ede6a-2f8b-4c6e-b52c-08ce3e3b5c4d" providerId="ADAL" clId="{DA390177-86CC-4FB2-9591-590A9DFC29D7}" dt="2020-11-01T03:51:41.958" v="1687" actId="20577"/>
          <ac:spMkLst>
            <pc:docMk/>
            <pc:sldMk cId="4057338758" sldId="285"/>
            <ac:spMk id="2" creationId="{CCA2BC28-AE6A-45DA-99AC-71334FD8FC77}"/>
          </ac:spMkLst>
        </pc:spChg>
        <pc:spChg chg="del mod">
          <ac:chgData name="365 Pro Plus" userId="8a4ede6a-2f8b-4c6e-b52c-08ce3e3b5c4d" providerId="ADAL" clId="{DA390177-86CC-4FB2-9591-590A9DFC29D7}" dt="2020-11-01T02:46:36.523" v="1277" actId="22"/>
          <ac:spMkLst>
            <pc:docMk/>
            <pc:sldMk cId="4057338758" sldId="285"/>
            <ac:spMk id="3" creationId="{D209CFA4-CEF8-417B-BD3B-E080D901CEE2}"/>
          </ac:spMkLst>
        </pc:spChg>
        <pc:spChg chg="add mod">
          <ac:chgData name="365 Pro Plus" userId="8a4ede6a-2f8b-4c6e-b52c-08ce3e3b5c4d" providerId="ADAL" clId="{DA390177-86CC-4FB2-9591-590A9DFC29D7}" dt="2020-11-01T02:49:50.467" v="1359" actId="1076"/>
          <ac:spMkLst>
            <pc:docMk/>
            <pc:sldMk cId="4057338758" sldId="285"/>
            <ac:spMk id="7" creationId="{300098F9-CA81-42A6-8DE3-10FAEDFEDAAF}"/>
          </ac:spMkLst>
        </pc:spChg>
        <pc:spChg chg="add mod">
          <ac:chgData name="365 Pro Plus" userId="8a4ede6a-2f8b-4c6e-b52c-08ce3e3b5c4d" providerId="ADAL" clId="{DA390177-86CC-4FB2-9591-590A9DFC29D7}" dt="2020-11-01T02:49:43.116" v="1358" actId="1076"/>
          <ac:spMkLst>
            <pc:docMk/>
            <pc:sldMk cId="4057338758" sldId="285"/>
            <ac:spMk id="9" creationId="{067C8A70-099E-4239-9220-A96A2D7F7B5D}"/>
          </ac:spMkLst>
        </pc:spChg>
        <pc:spChg chg="add mod">
          <ac:chgData name="365 Pro Plus" userId="8a4ede6a-2f8b-4c6e-b52c-08ce3e3b5c4d" providerId="ADAL" clId="{DA390177-86CC-4FB2-9591-590A9DFC29D7}" dt="2020-11-01T02:49:50.467" v="1359" actId="1076"/>
          <ac:spMkLst>
            <pc:docMk/>
            <pc:sldMk cId="4057338758" sldId="285"/>
            <ac:spMk id="10" creationId="{2930788F-AC89-42A9-BB5F-4FF56CBD9A67}"/>
          </ac:spMkLst>
        </pc:spChg>
        <pc:picChg chg="add mod ord">
          <ac:chgData name="365 Pro Plus" userId="8a4ede6a-2f8b-4c6e-b52c-08ce3e3b5c4d" providerId="ADAL" clId="{DA390177-86CC-4FB2-9591-590A9DFC29D7}" dt="2020-11-01T02:49:29.566" v="1340" actId="14100"/>
          <ac:picMkLst>
            <pc:docMk/>
            <pc:sldMk cId="4057338758" sldId="285"/>
            <ac:picMk id="5" creationId="{4BB16B7F-6FAB-441F-8A1F-3446128B38F1}"/>
          </ac:picMkLst>
        </pc:picChg>
      </pc:sldChg>
      <pc:sldChg chg="add del ord">
        <pc:chgData name="365 Pro Plus" userId="8a4ede6a-2f8b-4c6e-b52c-08ce3e3b5c4d" providerId="ADAL" clId="{DA390177-86CC-4FB2-9591-590A9DFC29D7}" dt="2020-10-31T16:03:10.336" v="1011" actId="47"/>
        <pc:sldMkLst>
          <pc:docMk/>
          <pc:sldMk cId="4218389818" sldId="285"/>
        </pc:sldMkLst>
      </pc:sldChg>
      <pc:sldChg chg="addSp delSp modSp new mod">
        <pc:chgData name="365 Pro Plus" userId="8a4ede6a-2f8b-4c6e-b52c-08ce3e3b5c4d" providerId="ADAL" clId="{DA390177-86CC-4FB2-9591-590A9DFC29D7}" dt="2020-11-01T03:51:31.054" v="1682" actId="20577"/>
        <pc:sldMkLst>
          <pc:docMk/>
          <pc:sldMk cId="3596152958" sldId="286"/>
        </pc:sldMkLst>
        <pc:spChg chg="add del">
          <ac:chgData name="365 Pro Plus" userId="8a4ede6a-2f8b-4c6e-b52c-08ce3e3b5c4d" providerId="ADAL" clId="{DA390177-86CC-4FB2-9591-590A9DFC29D7}" dt="2020-11-01T03:51:20.961" v="1662" actId="26606"/>
          <ac:spMkLst>
            <pc:docMk/>
            <pc:sldMk cId="3596152958" sldId="286"/>
            <ac:spMk id="2" creationId="{8D7E1274-BB2C-4C6E-883C-0AB5EDCFD5C5}"/>
          </ac:spMkLst>
        </pc:spChg>
        <pc:spChg chg="del">
          <ac:chgData name="365 Pro Plus" userId="8a4ede6a-2f8b-4c6e-b52c-08ce3e3b5c4d" providerId="ADAL" clId="{DA390177-86CC-4FB2-9591-590A9DFC29D7}" dt="2020-11-01T03:51:11.617" v="1657" actId="22"/>
          <ac:spMkLst>
            <pc:docMk/>
            <pc:sldMk cId="3596152958" sldId="286"/>
            <ac:spMk id="3" creationId="{CC81860F-C64E-4E7C-8B68-F232B574940C}"/>
          </ac:spMkLst>
        </pc:spChg>
        <pc:spChg chg="add del mod">
          <ac:chgData name="365 Pro Plus" userId="8a4ede6a-2f8b-4c6e-b52c-08ce3e3b5c4d" providerId="ADAL" clId="{DA390177-86CC-4FB2-9591-590A9DFC29D7}" dt="2020-11-01T03:51:08.087" v="1656"/>
          <ac:spMkLst>
            <pc:docMk/>
            <pc:sldMk cId="3596152958" sldId="286"/>
            <ac:spMk id="4" creationId="{B9577952-83BE-4E68-9BBC-3144618EDDB6}"/>
          </ac:spMkLst>
        </pc:spChg>
        <pc:spChg chg="add del mod">
          <ac:chgData name="365 Pro Plus" userId="8a4ede6a-2f8b-4c6e-b52c-08ce3e3b5c4d" providerId="ADAL" clId="{DA390177-86CC-4FB2-9591-590A9DFC29D7}" dt="2020-11-01T03:51:08.087" v="1656"/>
          <ac:spMkLst>
            <pc:docMk/>
            <pc:sldMk cId="3596152958" sldId="286"/>
            <ac:spMk id="7" creationId="{03CD7F2D-4DC7-4936-AF55-46A31FC28281}"/>
          </ac:spMkLst>
        </pc:spChg>
        <pc:spChg chg="add del mod">
          <ac:chgData name="365 Pro Plus" userId="8a4ede6a-2f8b-4c6e-b52c-08ce3e3b5c4d" providerId="ADAL" clId="{DA390177-86CC-4FB2-9591-590A9DFC29D7}" dt="2020-11-01T03:51:08.087" v="1656"/>
          <ac:spMkLst>
            <pc:docMk/>
            <pc:sldMk cId="3596152958" sldId="286"/>
            <ac:spMk id="8" creationId="{B8D13B1E-3FF4-4381-BD40-F4D49E0E5BD9}"/>
          </ac:spMkLst>
        </pc:spChg>
        <pc:spChg chg="add mod">
          <ac:chgData name="365 Pro Plus" userId="8a4ede6a-2f8b-4c6e-b52c-08ce3e3b5c4d" providerId="ADAL" clId="{DA390177-86CC-4FB2-9591-590A9DFC29D7}" dt="2020-11-01T03:51:31.054" v="1682" actId="20577"/>
          <ac:spMkLst>
            <pc:docMk/>
            <pc:sldMk cId="3596152958" sldId="286"/>
            <ac:spMk id="13" creationId="{536EAEC3-E888-4B53-BFC3-DC4422DFCAB6}"/>
          </ac:spMkLst>
        </pc:spChg>
        <pc:spChg chg="add del">
          <ac:chgData name="365 Pro Plus" userId="8a4ede6a-2f8b-4c6e-b52c-08ce3e3b5c4d" providerId="ADAL" clId="{DA390177-86CC-4FB2-9591-590A9DFC29D7}" dt="2020-11-01T03:51:17.877" v="1659" actId="26606"/>
          <ac:spMkLst>
            <pc:docMk/>
            <pc:sldMk cId="3596152958" sldId="286"/>
            <ac:spMk id="16" creationId="{536EAEC3-E888-4B53-BFC3-DC4422DFCAB6}"/>
          </ac:spMkLst>
        </pc:spChg>
        <pc:picChg chg="add del mod">
          <ac:chgData name="365 Pro Plus" userId="8a4ede6a-2f8b-4c6e-b52c-08ce3e3b5c4d" providerId="ADAL" clId="{DA390177-86CC-4FB2-9591-590A9DFC29D7}" dt="2020-11-01T03:51:08.087" v="1656"/>
          <ac:picMkLst>
            <pc:docMk/>
            <pc:sldMk cId="3596152958" sldId="286"/>
            <ac:picMk id="5" creationId="{EAFCF2B0-7516-47FB-BDD7-486B139C6B13}"/>
          </ac:picMkLst>
        </pc:picChg>
        <pc:picChg chg="add mod ord">
          <ac:chgData name="365 Pro Plus" userId="8a4ede6a-2f8b-4c6e-b52c-08ce3e3b5c4d" providerId="ADAL" clId="{DA390177-86CC-4FB2-9591-590A9DFC29D7}" dt="2020-11-01T03:51:20.961" v="1662" actId="26606"/>
          <ac:picMkLst>
            <pc:docMk/>
            <pc:sldMk cId="3596152958" sldId="286"/>
            <ac:picMk id="11" creationId="{A93EE371-CD88-4165-997D-864034838620}"/>
          </ac:picMkLst>
        </pc:picChg>
        <pc:cxnChg chg="add del mod">
          <ac:chgData name="365 Pro Plus" userId="8a4ede6a-2f8b-4c6e-b52c-08ce3e3b5c4d" providerId="ADAL" clId="{DA390177-86CC-4FB2-9591-590A9DFC29D7}" dt="2020-11-01T03:51:08.087" v="1656"/>
          <ac:cxnSpMkLst>
            <pc:docMk/>
            <pc:sldMk cId="3596152958" sldId="286"/>
            <ac:cxnSpMk id="6" creationId="{23EDC6C9-FCB8-4FE1-91D4-CD29BF802F24}"/>
          </ac:cxnSpMkLst>
        </pc:cxnChg>
        <pc:cxnChg chg="add del mod">
          <ac:chgData name="365 Pro Plus" userId="8a4ede6a-2f8b-4c6e-b52c-08ce3e3b5c4d" providerId="ADAL" clId="{DA390177-86CC-4FB2-9591-590A9DFC29D7}" dt="2020-11-01T03:51:08.087" v="1656"/>
          <ac:cxnSpMkLst>
            <pc:docMk/>
            <pc:sldMk cId="3596152958" sldId="286"/>
            <ac:cxnSpMk id="9" creationId="{5F01AD62-0CFC-4F97-B9C4-A6CEFC9BDB12}"/>
          </ac:cxnSpMkLst>
        </pc:cxnChg>
      </pc:sldChg>
      <pc:sldChg chg="modSp add mod ord">
        <pc:chgData name="365 Pro Plus" userId="8a4ede6a-2f8b-4c6e-b52c-08ce3e3b5c4d" providerId="ADAL" clId="{DA390177-86CC-4FB2-9591-590A9DFC29D7}" dt="2020-11-01T03:51:47.504" v="1688"/>
        <pc:sldMkLst>
          <pc:docMk/>
          <pc:sldMk cId="3403903110" sldId="287"/>
        </pc:sldMkLst>
        <pc:spChg chg="mod">
          <ac:chgData name="365 Pro Plus" userId="8a4ede6a-2f8b-4c6e-b52c-08ce3e3b5c4d" providerId="ADAL" clId="{DA390177-86CC-4FB2-9591-590A9DFC29D7}" dt="2020-11-01T03:36:12.484" v="1621" actId="27636"/>
          <ac:spMkLst>
            <pc:docMk/>
            <pc:sldMk cId="3403903110" sldId="287"/>
            <ac:spMk id="7" creationId="{00000000-0000-0000-0000-000000000000}"/>
          </ac:spMkLst>
        </pc:spChg>
        <pc:spChg chg="mod">
          <ac:chgData name="365 Pro Plus" userId="8a4ede6a-2f8b-4c6e-b52c-08ce3e3b5c4d" providerId="ADAL" clId="{DA390177-86CC-4FB2-9591-590A9DFC29D7}" dt="2020-11-01T03:51:47.504" v="1688"/>
          <ac:spMkLst>
            <pc:docMk/>
            <pc:sldMk cId="3403903110" sldId="287"/>
            <ac:spMk id="8" creationId="{00000000-0000-0000-0000-000000000000}"/>
          </ac:spMkLst>
        </pc:spChg>
      </pc:sldChg>
      <pc:sldChg chg="addSp delSp modSp new mod">
        <pc:chgData name="365 Pro Plus" userId="8a4ede6a-2f8b-4c6e-b52c-08ce3e3b5c4d" providerId="ADAL" clId="{DA390177-86CC-4FB2-9591-590A9DFC29D7}" dt="2020-11-01T03:02:14.396" v="1380" actId="1076"/>
        <pc:sldMkLst>
          <pc:docMk/>
          <pc:sldMk cId="3066009014" sldId="288"/>
        </pc:sldMkLst>
        <pc:spChg chg="del">
          <ac:chgData name="365 Pro Plus" userId="8a4ede6a-2f8b-4c6e-b52c-08ce3e3b5c4d" providerId="ADAL" clId="{DA390177-86CC-4FB2-9591-590A9DFC29D7}" dt="2020-11-01T03:02:04.838" v="1378" actId="26606"/>
          <ac:spMkLst>
            <pc:docMk/>
            <pc:sldMk cId="3066009014" sldId="288"/>
            <ac:spMk id="2" creationId="{A268B8DB-06F6-45DA-ACFF-D0FF47346FF7}"/>
          </ac:spMkLst>
        </pc:spChg>
        <pc:spChg chg="del">
          <ac:chgData name="365 Pro Plus" userId="8a4ede6a-2f8b-4c6e-b52c-08ce3e3b5c4d" providerId="ADAL" clId="{DA390177-86CC-4FB2-9591-590A9DFC29D7}" dt="2020-11-01T03:01:57.541" v="1377"/>
          <ac:spMkLst>
            <pc:docMk/>
            <pc:sldMk cId="3066009014" sldId="288"/>
            <ac:spMk id="3" creationId="{37FAA14D-FE40-428F-BA0A-8A333085E53C}"/>
          </ac:spMkLst>
        </pc:spChg>
        <pc:picChg chg="add mod">
          <ac:chgData name="365 Pro Plus" userId="8a4ede6a-2f8b-4c6e-b52c-08ce3e3b5c4d" providerId="ADAL" clId="{DA390177-86CC-4FB2-9591-590A9DFC29D7}" dt="2020-11-01T03:02:14.396" v="1380" actId="1076"/>
          <ac:picMkLst>
            <pc:docMk/>
            <pc:sldMk cId="3066009014" sldId="288"/>
            <ac:picMk id="4098" creationId="{B75A7D4F-A153-42CE-AB0B-0DA630D1EB47}"/>
          </ac:picMkLst>
        </pc:picChg>
      </pc:sldChg>
      <pc:sldChg chg="addSp delSp modSp new mod modClrScheme chgLayout">
        <pc:chgData name="365 Pro Plus" userId="8a4ede6a-2f8b-4c6e-b52c-08ce3e3b5c4d" providerId="ADAL" clId="{DA390177-86CC-4FB2-9591-590A9DFC29D7}" dt="2020-11-01T12:17:22.816" v="2966" actId="1076"/>
        <pc:sldMkLst>
          <pc:docMk/>
          <pc:sldMk cId="3368813327" sldId="289"/>
        </pc:sldMkLst>
        <pc:spChg chg="add del">
          <ac:chgData name="365 Pro Plus" userId="8a4ede6a-2f8b-4c6e-b52c-08ce3e3b5c4d" providerId="ADAL" clId="{DA390177-86CC-4FB2-9591-590A9DFC29D7}" dt="2020-11-01T03:26:14.923" v="1516" actId="26606"/>
          <ac:spMkLst>
            <pc:docMk/>
            <pc:sldMk cId="3368813327" sldId="289"/>
            <ac:spMk id="2" creationId="{BF96E23A-56FE-4B90-A093-5BD589BF859B}"/>
          </ac:spMkLst>
        </pc:spChg>
        <pc:spChg chg="del">
          <ac:chgData name="365 Pro Plus" userId="8a4ede6a-2f8b-4c6e-b52c-08ce3e3b5c4d" providerId="ADAL" clId="{DA390177-86CC-4FB2-9591-590A9DFC29D7}" dt="2020-11-01T03:07:15.278" v="1382"/>
          <ac:spMkLst>
            <pc:docMk/>
            <pc:sldMk cId="3368813327" sldId="289"/>
            <ac:spMk id="3" creationId="{41208BD0-9E4C-4A3A-90F0-9BCCF48FC0A7}"/>
          </ac:spMkLst>
        </pc:spChg>
        <pc:spChg chg="add del mod">
          <ac:chgData name="365 Pro Plus" userId="8a4ede6a-2f8b-4c6e-b52c-08ce3e3b5c4d" providerId="ADAL" clId="{DA390177-86CC-4FB2-9591-590A9DFC29D7}" dt="2020-11-01T03:26:06.648" v="1510" actId="22"/>
          <ac:spMkLst>
            <pc:docMk/>
            <pc:sldMk cId="3368813327" sldId="289"/>
            <ac:spMk id="4" creationId="{E1C5F5C9-48D6-42DC-9DF5-06A4C518635D}"/>
          </ac:spMkLst>
        </pc:spChg>
        <pc:spChg chg="add mod">
          <ac:chgData name="365 Pro Plus" userId="8a4ede6a-2f8b-4c6e-b52c-08ce3e3b5c4d" providerId="ADAL" clId="{DA390177-86CC-4FB2-9591-590A9DFC29D7}" dt="2020-11-01T11:59:26.377" v="2476" actId="26606"/>
          <ac:spMkLst>
            <pc:docMk/>
            <pc:sldMk cId="3368813327" sldId="289"/>
            <ac:spMk id="7" creationId="{0D27CDE2-FA07-4E1D-BE97-64A11AC18BA2}"/>
          </ac:spMkLst>
        </pc:spChg>
        <pc:spChg chg="add del">
          <ac:chgData name="365 Pro Plus" userId="8a4ede6a-2f8b-4c6e-b52c-08ce3e3b5c4d" providerId="ADAL" clId="{DA390177-86CC-4FB2-9591-590A9DFC29D7}" dt="2020-11-01T03:26:12.433" v="1513" actId="26606"/>
          <ac:spMkLst>
            <pc:docMk/>
            <pc:sldMk cId="3368813327" sldId="289"/>
            <ac:spMk id="10" creationId="{0D27CDE2-FA07-4E1D-BE97-64A11AC18BA2}"/>
          </ac:spMkLst>
        </pc:spChg>
        <pc:spChg chg="add mod">
          <ac:chgData name="365 Pro Plus" userId="8a4ede6a-2f8b-4c6e-b52c-08ce3e3b5c4d" providerId="ADAL" clId="{DA390177-86CC-4FB2-9591-590A9DFC29D7}" dt="2020-11-01T12:16:58.610" v="2959" actId="14100"/>
          <ac:spMkLst>
            <pc:docMk/>
            <pc:sldMk cId="3368813327" sldId="289"/>
            <ac:spMk id="12" creationId="{14A1640E-9579-40DF-ABEF-824FEB194A17}"/>
          </ac:spMkLst>
        </pc:spChg>
        <pc:picChg chg="add mod modCrop">
          <ac:chgData name="365 Pro Plus" userId="8a4ede6a-2f8b-4c6e-b52c-08ce3e3b5c4d" providerId="ADAL" clId="{DA390177-86CC-4FB2-9591-590A9DFC29D7}" dt="2020-11-01T12:17:22.816" v="2966" actId="1076"/>
          <ac:picMkLst>
            <pc:docMk/>
            <pc:sldMk cId="3368813327" sldId="289"/>
            <ac:picMk id="5" creationId="{62FEA46F-8FAC-456A-8A52-157317A3710F}"/>
          </ac:picMkLst>
        </pc:picChg>
        <pc:picChg chg="add del mod">
          <ac:chgData name="365 Pro Plus" userId="8a4ede6a-2f8b-4c6e-b52c-08ce3e3b5c4d" providerId="ADAL" clId="{DA390177-86CC-4FB2-9591-590A9DFC29D7}" dt="2020-11-01T03:25:57.660" v="1506" actId="478"/>
          <ac:picMkLst>
            <pc:docMk/>
            <pc:sldMk cId="3368813327" sldId="289"/>
            <ac:picMk id="5122" creationId="{3BD29E82-ADE8-44F6-B7A8-521CF81C57E9}"/>
          </ac:picMkLst>
        </pc:picChg>
        <pc:picChg chg="add del mod">
          <ac:chgData name="365 Pro Plus" userId="8a4ede6a-2f8b-4c6e-b52c-08ce3e3b5c4d" providerId="ADAL" clId="{DA390177-86CC-4FB2-9591-590A9DFC29D7}" dt="2020-11-01T03:26:05.800" v="1509" actId="21"/>
          <ac:picMkLst>
            <pc:docMk/>
            <pc:sldMk cId="3368813327" sldId="289"/>
            <ac:picMk id="5124" creationId="{D54050A4-5688-4C08-AB46-F2AE3BDB9A3F}"/>
          </ac:picMkLst>
        </pc:picChg>
      </pc:sldChg>
      <pc:sldChg chg="addSp delSp modSp new mod ord modClrScheme chgLayout">
        <pc:chgData name="365 Pro Plus" userId="8a4ede6a-2f8b-4c6e-b52c-08ce3e3b5c4d" providerId="ADAL" clId="{DA390177-86CC-4FB2-9591-590A9DFC29D7}" dt="2020-11-01T12:17:39.265" v="2972" actId="1076"/>
        <pc:sldMkLst>
          <pc:docMk/>
          <pc:sldMk cId="917644639" sldId="290"/>
        </pc:sldMkLst>
        <pc:spChg chg="mod ord">
          <ac:chgData name="365 Pro Plus" userId="8a4ede6a-2f8b-4c6e-b52c-08ce3e3b5c4d" providerId="ADAL" clId="{DA390177-86CC-4FB2-9591-590A9DFC29D7}" dt="2020-11-01T11:53:59.544" v="2187" actId="26606"/>
          <ac:spMkLst>
            <pc:docMk/>
            <pc:sldMk cId="917644639" sldId="290"/>
            <ac:spMk id="2" creationId="{97F1CC87-6DB9-4A5D-B5E5-EEE1F8ADAF2C}"/>
          </ac:spMkLst>
        </pc:spChg>
        <pc:spChg chg="del">
          <ac:chgData name="365 Pro Plus" userId="8a4ede6a-2f8b-4c6e-b52c-08ce3e3b5c4d" providerId="ADAL" clId="{DA390177-86CC-4FB2-9591-590A9DFC29D7}" dt="2020-11-01T03:09:24.162" v="1387"/>
          <ac:spMkLst>
            <pc:docMk/>
            <pc:sldMk cId="917644639" sldId="290"/>
            <ac:spMk id="3" creationId="{59BCEF31-A267-48D1-9D6C-656B509DBA7C}"/>
          </ac:spMkLst>
        </pc:spChg>
        <pc:spChg chg="add mod">
          <ac:chgData name="365 Pro Plus" userId="8a4ede6a-2f8b-4c6e-b52c-08ce3e3b5c4d" providerId="ADAL" clId="{DA390177-86CC-4FB2-9591-590A9DFC29D7}" dt="2020-11-01T12:17:30.114" v="2969" actId="404"/>
          <ac:spMkLst>
            <pc:docMk/>
            <pc:sldMk cId="917644639" sldId="290"/>
            <ac:spMk id="71" creationId="{F8A9A9ED-D27D-42AC-9E41-07ACCDBC79D9}"/>
          </ac:spMkLst>
        </pc:spChg>
        <pc:picChg chg="add mod ord modCrop">
          <ac:chgData name="365 Pro Plus" userId="8a4ede6a-2f8b-4c6e-b52c-08ce3e3b5c4d" providerId="ADAL" clId="{DA390177-86CC-4FB2-9591-590A9DFC29D7}" dt="2020-11-01T12:17:39.265" v="2972" actId="1076"/>
          <ac:picMkLst>
            <pc:docMk/>
            <pc:sldMk cId="917644639" sldId="290"/>
            <ac:picMk id="6146" creationId="{0D00053D-4CA9-4260-80D7-DF5CB290F302}"/>
          </ac:picMkLst>
        </pc:picChg>
      </pc:sldChg>
      <pc:sldChg chg="delSp modSp add mod">
        <pc:chgData name="365 Pro Plus" userId="8a4ede6a-2f8b-4c6e-b52c-08ce3e3b5c4d" providerId="ADAL" clId="{DA390177-86CC-4FB2-9591-590A9DFC29D7}" dt="2020-11-01T03:27:05.318" v="1530" actId="1076"/>
        <pc:sldMkLst>
          <pc:docMk/>
          <pc:sldMk cId="2749597667" sldId="291"/>
        </pc:sldMkLst>
        <pc:spChg chg="mod">
          <ac:chgData name="365 Pro Plus" userId="8a4ede6a-2f8b-4c6e-b52c-08ce3e3b5c4d" providerId="ADAL" clId="{DA390177-86CC-4FB2-9591-590A9DFC29D7}" dt="2020-11-01T03:26:48.309" v="1525"/>
          <ac:spMkLst>
            <pc:docMk/>
            <pc:sldMk cId="2749597667" sldId="291"/>
            <ac:spMk id="2" creationId="{33927030-3220-487A-8A53-FFB3A456FDFF}"/>
          </ac:spMkLst>
        </pc:spChg>
        <pc:spChg chg="del">
          <ac:chgData name="365 Pro Plus" userId="8a4ede6a-2f8b-4c6e-b52c-08ce3e3b5c4d" providerId="ADAL" clId="{DA390177-86CC-4FB2-9591-590A9DFC29D7}" dt="2020-11-01T03:26:43.371" v="1523" actId="478"/>
          <ac:spMkLst>
            <pc:docMk/>
            <pc:sldMk cId="2749597667" sldId="291"/>
            <ac:spMk id="4" creationId="{03873125-CF1D-4669-AAF2-0BB44588D6A7}"/>
          </ac:spMkLst>
        </pc:spChg>
        <pc:spChg chg="del">
          <ac:chgData name="365 Pro Plus" userId="8a4ede6a-2f8b-4c6e-b52c-08ce3e3b5c4d" providerId="ADAL" clId="{DA390177-86CC-4FB2-9591-590A9DFC29D7}" dt="2020-11-01T03:26:50.050" v="1526" actId="478"/>
          <ac:spMkLst>
            <pc:docMk/>
            <pc:sldMk cId="2749597667" sldId="291"/>
            <ac:spMk id="26" creationId="{C3349D05-9D6E-4A2F-BB2C-8D3B0088B3A3}"/>
          </ac:spMkLst>
        </pc:spChg>
        <pc:picChg chg="del">
          <ac:chgData name="365 Pro Plus" userId="8a4ede6a-2f8b-4c6e-b52c-08ce3e3b5c4d" providerId="ADAL" clId="{DA390177-86CC-4FB2-9591-590A9DFC29D7}" dt="2020-11-01T03:26:43.977" v="1524" actId="478"/>
          <ac:picMkLst>
            <pc:docMk/>
            <pc:sldMk cId="2749597667" sldId="291"/>
            <ac:picMk id="3" creationId="{E57671EF-FDCF-4AFD-B077-B0F0522CE29F}"/>
          </ac:picMkLst>
        </pc:picChg>
        <pc:picChg chg="mod">
          <ac:chgData name="365 Pro Plus" userId="8a4ede6a-2f8b-4c6e-b52c-08ce3e3b5c4d" providerId="ADAL" clId="{DA390177-86CC-4FB2-9591-590A9DFC29D7}" dt="2020-11-01T03:27:05.318" v="1530" actId="1076"/>
          <ac:picMkLst>
            <pc:docMk/>
            <pc:sldMk cId="2749597667" sldId="291"/>
            <ac:picMk id="24" creationId="{82156438-B17B-4F10-BE81-DE04166113CC}"/>
          </ac:picMkLst>
        </pc:picChg>
      </pc:sldChg>
      <pc:sldChg chg="addSp delSp modSp new mod modClrScheme chgLayout">
        <pc:chgData name="365 Pro Plus" userId="8a4ede6a-2f8b-4c6e-b52c-08ce3e3b5c4d" providerId="ADAL" clId="{DA390177-86CC-4FB2-9591-590A9DFC29D7}" dt="2020-11-01T12:16:46.475" v="2956" actId="1076"/>
        <pc:sldMkLst>
          <pc:docMk/>
          <pc:sldMk cId="375020052" sldId="292"/>
        </pc:sldMkLst>
        <pc:spChg chg="mod">
          <ac:chgData name="365 Pro Plus" userId="8a4ede6a-2f8b-4c6e-b52c-08ce3e3b5c4d" providerId="ADAL" clId="{DA390177-86CC-4FB2-9591-590A9DFC29D7}" dt="2020-11-01T12:16:19.134" v="2941" actId="404"/>
          <ac:spMkLst>
            <pc:docMk/>
            <pc:sldMk cId="375020052" sldId="292"/>
            <ac:spMk id="2" creationId="{49166D18-A251-4007-9FF5-B5C45AED4589}"/>
          </ac:spMkLst>
        </pc:spChg>
        <pc:spChg chg="del">
          <ac:chgData name="365 Pro Plus" userId="8a4ede6a-2f8b-4c6e-b52c-08ce3e3b5c4d" providerId="ADAL" clId="{DA390177-86CC-4FB2-9591-590A9DFC29D7}" dt="2020-11-01T03:31:36.056" v="1558"/>
          <ac:spMkLst>
            <pc:docMk/>
            <pc:sldMk cId="375020052" sldId="292"/>
            <ac:spMk id="3" creationId="{33F0F824-9BB1-463B-A668-088D68A03456}"/>
          </ac:spMkLst>
        </pc:spChg>
        <pc:spChg chg="add mod">
          <ac:chgData name="365 Pro Plus" userId="8a4ede6a-2f8b-4c6e-b52c-08ce3e3b5c4d" providerId="ADAL" clId="{DA390177-86CC-4FB2-9591-590A9DFC29D7}" dt="2020-11-01T12:16:23.439" v="2948" actId="404"/>
          <ac:spMkLst>
            <pc:docMk/>
            <pc:sldMk cId="375020052" sldId="292"/>
            <ac:spMk id="71" creationId="{B6A97168-6587-40FF-B3C8-27416405B19A}"/>
          </ac:spMkLst>
        </pc:spChg>
        <pc:picChg chg="add mod modCrop">
          <ac:chgData name="365 Pro Plus" userId="8a4ede6a-2f8b-4c6e-b52c-08ce3e3b5c4d" providerId="ADAL" clId="{DA390177-86CC-4FB2-9591-590A9DFC29D7}" dt="2020-11-01T12:16:46.475" v="2956" actId="1076"/>
          <ac:picMkLst>
            <pc:docMk/>
            <pc:sldMk cId="375020052" sldId="292"/>
            <ac:picMk id="7170" creationId="{3A785CA9-157A-4280-933B-EE8D5B58DA62}"/>
          </ac:picMkLst>
        </pc:picChg>
      </pc:sldChg>
      <pc:sldChg chg="add">
        <pc:chgData name="365 Pro Plus" userId="8a4ede6a-2f8b-4c6e-b52c-08ce3e3b5c4d" providerId="ADAL" clId="{DA390177-86CC-4FB2-9591-590A9DFC29D7}" dt="2020-11-01T03:38:58.366" v="1625"/>
        <pc:sldMkLst>
          <pc:docMk/>
          <pc:sldMk cId="1667437508" sldId="293"/>
        </pc:sldMkLst>
      </pc:sldChg>
      <pc:sldChg chg="addSp delSp modSp new del mod ord">
        <pc:chgData name="365 Pro Plus" userId="8a4ede6a-2f8b-4c6e-b52c-08ce3e3b5c4d" providerId="ADAL" clId="{DA390177-86CC-4FB2-9591-590A9DFC29D7}" dt="2020-11-01T03:38:55.155" v="1624" actId="2696"/>
        <pc:sldMkLst>
          <pc:docMk/>
          <pc:sldMk cId="1800365108" sldId="293"/>
        </pc:sldMkLst>
        <pc:spChg chg="mod">
          <ac:chgData name="365 Pro Plus" userId="8a4ede6a-2f8b-4c6e-b52c-08ce3e3b5c4d" providerId="ADAL" clId="{DA390177-86CC-4FB2-9591-590A9DFC29D7}" dt="2020-11-01T03:32:13.955" v="1588" actId="20577"/>
          <ac:spMkLst>
            <pc:docMk/>
            <pc:sldMk cId="1800365108" sldId="293"/>
            <ac:spMk id="2" creationId="{84225BD8-B18C-4334-AF4F-D4E32ACF7A66}"/>
          </ac:spMkLst>
        </pc:spChg>
        <pc:spChg chg="del">
          <ac:chgData name="365 Pro Plus" userId="8a4ede6a-2f8b-4c6e-b52c-08ce3e3b5c4d" providerId="ADAL" clId="{DA390177-86CC-4FB2-9591-590A9DFC29D7}" dt="2020-11-01T03:32:26.446" v="1589"/>
          <ac:spMkLst>
            <pc:docMk/>
            <pc:sldMk cId="1800365108" sldId="293"/>
            <ac:spMk id="3" creationId="{C2CEB91A-AF49-4792-8CBD-E4DE5FF27733}"/>
          </ac:spMkLst>
        </pc:spChg>
        <pc:picChg chg="add mod">
          <ac:chgData name="365 Pro Plus" userId="8a4ede6a-2f8b-4c6e-b52c-08ce3e3b5c4d" providerId="ADAL" clId="{DA390177-86CC-4FB2-9591-590A9DFC29D7}" dt="2020-11-01T03:32:32.090" v="1591" actId="1076"/>
          <ac:picMkLst>
            <pc:docMk/>
            <pc:sldMk cId="1800365108" sldId="293"/>
            <ac:picMk id="8194" creationId="{B01C57DE-A9EE-4544-9923-4D3314F91E13}"/>
          </ac:picMkLst>
        </pc:picChg>
      </pc:sldChg>
      <pc:sldChg chg="addSp delSp modSp new add del mod modClrScheme chgLayout">
        <pc:chgData name="365 Pro Plus" userId="8a4ede6a-2f8b-4c6e-b52c-08ce3e3b5c4d" providerId="ADAL" clId="{DA390177-86CC-4FB2-9591-590A9DFC29D7}" dt="2020-11-01T03:35:42.955" v="1616" actId="47"/>
        <pc:sldMkLst>
          <pc:docMk/>
          <pc:sldMk cId="1085551590" sldId="294"/>
        </pc:sldMkLst>
        <pc:spChg chg="del mod ord">
          <ac:chgData name="365 Pro Plus" userId="8a4ede6a-2f8b-4c6e-b52c-08ce3e3b5c4d" providerId="ADAL" clId="{DA390177-86CC-4FB2-9591-590A9DFC29D7}" dt="2020-11-01T03:35:03.730" v="1593" actId="700"/>
          <ac:spMkLst>
            <pc:docMk/>
            <pc:sldMk cId="1085551590" sldId="294"/>
            <ac:spMk id="2" creationId="{B157016A-4BF2-4989-93C5-942377B85B8C}"/>
          </ac:spMkLst>
        </pc:spChg>
        <pc:spChg chg="del mod ord">
          <ac:chgData name="365 Pro Plus" userId="8a4ede6a-2f8b-4c6e-b52c-08ce3e3b5c4d" providerId="ADAL" clId="{DA390177-86CC-4FB2-9591-590A9DFC29D7}" dt="2020-11-01T03:35:03.730" v="1593" actId="700"/>
          <ac:spMkLst>
            <pc:docMk/>
            <pc:sldMk cId="1085551590" sldId="294"/>
            <ac:spMk id="3" creationId="{0A2C79F6-9411-44AF-A4F3-368D445DD5BA}"/>
          </ac:spMkLst>
        </pc:spChg>
        <pc:spChg chg="add mod ord">
          <ac:chgData name="365 Pro Plus" userId="8a4ede6a-2f8b-4c6e-b52c-08ce3e3b5c4d" providerId="ADAL" clId="{DA390177-86CC-4FB2-9591-590A9DFC29D7}" dt="2020-11-01T03:35:03.730" v="1593" actId="700"/>
          <ac:spMkLst>
            <pc:docMk/>
            <pc:sldMk cId="1085551590" sldId="294"/>
            <ac:spMk id="4" creationId="{01C39BA3-A528-4691-9A74-9DA9A66FE96A}"/>
          </ac:spMkLst>
        </pc:spChg>
        <pc:spChg chg="add mod ord">
          <ac:chgData name="365 Pro Plus" userId="8a4ede6a-2f8b-4c6e-b52c-08ce3e3b5c4d" providerId="ADAL" clId="{DA390177-86CC-4FB2-9591-590A9DFC29D7}" dt="2020-11-01T03:35:03.730" v="1593" actId="700"/>
          <ac:spMkLst>
            <pc:docMk/>
            <pc:sldMk cId="1085551590" sldId="294"/>
            <ac:spMk id="5" creationId="{9830C11D-9F9D-45ED-B500-44D0E95E42F4}"/>
          </ac:spMkLst>
        </pc:spChg>
      </pc:sldChg>
      <pc:sldChg chg="addSp modSp add mod">
        <pc:chgData name="365 Pro Plus" userId="8a4ede6a-2f8b-4c6e-b52c-08ce3e3b5c4d" providerId="ADAL" clId="{DA390177-86CC-4FB2-9591-590A9DFC29D7}" dt="2020-11-01T03:39:51.042" v="1639" actId="12"/>
        <pc:sldMkLst>
          <pc:docMk/>
          <pc:sldMk cId="1281766320" sldId="295"/>
        </pc:sldMkLst>
        <pc:spChg chg="mod">
          <ac:chgData name="365 Pro Plus" userId="8a4ede6a-2f8b-4c6e-b52c-08ce3e3b5c4d" providerId="ADAL" clId="{DA390177-86CC-4FB2-9591-590A9DFC29D7}" dt="2020-11-01T03:35:27.991" v="1612" actId="20577"/>
          <ac:spMkLst>
            <pc:docMk/>
            <pc:sldMk cId="1281766320" sldId="295"/>
            <ac:spMk id="2" creationId="{00000000-0000-0000-0000-000000000000}"/>
          </ac:spMkLst>
        </pc:spChg>
        <pc:spChg chg="add mod">
          <ac:chgData name="365 Pro Plus" userId="8a4ede6a-2f8b-4c6e-b52c-08ce3e3b5c4d" providerId="ADAL" clId="{DA390177-86CC-4FB2-9591-590A9DFC29D7}" dt="2020-11-01T03:39:51.042" v="1639" actId="12"/>
          <ac:spMkLst>
            <pc:docMk/>
            <pc:sldMk cId="1281766320" sldId="295"/>
            <ac:spMk id="5" creationId="{085435A6-BAAB-4668-9D62-43E17F8C536B}"/>
          </ac:spMkLst>
        </pc:spChg>
        <pc:picChg chg="mod">
          <ac:chgData name="365 Pro Plus" userId="8a4ede6a-2f8b-4c6e-b52c-08ce3e3b5c4d" providerId="ADAL" clId="{DA390177-86CC-4FB2-9591-590A9DFC29D7}" dt="2020-11-01T03:35:31.132" v="1613" actId="1076"/>
          <ac:picMkLst>
            <pc:docMk/>
            <pc:sldMk cId="1281766320" sldId="295"/>
            <ac:picMk id="4" creationId="{6F54F90C-2A9E-414B-A258-EFB970C174C4}"/>
          </ac:picMkLst>
        </pc:picChg>
      </pc:sldChg>
      <pc:sldChg chg="modSp add mod">
        <pc:chgData name="365 Pro Plus" userId="8a4ede6a-2f8b-4c6e-b52c-08ce3e3b5c4d" providerId="ADAL" clId="{DA390177-86CC-4FB2-9591-590A9DFC29D7}" dt="2020-11-01T03:44:00.640" v="1654" actId="20577"/>
        <pc:sldMkLst>
          <pc:docMk/>
          <pc:sldMk cId="633510083" sldId="296"/>
        </pc:sldMkLst>
        <pc:spChg chg="mod">
          <ac:chgData name="365 Pro Plus" userId="8a4ede6a-2f8b-4c6e-b52c-08ce3e3b5c4d" providerId="ADAL" clId="{DA390177-86CC-4FB2-9591-590A9DFC29D7}" dt="2020-11-01T03:44:00.640" v="1654" actId="20577"/>
          <ac:spMkLst>
            <pc:docMk/>
            <pc:sldMk cId="633510083" sldId="296"/>
            <ac:spMk id="5" creationId="{085435A6-BAAB-4668-9D62-43E17F8C536B}"/>
          </ac:spMkLst>
        </pc:spChg>
      </pc:sldChg>
      <pc:sldChg chg="addSp delSp modSp new mod">
        <pc:chgData name="365 Pro Plus" userId="8a4ede6a-2f8b-4c6e-b52c-08ce3e3b5c4d" providerId="ADAL" clId="{DA390177-86CC-4FB2-9591-590A9DFC29D7}" dt="2020-11-01T03:53:15.444" v="1697" actId="1076"/>
        <pc:sldMkLst>
          <pc:docMk/>
          <pc:sldMk cId="803723890" sldId="297"/>
        </pc:sldMkLst>
        <pc:spChg chg="add del">
          <ac:chgData name="365 Pro Plus" userId="8a4ede6a-2f8b-4c6e-b52c-08ce3e3b5c4d" providerId="ADAL" clId="{DA390177-86CC-4FB2-9591-590A9DFC29D7}" dt="2020-11-01T03:53:07.611" v="1695" actId="26606"/>
          <ac:spMkLst>
            <pc:docMk/>
            <pc:sldMk cId="803723890" sldId="297"/>
            <ac:spMk id="2" creationId="{A35A97A6-625A-40A1-B0B2-48B3A262145C}"/>
          </ac:spMkLst>
        </pc:spChg>
        <pc:spChg chg="del">
          <ac:chgData name="365 Pro Plus" userId="8a4ede6a-2f8b-4c6e-b52c-08ce3e3b5c4d" providerId="ADAL" clId="{DA390177-86CC-4FB2-9591-590A9DFC29D7}" dt="2020-11-01T03:52:50.203" v="1690" actId="22"/>
          <ac:spMkLst>
            <pc:docMk/>
            <pc:sldMk cId="803723890" sldId="297"/>
            <ac:spMk id="3" creationId="{71B5FC80-8A13-4B84-9519-31A33A6DC8EF}"/>
          </ac:spMkLst>
        </pc:spChg>
        <pc:spChg chg="add del">
          <ac:chgData name="365 Pro Plus" userId="8a4ede6a-2f8b-4c6e-b52c-08ce3e3b5c4d" providerId="ADAL" clId="{DA390177-86CC-4FB2-9591-590A9DFC29D7}" dt="2020-11-01T03:53:07.611" v="1694" actId="26606"/>
          <ac:spMkLst>
            <pc:docMk/>
            <pc:sldMk cId="803723890" sldId="297"/>
            <ac:spMk id="10" creationId="{54C75A7B-E930-48E0-A847-0AF604BD95CB}"/>
          </ac:spMkLst>
        </pc:spChg>
        <pc:picChg chg="add mod ord">
          <ac:chgData name="365 Pro Plus" userId="8a4ede6a-2f8b-4c6e-b52c-08ce3e3b5c4d" providerId="ADAL" clId="{DA390177-86CC-4FB2-9591-590A9DFC29D7}" dt="2020-11-01T03:53:15.444" v="1697" actId="1076"/>
          <ac:picMkLst>
            <pc:docMk/>
            <pc:sldMk cId="803723890" sldId="297"/>
            <ac:picMk id="5" creationId="{5A5F8D6D-270B-49AB-89D2-BE1D9CD0903B}"/>
          </ac:picMkLst>
        </pc:picChg>
      </pc:sldChg>
      <pc:sldChg chg="addSp delSp modSp new mod">
        <pc:chgData name="365 Pro Plus" userId="8a4ede6a-2f8b-4c6e-b52c-08ce3e3b5c4d" providerId="ADAL" clId="{DA390177-86CC-4FB2-9591-590A9DFC29D7}" dt="2020-11-01T04:12:14.947" v="2073" actId="1076"/>
        <pc:sldMkLst>
          <pc:docMk/>
          <pc:sldMk cId="3161385001" sldId="298"/>
        </pc:sldMkLst>
        <pc:spChg chg="mod">
          <ac:chgData name="365 Pro Plus" userId="8a4ede6a-2f8b-4c6e-b52c-08ce3e3b5c4d" providerId="ADAL" clId="{DA390177-86CC-4FB2-9591-590A9DFC29D7}" dt="2020-11-01T04:02:39.799" v="1794" actId="20577"/>
          <ac:spMkLst>
            <pc:docMk/>
            <pc:sldMk cId="3161385001" sldId="298"/>
            <ac:spMk id="2" creationId="{D461151B-DB34-4043-BD9E-CCC13322ED75}"/>
          </ac:spMkLst>
        </pc:spChg>
        <pc:spChg chg="del">
          <ac:chgData name="365 Pro Plus" userId="8a4ede6a-2f8b-4c6e-b52c-08ce3e3b5c4d" providerId="ADAL" clId="{DA390177-86CC-4FB2-9591-590A9DFC29D7}" dt="2020-11-01T03:59:00.208" v="1699"/>
          <ac:spMkLst>
            <pc:docMk/>
            <pc:sldMk cId="3161385001" sldId="298"/>
            <ac:spMk id="3" creationId="{C1111A21-C296-401A-8561-A9A77B256646}"/>
          </ac:spMkLst>
        </pc:spChg>
        <pc:spChg chg="add mod">
          <ac:chgData name="365 Pro Plus" userId="8a4ede6a-2f8b-4c6e-b52c-08ce3e3b5c4d" providerId="ADAL" clId="{DA390177-86CC-4FB2-9591-590A9DFC29D7}" dt="2020-11-01T04:12:14.947" v="2073" actId="1076"/>
          <ac:spMkLst>
            <pc:docMk/>
            <pc:sldMk cId="3161385001" sldId="298"/>
            <ac:spMk id="4" creationId="{92E1BB8F-96F6-4740-9220-46F10A82F99A}"/>
          </ac:spMkLst>
        </pc:spChg>
        <pc:picChg chg="add mod">
          <ac:chgData name="365 Pro Plus" userId="8a4ede6a-2f8b-4c6e-b52c-08ce3e3b5c4d" providerId="ADAL" clId="{DA390177-86CC-4FB2-9591-590A9DFC29D7}" dt="2020-11-01T04:01:15.982" v="1774" actId="1076"/>
          <ac:picMkLst>
            <pc:docMk/>
            <pc:sldMk cId="3161385001" sldId="298"/>
            <ac:picMk id="9218" creationId="{1188101A-A2B8-40DD-A9C8-CE00540F69D4}"/>
          </ac:picMkLst>
        </pc:picChg>
      </pc:sldChg>
      <pc:sldChg chg="modSp add mod">
        <pc:chgData name="365 Pro Plus" userId="8a4ede6a-2f8b-4c6e-b52c-08ce3e3b5c4d" providerId="ADAL" clId="{DA390177-86CC-4FB2-9591-590A9DFC29D7}" dt="2020-11-01T03:59:20.334" v="1711" actId="20577"/>
        <pc:sldMkLst>
          <pc:docMk/>
          <pc:sldMk cId="3852431827" sldId="299"/>
        </pc:sldMkLst>
        <pc:spChg chg="mod">
          <ac:chgData name="365 Pro Plus" userId="8a4ede6a-2f8b-4c6e-b52c-08ce3e3b5c4d" providerId="ADAL" clId="{DA390177-86CC-4FB2-9591-590A9DFC29D7}" dt="2020-11-01T03:59:20.334" v="1711" actId="20577"/>
          <ac:spMkLst>
            <pc:docMk/>
            <pc:sldMk cId="3852431827" sldId="299"/>
            <ac:spMk id="5" creationId="{085435A6-BAAB-4668-9D62-43E17F8C536B}"/>
          </ac:spMkLst>
        </pc:spChg>
      </pc:sldChg>
      <pc:sldChg chg="modSp add mod">
        <pc:chgData name="365 Pro Plus" userId="8a4ede6a-2f8b-4c6e-b52c-08ce3e3b5c4d" providerId="ADAL" clId="{DA390177-86CC-4FB2-9591-590A9DFC29D7}" dt="2020-11-01T04:03:40.163" v="1816" actId="20577"/>
        <pc:sldMkLst>
          <pc:docMk/>
          <pc:sldMk cId="994733644" sldId="300"/>
        </pc:sldMkLst>
        <pc:spChg chg="mod">
          <ac:chgData name="365 Pro Plus" userId="8a4ede6a-2f8b-4c6e-b52c-08ce3e3b5c4d" providerId="ADAL" clId="{DA390177-86CC-4FB2-9591-590A9DFC29D7}" dt="2020-11-01T04:03:40.163" v="1816" actId="20577"/>
          <ac:spMkLst>
            <pc:docMk/>
            <pc:sldMk cId="994733644" sldId="300"/>
            <ac:spMk id="5" creationId="{085435A6-BAAB-4668-9D62-43E17F8C536B}"/>
          </ac:spMkLst>
        </pc:spChg>
      </pc:sldChg>
      <pc:sldChg chg="addSp delSp modSp new mod">
        <pc:chgData name="365 Pro Plus" userId="8a4ede6a-2f8b-4c6e-b52c-08ce3e3b5c4d" providerId="ADAL" clId="{DA390177-86CC-4FB2-9591-590A9DFC29D7}" dt="2020-11-01T12:19:19.291" v="2990" actId="20577"/>
        <pc:sldMkLst>
          <pc:docMk/>
          <pc:sldMk cId="3252705144" sldId="301"/>
        </pc:sldMkLst>
        <pc:spChg chg="mod">
          <ac:chgData name="365 Pro Plus" userId="8a4ede6a-2f8b-4c6e-b52c-08ce3e3b5c4d" providerId="ADAL" clId="{DA390177-86CC-4FB2-9591-590A9DFC29D7}" dt="2020-11-01T04:09:02.169" v="1865" actId="20577"/>
          <ac:spMkLst>
            <pc:docMk/>
            <pc:sldMk cId="3252705144" sldId="301"/>
            <ac:spMk id="2" creationId="{F4981BAD-B245-4AB6-8435-FF5F5FE8EC61}"/>
          </ac:spMkLst>
        </pc:spChg>
        <pc:spChg chg="del">
          <ac:chgData name="365 Pro Plus" userId="8a4ede6a-2f8b-4c6e-b52c-08ce3e3b5c4d" providerId="ADAL" clId="{DA390177-86CC-4FB2-9591-590A9DFC29D7}" dt="2020-11-01T04:08:33.928" v="1818"/>
          <ac:spMkLst>
            <pc:docMk/>
            <pc:sldMk cId="3252705144" sldId="301"/>
            <ac:spMk id="3" creationId="{E22BCF45-E790-4CD9-A931-8ADBB83A55A5}"/>
          </ac:spMkLst>
        </pc:spChg>
        <pc:spChg chg="add mod">
          <ac:chgData name="365 Pro Plus" userId="8a4ede6a-2f8b-4c6e-b52c-08ce3e3b5c4d" providerId="ADAL" clId="{DA390177-86CC-4FB2-9591-590A9DFC29D7}" dt="2020-11-01T04:13:01.346" v="2180" actId="20577"/>
          <ac:spMkLst>
            <pc:docMk/>
            <pc:sldMk cId="3252705144" sldId="301"/>
            <ac:spMk id="4" creationId="{BDFC25FC-221C-44A4-B434-139ED2D02F2B}"/>
          </ac:spMkLst>
        </pc:spChg>
        <pc:spChg chg="add mod">
          <ac:chgData name="365 Pro Plus" userId="8a4ede6a-2f8b-4c6e-b52c-08ce3e3b5c4d" providerId="ADAL" clId="{DA390177-86CC-4FB2-9591-590A9DFC29D7}" dt="2020-11-01T12:19:19.291" v="2990" actId="20577"/>
          <ac:spMkLst>
            <pc:docMk/>
            <pc:sldMk cId="3252705144" sldId="301"/>
            <ac:spMk id="8" creationId="{4BE81886-CF62-4517-A5DE-135E9C127581}"/>
          </ac:spMkLst>
        </pc:spChg>
        <pc:picChg chg="add mod">
          <ac:chgData name="365 Pro Plus" userId="8a4ede6a-2f8b-4c6e-b52c-08ce3e3b5c4d" providerId="ADAL" clId="{DA390177-86CC-4FB2-9591-590A9DFC29D7}" dt="2020-11-01T04:10:26.338" v="1869" actId="1076"/>
          <ac:picMkLst>
            <pc:docMk/>
            <pc:sldMk cId="3252705144" sldId="301"/>
            <ac:picMk id="11266" creationId="{071946D4-69E0-414C-AA40-4A202EB21824}"/>
          </ac:picMkLst>
        </pc:picChg>
        <pc:picChg chg="add mod">
          <ac:chgData name="365 Pro Plus" userId="8a4ede6a-2f8b-4c6e-b52c-08ce3e3b5c4d" providerId="ADAL" clId="{DA390177-86CC-4FB2-9591-590A9DFC29D7}" dt="2020-11-01T04:10:35.860" v="1872" actId="1076"/>
          <ac:picMkLst>
            <pc:docMk/>
            <pc:sldMk cId="3252705144" sldId="301"/>
            <ac:picMk id="11268" creationId="{842CFD98-6C40-4851-95F8-F31A289DD7B3}"/>
          </ac:picMkLst>
        </pc:picChg>
      </pc:sldChg>
      <pc:sldChg chg="modSp add mod">
        <pc:chgData name="365 Pro Plus" userId="8a4ede6a-2f8b-4c6e-b52c-08ce3e3b5c4d" providerId="ADAL" clId="{DA390177-86CC-4FB2-9591-590A9DFC29D7}" dt="2020-11-01T12:20:29.904" v="2999" actId="20577"/>
        <pc:sldMkLst>
          <pc:docMk/>
          <pc:sldMk cId="590400177" sldId="302"/>
        </pc:sldMkLst>
        <pc:spChg chg="mod">
          <ac:chgData name="365 Pro Plus" userId="8a4ede6a-2f8b-4c6e-b52c-08ce3e3b5c4d" providerId="ADAL" clId="{DA390177-86CC-4FB2-9591-590A9DFC29D7}" dt="2020-11-01T12:20:29.904" v="2999" actId="20577"/>
          <ac:spMkLst>
            <pc:docMk/>
            <pc:sldMk cId="590400177" sldId="302"/>
            <ac:spMk id="5" creationId="{085435A6-BAAB-4668-9D62-43E17F8C536B}"/>
          </ac:spMkLst>
        </pc:spChg>
      </pc:sldChg>
      <pc:sldChg chg="addSp delSp modSp new mod">
        <pc:chgData name="365 Pro Plus" userId="8a4ede6a-2f8b-4c6e-b52c-08ce3e3b5c4d" providerId="ADAL" clId="{DA390177-86CC-4FB2-9591-590A9DFC29D7}" dt="2020-11-01T12:40:34.695" v="3237" actId="1076"/>
        <pc:sldMkLst>
          <pc:docMk/>
          <pc:sldMk cId="3979650411" sldId="303"/>
        </pc:sldMkLst>
        <pc:spChg chg="mod">
          <ac:chgData name="365 Pro Plus" userId="8a4ede6a-2f8b-4c6e-b52c-08ce3e3b5c4d" providerId="ADAL" clId="{DA390177-86CC-4FB2-9591-590A9DFC29D7}" dt="2020-11-01T12:35:08.861" v="3035" actId="20577"/>
          <ac:spMkLst>
            <pc:docMk/>
            <pc:sldMk cId="3979650411" sldId="303"/>
            <ac:spMk id="2" creationId="{CF4066FF-DDA7-433F-9C26-9D26C2AE42FB}"/>
          </ac:spMkLst>
        </pc:spChg>
        <pc:spChg chg="del">
          <ac:chgData name="365 Pro Plus" userId="8a4ede6a-2f8b-4c6e-b52c-08ce3e3b5c4d" providerId="ADAL" clId="{DA390177-86CC-4FB2-9591-590A9DFC29D7}" dt="2020-11-01T12:34:50.739" v="3001"/>
          <ac:spMkLst>
            <pc:docMk/>
            <pc:sldMk cId="3979650411" sldId="303"/>
            <ac:spMk id="3" creationId="{6D6E5BEE-2E12-40AD-89AA-821E5725A7CC}"/>
          </ac:spMkLst>
        </pc:spChg>
        <pc:spChg chg="add mod">
          <ac:chgData name="365 Pro Plus" userId="8a4ede6a-2f8b-4c6e-b52c-08ce3e3b5c4d" providerId="ADAL" clId="{DA390177-86CC-4FB2-9591-590A9DFC29D7}" dt="2020-11-01T12:40:34.695" v="3237" actId="1076"/>
          <ac:spMkLst>
            <pc:docMk/>
            <pc:sldMk cId="3979650411" sldId="303"/>
            <ac:spMk id="7" creationId="{67508613-580A-4646-A7FE-D7C73E8C85B6}"/>
          </ac:spMkLst>
        </pc:spChg>
        <pc:spChg chg="add mod">
          <ac:chgData name="365 Pro Plus" userId="8a4ede6a-2f8b-4c6e-b52c-08ce3e3b5c4d" providerId="ADAL" clId="{DA390177-86CC-4FB2-9591-590A9DFC29D7}" dt="2020-11-01T12:40:14.986" v="3233" actId="1076"/>
          <ac:spMkLst>
            <pc:docMk/>
            <pc:sldMk cId="3979650411" sldId="303"/>
            <ac:spMk id="9" creationId="{F67B5BFF-2D10-471C-9A20-5B639ABC1A33}"/>
          </ac:spMkLst>
        </pc:spChg>
        <pc:picChg chg="add mod">
          <ac:chgData name="365 Pro Plus" userId="8a4ede6a-2f8b-4c6e-b52c-08ce3e3b5c4d" providerId="ADAL" clId="{DA390177-86CC-4FB2-9591-590A9DFC29D7}" dt="2020-11-01T12:36:11.395" v="3042" actId="1076"/>
          <ac:picMkLst>
            <pc:docMk/>
            <pc:sldMk cId="3979650411" sldId="303"/>
            <ac:picMk id="4" creationId="{0C01F86C-69D2-4BF1-88E4-B5F836681EF1}"/>
          </ac:picMkLst>
        </pc:picChg>
        <pc:picChg chg="add mod">
          <ac:chgData name="365 Pro Plus" userId="8a4ede6a-2f8b-4c6e-b52c-08ce3e3b5c4d" providerId="ADAL" clId="{DA390177-86CC-4FB2-9591-590A9DFC29D7}" dt="2020-11-01T12:35:36.586" v="3039" actId="1076"/>
          <ac:picMkLst>
            <pc:docMk/>
            <pc:sldMk cId="3979650411" sldId="303"/>
            <ac:picMk id="5" creationId="{3A632972-01B1-48AF-89AE-00537CBDACEC}"/>
          </ac:picMkLst>
        </pc:picChg>
      </pc:sldChg>
      <pc:sldChg chg="modSp new mod">
        <pc:chgData name="365 Pro Plus" userId="8a4ede6a-2f8b-4c6e-b52c-08ce3e3b5c4d" providerId="ADAL" clId="{DA390177-86CC-4FB2-9591-590A9DFC29D7}" dt="2020-11-01T12:38:46.018" v="3231" actId="20577"/>
        <pc:sldMkLst>
          <pc:docMk/>
          <pc:sldMk cId="1375970015" sldId="304"/>
        </pc:sldMkLst>
        <pc:spChg chg="mod">
          <ac:chgData name="365 Pro Plus" userId="8a4ede6a-2f8b-4c6e-b52c-08ce3e3b5c4d" providerId="ADAL" clId="{DA390177-86CC-4FB2-9591-590A9DFC29D7}" dt="2020-11-01T12:37:05.969" v="3204" actId="20577"/>
          <ac:spMkLst>
            <pc:docMk/>
            <pc:sldMk cId="1375970015" sldId="304"/>
            <ac:spMk id="2" creationId="{D10EFBF9-F23F-4638-A6D5-EA93376542F8}"/>
          </ac:spMkLst>
        </pc:spChg>
        <pc:spChg chg="mod">
          <ac:chgData name="365 Pro Plus" userId="8a4ede6a-2f8b-4c6e-b52c-08ce3e3b5c4d" providerId="ADAL" clId="{DA390177-86CC-4FB2-9591-590A9DFC29D7}" dt="2020-11-01T12:38:46.018" v="3231" actId="20577"/>
          <ac:spMkLst>
            <pc:docMk/>
            <pc:sldMk cId="1375970015" sldId="304"/>
            <ac:spMk id="3" creationId="{11F65357-7732-4F6B-8F9E-F530BC3B81A3}"/>
          </ac:spMkLst>
        </pc:spChg>
      </pc:sldChg>
      <pc:sldChg chg="delSp modSp add mod">
        <pc:chgData name="365 Pro Plus" userId="8a4ede6a-2f8b-4c6e-b52c-08ce3e3b5c4d" providerId="ADAL" clId="{DA390177-86CC-4FB2-9591-590A9DFC29D7}" dt="2020-11-01T13:32:25.765" v="3257" actId="20577"/>
        <pc:sldMkLst>
          <pc:docMk/>
          <pc:sldMk cId="2946902742" sldId="305"/>
        </pc:sldMkLst>
        <pc:spChg chg="mod">
          <ac:chgData name="365 Pro Plus" userId="8a4ede6a-2f8b-4c6e-b52c-08ce3e3b5c4d" providerId="ADAL" clId="{DA390177-86CC-4FB2-9591-590A9DFC29D7}" dt="2020-11-01T13:32:25.765" v="3257" actId="20577"/>
          <ac:spMkLst>
            <pc:docMk/>
            <pc:sldMk cId="2946902742" sldId="305"/>
            <ac:spMk id="2" creationId="{00000000-0000-0000-0000-000000000000}"/>
          </ac:spMkLst>
        </pc:spChg>
        <pc:spChg chg="del">
          <ac:chgData name="365 Pro Plus" userId="8a4ede6a-2f8b-4c6e-b52c-08ce3e3b5c4d" providerId="ADAL" clId="{DA390177-86CC-4FB2-9591-590A9DFC29D7}" dt="2020-11-01T13:32:20.257" v="3239" actId="478"/>
          <ac:spMkLst>
            <pc:docMk/>
            <pc:sldMk cId="2946902742" sldId="305"/>
            <ac:spMk id="5" creationId="{085435A6-BAAB-4668-9D62-43E17F8C536B}"/>
          </ac:spMkLst>
        </pc:spChg>
      </pc:sldChg>
      <pc:sldChg chg="modSp new mod">
        <pc:chgData name="365 Pro Plus" userId="8a4ede6a-2f8b-4c6e-b52c-08ce3e3b5c4d" providerId="ADAL" clId="{DA390177-86CC-4FB2-9591-590A9DFC29D7}" dt="2020-11-01T13:32:42.267" v="3287" actId="20577"/>
        <pc:sldMkLst>
          <pc:docMk/>
          <pc:sldMk cId="435930275" sldId="306"/>
        </pc:sldMkLst>
        <pc:spChg chg="mod">
          <ac:chgData name="365 Pro Plus" userId="8a4ede6a-2f8b-4c6e-b52c-08ce3e3b5c4d" providerId="ADAL" clId="{DA390177-86CC-4FB2-9591-590A9DFC29D7}" dt="2020-11-01T13:32:42.267" v="3287" actId="20577"/>
          <ac:spMkLst>
            <pc:docMk/>
            <pc:sldMk cId="435930275" sldId="306"/>
            <ac:spMk id="2" creationId="{187B96BD-52AE-4783-94CA-9598F4CB2CC3}"/>
          </ac:spMkLst>
        </pc:spChg>
        <pc:spChg chg="mod">
          <ac:chgData name="365 Pro Plus" userId="8a4ede6a-2f8b-4c6e-b52c-08ce3e3b5c4d" providerId="ADAL" clId="{DA390177-86CC-4FB2-9591-590A9DFC29D7}" dt="2020-11-01T13:32:31.924" v="3262" actId="20577"/>
          <ac:spMkLst>
            <pc:docMk/>
            <pc:sldMk cId="435930275" sldId="306"/>
            <ac:spMk id="3" creationId="{E96D24E0-2F08-4B15-83CA-3AE5A4283382}"/>
          </ac:spMkLst>
        </pc:spChg>
      </pc:sldChg>
      <pc:sldChg chg="modSp new mod modClrScheme chgLayout">
        <pc:chgData name="365 Pro Plus" userId="8a4ede6a-2f8b-4c6e-b52c-08ce3e3b5c4d" providerId="ADAL" clId="{DA390177-86CC-4FB2-9591-590A9DFC29D7}" dt="2020-11-01T13:39:49.485" v="3624" actId="20577"/>
        <pc:sldMkLst>
          <pc:docMk/>
          <pc:sldMk cId="1489046375" sldId="307"/>
        </pc:sldMkLst>
        <pc:spChg chg="mod">
          <ac:chgData name="365 Pro Plus" userId="8a4ede6a-2f8b-4c6e-b52c-08ce3e3b5c4d" providerId="ADAL" clId="{DA390177-86CC-4FB2-9591-590A9DFC29D7}" dt="2020-11-01T13:39:27.388" v="3604" actId="26606"/>
          <ac:spMkLst>
            <pc:docMk/>
            <pc:sldMk cId="1489046375" sldId="307"/>
            <ac:spMk id="2" creationId="{D8220EB8-91B2-43B4-9D89-C156E604A1E3}"/>
          </ac:spMkLst>
        </pc:spChg>
        <pc:spChg chg="mod">
          <ac:chgData name="365 Pro Plus" userId="8a4ede6a-2f8b-4c6e-b52c-08ce3e3b5c4d" providerId="ADAL" clId="{DA390177-86CC-4FB2-9591-590A9DFC29D7}" dt="2020-11-01T13:39:49.485" v="3624" actId="20577"/>
          <ac:spMkLst>
            <pc:docMk/>
            <pc:sldMk cId="1489046375" sldId="307"/>
            <ac:spMk id="3" creationId="{65B468A6-65AC-4458-9266-57D17ECE4944}"/>
          </ac:spMkLst>
        </pc:spChg>
      </pc:sldChg>
      <pc:sldChg chg="modSp new mod">
        <pc:chgData name="365 Pro Plus" userId="8a4ede6a-2f8b-4c6e-b52c-08ce3e3b5c4d" providerId="ADAL" clId="{DA390177-86CC-4FB2-9591-590A9DFC29D7}" dt="2020-11-01T13:45:03.610" v="3674" actId="20577"/>
        <pc:sldMkLst>
          <pc:docMk/>
          <pc:sldMk cId="3462184961" sldId="308"/>
        </pc:sldMkLst>
        <pc:spChg chg="mod">
          <ac:chgData name="365 Pro Plus" userId="8a4ede6a-2f8b-4c6e-b52c-08ce3e3b5c4d" providerId="ADAL" clId="{DA390177-86CC-4FB2-9591-590A9DFC29D7}" dt="2020-11-01T13:42:41.751" v="3649" actId="20577"/>
          <ac:spMkLst>
            <pc:docMk/>
            <pc:sldMk cId="3462184961" sldId="308"/>
            <ac:spMk id="2" creationId="{F47438C4-FCAE-4E75-9944-84282B486F30}"/>
          </ac:spMkLst>
        </pc:spChg>
        <pc:spChg chg="mod">
          <ac:chgData name="365 Pro Plus" userId="8a4ede6a-2f8b-4c6e-b52c-08ce3e3b5c4d" providerId="ADAL" clId="{DA390177-86CC-4FB2-9591-590A9DFC29D7}" dt="2020-11-01T13:45:03.610" v="3674" actId="20577"/>
          <ac:spMkLst>
            <pc:docMk/>
            <pc:sldMk cId="3462184961" sldId="308"/>
            <ac:spMk id="3" creationId="{CD1AA3CB-C7BF-499F-8380-77523CA15287}"/>
          </ac:spMkLst>
        </pc:spChg>
      </pc:sldChg>
      <pc:sldMasterChg chg="modSp modSldLayout">
        <pc:chgData name="365 Pro Plus" userId="8a4ede6a-2f8b-4c6e-b52c-08ce3e3b5c4d" providerId="ADAL" clId="{DA390177-86CC-4FB2-9591-590A9DFC29D7}" dt="2020-10-26T10:20:04.656" v="2"/>
        <pc:sldMasterMkLst>
          <pc:docMk/>
          <pc:sldMasterMk cId="0" sldId="2147483659"/>
        </pc:sldMasterMkLst>
        <pc:spChg chg="mod">
          <ac:chgData name="365 Pro Plus" userId="8a4ede6a-2f8b-4c6e-b52c-08ce3e3b5c4d" providerId="ADAL" clId="{DA390177-86CC-4FB2-9591-590A9DFC29D7}" dt="2020-10-26T10:20:04.656" v="2"/>
          <ac:spMkLst>
            <pc:docMk/>
            <pc:sldMasterMk cId="0" sldId="2147483659"/>
            <ac:spMk id="6" creationId="{00000000-0000-0000-0000-000000000000}"/>
          </ac:spMkLst>
        </pc:spChg>
        <pc:spChg chg="mod">
          <ac:chgData name="365 Pro Plus" userId="8a4ede6a-2f8b-4c6e-b52c-08ce3e3b5c4d" providerId="ADAL" clId="{DA390177-86CC-4FB2-9591-590A9DFC29D7}" dt="2020-10-26T10:20:04.656" v="2"/>
          <ac:spMkLst>
            <pc:docMk/>
            <pc:sldMasterMk cId="0" sldId="2147483659"/>
            <ac:spMk id="7" creationId="{00000000-0000-0000-0000-000000000000}"/>
          </ac:spMkLst>
        </pc:spChg>
        <pc:spChg chg="mod">
          <ac:chgData name="365 Pro Plus" userId="8a4ede6a-2f8b-4c6e-b52c-08ce3e3b5c4d" providerId="ADAL" clId="{DA390177-86CC-4FB2-9591-590A9DFC29D7}" dt="2020-10-26T10:20:04.656" v="2"/>
          <ac:spMkLst>
            <pc:docMk/>
            <pc:sldMasterMk cId="0" sldId="2147483659"/>
            <ac:spMk id="8" creationId="{00000000-0000-0000-0000-000000000000}"/>
          </ac:spMkLst>
        </pc:spChg>
        <pc:sldLayoutChg chg="modSp">
          <pc:chgData name="365 Pro Plus" userId="8a4ede6a-2f8b-4c6e-b52c-08ce3e3b5c4d" providerId="ADAL" clId="{DA390177-86CC-4FB2-9591-590A9DFC29D7}" dt="2020-10-26T10:20:04.656" v="2"/>
          <pc:sldLayoutMkLst>
            <pc:docMk/>
            <pc:sldMasterMk cId="0" sldId="2147483659"/>
            <pc:sldLayoutMk cId="0" sldId="2147483648"/>
          </pc:sldLayoutMkLst>
          <pc:spChg chg="mod">
            <ac:chgData name="365 Pro Plus" userId="8a4ede6a-2f8b-4c6e-b52c-08ce3e3b5c4d" providerId="ADAL" clId="{DA390177-86CC-4FB2-9591-590A9DFC29D7}" dt="2020-10-26T10:20:04.656" v="2"/>
            <ac:spMkLst>
              <pc:docMk/>
              <pc:sldMasterMk cId="0" sldId="2147483659"/>
              <pc:sldLayoutMk cId="0" sldId="2147483648"/>
              <ac:spMk id="10"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48"/>
              <ac:spMk id="11"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48"/>
              <ac:spMk id="12" creationId="{00000000-0000-0000-0000-000000000000}"/>
            </ac:spMkLst>
          </pc:spChg>
        </pc:sldLayoutChg>
        <pc:sldLayoutChg chg="modSp">
          <pc:chgData name="365 Pro Plus" userId="8a4ede6a-2f8b-4c6e-b52c-08ce3e3b5c4d" providerId="ADAL" clId="{DA390177-86CC-4FB2-9591-590A9DFC29D7}" dt="2020-10-26T10:20:04.656" v="2"/>
          <pc:sldLayoutMkLst>
            <pc:docMk/>
            <pc:sldMasterMk cId="0" sldId="2147483659"/>
            <pc:sldLayoutMk cId="0" sldId="2147483649"/>
          </pc:sldLayoutMkLst>
          <pc:spChg chg="mod">
            <ac:chgData name="365 Pro Plus" userId="8a4ede6a-2f8b-4c6e-b52c-08ce3e3b5c4d" providerId="ADAL" clId="{DA390177-86CC-4FB2-9591-590A9DFC29D7}" dt="2020-10-26T10:20:04.656" v="2"/>
            <ac:spMkLst>
              <pc:docMk/>
              <pc:sldMasterMk cId="0" sldId="2147483659"/>
              <pc:sldLayoutMk cId="0" sldId="2147483649"/>
              <ac:spMk id="14"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49"/>
              <ac:spMk id="15" creationId="{00000000-0000-0000-0000-000000000000}"/>
            </ac:spMkLst>
          </pc:spChg>
        </pc:sldLayoutChg>
        <pc:sldLayoutChg chg="modSp">
          <pc:chgData name="365 Pro Plus" userId="8a4ede6a-2f8b-4c6e-b52c-08ce3e3b5c4d" providerId="ADAL" clId="{DA390177-86CC-4FB2-9591-590A9DFC29D7}" dt="2020-10-26T10:20:04.656" v="2"/>
          <pc:sldLayoutMkLst>
            <pc:docMk/>
            <pc:sldMasterMk cId="0" sldId="2147483659"/>
            <pc:sldLayoutMk cId="0" sldId="2147483650"/>
          </pc:sldLayoutMkLst>
          <pc:spChg chg="mod">
            <ac:chgData name="365 Pro Plus" userId="8a4ede6a-2f8b-4c6e-b52c-08ce3e3b5c4d" providerId="ADAL" clId="{DA390177-86CC-4FB2-9591-590A9DFC29D7}" dt="2020-10-26T10:20:04.656" v="2"/>
            <ac:spMkLst>
              <pc:docMk/>
              <pc:sldMasterMk cId="0" sldId="2147483659"/>
              <pc:sldLayoutMk cId="0" sldId="2147483650"/>
              <ac:spMk id="17"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0"/>
              <ac:spMk id="18"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0"/>
              <ac:spMk id="19" creationId="{00000000-0000-0000-0000-000000000000}"/>
            </ac:spMkLst>
          </pc:spChg>
        </pc:sldLayoutChg>
        <pc:sldLayoutChg chg="modSp">
          <pc:chgData name="365 Pro Plus" userId="8a4ede6a-2f8b-4c6e-b52c-08ce3e3b5c4d" providerId="ADAL" clId="{DA390177-86CC-4FB2-9591-590A9DFC29D7}" dt="2020-10-26T10:20:04.656" v="2"/>
          <pc:sldLayoutMkLst>
            <pc:docMk/>
            <pc:sldMasterMk cId="0" sldId="2147483659"/>
            <pc:sldLayoutMk cId="0" sldId="2147483651"/>
          </pc:sldLayoutMkLst>
          <pc:spChg chg="mod">
            <ac:chgData name="365 Pro Plus" userId="8a4ede6a-2f8b-4c6e-b52c-08ce3e3b5c4d" providerId="ADAL" clId="{DA390177-86CC-4FB2-9591-590A9DFC29D7}" dt="2020-10-26T10:20:04.656" v="2"/>
            <ac:spMkLst>
              <pc:docMk/>
              <pc:sldMasterMk cId="0" sldId="2147483659"/>
              <pc:sldLayoutMk cId="0" sldId="2147483651"/>
              <ac:spMk id="21"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1"/>
              <ac:spMk id="22"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1"/>
              <ac:spMk id="23"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1"/>
              <ac:spMk id="24" creationId="{00000000-0000-0000-0000-000000000000}"/>
            </ac:spMkLst>
          </pc:spChg>
        </pc:sldLayoutChg>
        <pc:sldLayoutChg chg="modSp">
          <pc:chgData name="365 Pro Plus" userId="8a4ede6a-2f8b-4c6e-b52c-08ce3e3b5c4d" providerId="ADAL" clId="{DA390177-86CC-4FB2-9591-590A9DFC29D7}" dt="2020-10-26T10:20:04.656" v="2"/>
          <pc:sldLayoutMkLst>
            <pc:docMk/>
            <pc:sldMasterMk cId="0" sldId="2147483659"/>
            <pc:sldLayoutMk cId="0" sldId="2147483652"/>
          </pc:sldLayoutMkLst>
          <pc:spChg chg="mod">
            <ac:chgData name="365 Pro Plus" userId="8a4ede6a-2f8b-4c6e-b52c-08ce3e3b5c4d" providerId="ADAL" clId="{DA390177-86CC-4FB2-9591-590A9DFC29D7}" dt="2020-10-26T10:20:04.656" v="2"/>
            <ac:spMkLst>
              <pc:docMk/>
              <pc:sldMasterMk cId="0" sldId="2147483659"/>
              <pc:sldLayoutMk cId="0" sldId="2147483652"/>
              <ac:spMk id="26"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2"/>
              <ac:spMk id="27" creationId="{00000000-0000-0000-0000-000000000000}"/>
            </ac:spMkLst>
          </pc:spChg>
        </pc:sldLayoutChg>
        <pc:sldLayoutChg chg="modSp">
          <pc:chgData name="365 Pro Plus" userId="8a4ede6a-2f8b-4c6e-b52c-08ce3e3b5c4d" providerId="ADAL" clId="{DA390177-86CC-4FB2-9591-590A9DFC29D7}" dt="2020-10-26T10:20:04.656" v="2"/>
          <pc:sldLayoutMkLst>
            <pc:docMk/>
            <pc:sldMasterMk cId="0" sldId="2147483659"/>
            <pc:sldLayoutMk cId="0" sldId="2147483653"/>
          </pc:sldLayoutMkLst>
          <pc:spChg chg="mod">
            <ac:chgData name="365 Pro Plus" userId="8a4ede6a-2f8b-4c6e-b52c-08ce3e3b5c4d" providerId="ADAL" clId="{DA390177-86CC-4FB2-9591-590A9DFC29D7}" dt="2020-10-26T10:20:04.656" v="2"/>
            <ac:spMkLst>
              <pc:docMk/>
              <pc:sldMasterMk cId="0" sldId="2147483659"/>
              <pc:sldLayoutMk cId="0" sldId="2147483653"/>
              <ac:spMk id="29"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3"/>
              <ac:spMk id="30"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3"/>
              <ac:spMk id="31" creationId="{00000000-0000-0000-0000-000000000000}"/>
            </ac:spMkLst>
          </pc:spChg>
        </pc:sldLayoutChg>
        <pc:sldLayoutChg chg="modSp">
          <pc:chgData name="365 Pro Plus" userId="8a4ede6a-2f8b-4c6e-b52c-08ce3e3b5c4d" providerId="ADAL" clId="{DA390177-86CC-4FB2-9591-590A9DFC29D7}" dt="2020-10-26T10:20:04.656" v="2"/>
          <pc:sldLayoutMkLst>
            <pc:docMk/>
            <pc:sldMasterMk cId="0" sldId="2147483659"/>
            <pc:sldLayoutMk cId="0" sldId="2147483654"/>
          </pc:sldLayoutMkLst>
          <pc:spChg chg="mod">
            <ac:chgData name="365 Pro Plus" userId="8a4ede6a-2f8b-4c6e-b52c-08ce3e3b5c4d" providerId="ADAL" clId="{DA390177-86CC-4FB2-9591-590A9DFC29D7}" dt="2020-10-26T10:20:04.656" v="2"/>
            <ac:spMkLst>
              <pc:docMk/>
              <pc:sldMasterMk cId="0" sldId="2147483659"/>
              <pc:sldLayoutMk cId="0" sldId="2147483654"/>
              <ac:spMk id="33"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4"/>
              <ac:spMk id="34" creationId="{00000000-0000-0000-0000-000000000000}"/>
            </ac:spMkLst>
          </pc:spChg>
        </pc:sldLayoutChg>
        <pc:sldLayoutChg chg="modSp">
          <pc:chgData name="365 Pro Plus" userId="8a4ede6a-2f8b-4c6e-b52c-08ce3e3b5c4d" providerId="ADAL" clId="{DA390177-86CC-4FB2-9591-590A9DFC29D7}" dt="2020-10-26T10:20:04.656" v="2"/>
          <pc:sldLayoutMkLst>
            <pc:docMk/>
            <pc:sldMasterMk cId="0" sldId="2147483659"/>
            <pc:sldLayoutMk cId="0" sldId="2147483655"/>
          </pc:sldLayoutMkLst>
          <pc:spChg chg="mod">
            <ac:chgData name="365 Pro Plus" userId="8a4ede6a-2f8b-4c6e-b52c-08ce3e3b5c4d" providerId="ADAL" clId="{DA390177-86CC-4FB2-9591-590A9DFC29D7}" dt="2020-10-26T10:20:04.656" v="2"/>
            <ac:spMkLst>
              <pc:docMk/>
              <pc:sldMasterMk cId="0" sldId="2147483659"/>
              <pc:sldLayoutMk cId="0" sldId="2147483655"/>
              <ac:spMk id="36"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5"/>
              <ac:spMk id="37"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5"/>
              <ac:spMk id="38"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5"/>
              <ac:spMk id="39"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5"/>
              <ac:spMk id="40" creationId="{00000000-0000-0000-0000-000000000000}"/>
            </ac:spMkLst>
          </pc:spChg>
        </pc:sldLayoutChg>
        <pc:sldLayoutChg chg="modSp">
          <pc:chgData name="365 Pro Plus" userId="8a4ede6a-2f8b-4c6e-b52c-08ce3e3b5c4d" providerId="ADAL" clId="{DA390177-86CC-4FB2-9591-590A9DFC29D7}" dt="2020-10-26T10:20:04.656" v="2"/>
          <pc:sldLayoutMkLst>
            <pc:docMk/>
            <pc:sldMasterMk cId="0" sldId="2147483659"/>
            <pc:sldLayoutMk cId="0" sldId="2147483656"/>
          </pc:sldLayoutMkLst>
          <pc:spChg chg="mod">
            <ac:chgData name="365 Pro Plus" userId="8a4ede6a-2f8b-4c6e-b52c-08ce3e3b5c4d" providerId="ADAL" clId="{DA390177-86CC-4FB2-9591-590A9DFC29D7}" dt="2020-10-26T10:20:04.656" v="2"/>
            <ac:spMkLst>
              <pc:docMk/>
              <pc:sldMasterMk cId="0" sldId="2147483659"/>
              <pc:sldLayoutMk cId="0" sldId="2147483656"/>
              <ac:spMk id="42"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6"/>
              <ac:spMk id="43" creationId="{00000000-0000-0000-0000-000000000000}"/>
            </ac:spMkLst>
          </pc:spChg>
        </pc:sldLayoutChg>
        <pc:sldLayoutChg chg="modSp">
          <pc:chgData name="365 Pro Plus" userId="8a4ede6a-2f8b-4c6e-b52c-08ce3e3b5c4d" providerId="ADAL" clId="{DA390177-86CC-4FB2-9591-590A9DFC29D7}" dt="2020-10-26T10:20:04.656" v="2"/>
          <pc:sldLayoutMkLst>
            <pc:docMk/>
            <pc:sldMasterMk cId="0" sldId="2147483659"/>
            <pc:sldLayoutMk cId="0" sldId="2147483657"/>
          </pc:sldLayoutMkLst>
          <pc:spChg chg="mod">
            <ac:chgData name="365 Pro Plus" userId="8a4ede6a-2f8b-4c6e-b52c-08ce3e3b5c4d" providerId="ADAL" clId="{DA390177-86CC-4FB2-9591-590A9DFC29D7}" dt="2020-10-26T10:20:04.656" v="2"/>
            <ac:spMkLst>
              <pc:docMk/>
              <pc:sldMasterMk cId="0" sldId="2147483659"/>
              <pc:sldLayoutMk cId="0" sldId="2147483657"/>
              <ac:spMk id="45"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7"/>
              <ac:spMk id="46"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7"/>
              <ac:spMk id="47" creationId="{00000000-0000-0000-0000-000000000000}"/>
            </ac:spMkLst>
          </pc:spChg>
        </pc:sldLayoutChg>
        <pc:sldLayoutChg chg="modSp">
          <pc:chgData name="365 Pro Plus" userId="8a4ede6a-2f8b-4c6e-b52c-08ce3e3b5c4d" providerId="ADAL" clId="{DA390177-86CC-4FB2-9591-590A9DFC29D7}" dt="2020-10-26T10:20:04.656" v="2"/>
          <pc:sldLayoutMkLst>
            <pc:docMk/>
            <pc:sldMasterMk cId="0" sldId="2147483659"/>
            <pc:sldLayoutMk cId="0" sldId="2147483658"/>
          </pc:sldLayoutMkLst>
          <pc:spChg chg="mod">
            <ac:chgData name="365 Pro Plus" userId="8a4ede6a-2f8b-4c6e-b52c-08ce3e3b5c4d" providerId="ADAL" clId="{DA390177-86CC-4FB2-9591-590A9DFC29D7}" dt="2020-10-26T10:20:04.656" v="2"/>
            <ac:spMkLst>
              <pc:docMk/>
              <pc:sldMasterMk cId="0" sldId="2147483659"/>
              <pc:sldLayoutMk cId="0" sldId="2147483658"/>
              <ac:spMk id="49" creationId="{00000000-0000-0000-0000-000000000000}"/>
            </ac:spMkLst>
          </pc:spChg>
        </pc:sldLayoutChg>
      </pc:sldMasterChg>
      <pc:sldMasterChg chg="delSldLayout">
        <pc:chgData name="365 Pro Plus" userId="8a4ede6a-2f8b-4c6e-b52c-08ce3e3b5c4d" providerId="ADAL" clId="{DA390177-86CC-4FB2-9591-590A9DFC29D7}" dt="2020-10-26T11:27:18.487" v="73" actId="47"/>
        <pc:sldMasterMkLst>
          <pc:docMk/>
          <pc:sldMasterMk cId="3576550874" sldId="2147483660"/>
        </pc:sldMasterMkLst>
        <pc:sldLayoutChg chg="del">
          <pc:chgData name="365 Pro Plus" userId="8a4ede6a-2f8b-4c6e-b52c-08ce3e3b5c4d" providerId="ADAL" clId="{DA390177-86CC-4FB2-9591-590A9DFC29D7}" dt="2020-10-26T11:27:18.487" v="73" actId="47"/>
          <pc:sldLayoutMkLst>
            <pc:docMk/>
            <pc:sldMasterMk cId="3576550874" sldId="2147483660"/>
            <pc:sldLayoutMk cId="2973988511" sldId="2147483672"/>
          </pc:sldLayoutMkLst>
        </pc:sldLayoutChg>
      </pc:sldMasterChg>
    </pc:docChg>
  </pc:docChgLst>
  <pc:docChgLst>
    <pc:chgData name="365 Pro Plus" userId="8a4ede6a-2f8b-4c6e-b52c-08ce3e3b5c4d" providerId="ADAL" clId="{1655AB83-D9B8-49BA-8B9A-8329C86DD5F5}"/>
    <pc:docChg chg="custSel modSld">
      <pc:chgData name="365 Pro Plus" userId="8a4ede6a-2f8b-4c6e-b52c-08ce3e3b5c4d" providerId="ADAL" clId="{1655AB83-D9B8-49BA-8B9A-8329C86DD5F5}" dt="2021-08-30T19:47:43.279" v="76" actId="1076"/>
      <pc:docMkLst>
        <pc:docMk/>
      </pc:docMkLst>
      <pc:sldChg chg="modSp mod">
        <pc:chgData name="365 Pro Plus" userId="8a4ede6a-2f8b-4c6e-b52c-08ce3e3b5c4d" providerId="ADAL" clId="{1655AB83-D9B8-49BA-8B9A-8329C86DD5F5}" dt="2021-08-30T19:46:25.749" v="72"/>
        <pc:sldMkLst>
          <pc:docMk/>
          <pc:sldMk cId="0" sldId="256"/>
        </pc:sldMkLst>
        <pc:spChg chg="mod">
          <ac:chgData name="365 Pro Plus" userId="8a4ede6a-2f8b-4c6e-b52c-08ce3e3b5c4d" providerId="ADAL" clId="{1655AB83-D9B8-49BA-8B9A-8329C86DD5F5}" dt="2021-08-30T19:46:25.749" v="72"/>
          <ac:spMkLst>
            <pc:docMk/>
            <pc:sldMk cId="0" sldId="256"/>
            <ac:spMk id="2" creationId="{D60CB2C1-C816-4518-B132-46753F9C01AC}"/>
          </ac:spMkLst>
        </pc:spChg>
        <pc:spChg chg="mod">
          <ac:chgData name="365 Pro Plus" userId="8a4ede6a-2f8b-4c6e-b52c-08ce3e3b5c4d" providerId="ADAL" clId="{1655AB83-D9B8-49BA-8B9A-8329C86DD5F5}" dt="2021-08-30T19:46:25.749" v="72"/>
          <ac:spMkLst>
            <pc:docMk/>
            <pc:sldMk cId="0" sldId="256"/>
            <ac:spMk id="54" creationId="{00000000-0000-0000-0000-000000000000}"/>
          </ac:spMkLst>
        </pc:spChg>
      </pc:sldChg>
      <pc:sldChg chg="modSp">
        <pc:chgData name="365 Pro Plus" userId="8a4ede6a-2f8b-4c6e-b52c-08ce3e3b5c4d" providerId="ADAL" clId="{1655AB83-D9B8-49BA-8B9A-8329C86DD5F5}" dt="2021-08-30T19:47:43.279" v="76" actId="1076"/>
        <pc:sldMkLst>
          <pc:docMk/>
          <pc:sldMk cId="2846169660" sldId="262"/>
        </pc:sldMkLst>
        <pc:spChg chg="mod">
          <ac:chgData name="365 Pro Plus" userId="8a4ede6a-2f8b-4c6e-b52c-08ce3e3b5c4d" providerId="ADAL" clId="{1655AB83-D9B8-49BA-8B9A-8329C86DD5F5}" dt="2021-08-30T19:46:25.749" v="72"/>
          <ac:spMkLst>
            <pc:docMk/>
            <pc:sldMk cId="2846169660" sldId="262"/>
            <ac:spMk id="2" creationId="{D3BB3719-587A-4FF6-9446-421A2A3EF45C}"/>
          </ac:spMkLst>
        </pc:spChg>
        <pc:picChg chg="mod">
          <ac:chgData name="365 Pro Plus" userId="8a4ede6a-2f8b-4c6e-b52c-08ce3e3b5c4d" providerId="ADAL" clId="{1655AB83-D9B8-49BA-8B9A-8329C86DD5F5}" dt="2021-08-30T19:47:43.279" v="76" actId="1076"/>
          <ac:picMkLst>
            <pc:docMk/>
            <pc:sldMk cId="2846169660" sldId="262"/>
            <ac:picMk id="5" creationId="{CB636CCD-7672-4D3E-B5EF-C4B0A863BA35}"/>
          </ac:picMkLst>
        </pc:picChg>
      </pc:sldChg>
      <pc:sldChg chg="modSp">
        <pc:chgData name="365 Pro Plus" userId="8a4ede6a-2f8b-4c6e-b52c-08ce3e3b5c4d" providerId="ADAL" clId="{1655AB83-D9B8-49BA-8B9A-8329C86DD5F5}" dt="2021-08-30T19:46:25.749" v="72"/>
        <pc:sldMkLst>
          <pc:docMk/>
          <pc:sldMk cId="3930945791" sldId="266"/>
        </pc:sldMkLst>
        <pc:spChg chg="mod">
          <ac:chgData name="365 Pro Plus" userId="8a4ede6a-2f8b-4c6e-b52c-08ce3e3b5c4d" providerId="ADAL" clId="{1655AB83-D9B8-49BA-8B9A-8329C86DD5F5}" dt="2021-08-30T19:46:25.749" v="72"/>
          <ac:spMkLst>
            <pc:docMk/>
            <pc:sldMk cId="3930945791" sldId="266"/>
            <ac:spMk id="2" creationId="{00000000-0000-0000-0000-000000000000}"/>
          </ac:spMkLst>
        </pc:spChg>
      </pc:sldChg>
      <pc:sldChg chg="modSp mod">
        <pc:chgData name="365 Pro Plus" userId="8a4ede6a-2f8b-4c6e-b52c-08ce3e3b5c4d" providerId="ADAL" clId="{1655AB83-D9B8-49BA-8B9A-8329C86DD5F5}" dt="2021-08-30T19:46:25.749" v="72"/>
        <pc:sldMkLst>
          <pc:docMk/>
          <pc:sldMk cId="780993560" sldId="267"/>
        </pc:sldMkLst>
        <pc:spChg chg="mod">
          <ac:chgData name="365 Pro Plus" userId="8a4ede6a-2f8b-4c6e-b52c-08ce3e3b5c4d" providerId="ADAL" clId="{1655AB83-D9B8-49BA-8B9A-8329C86DD5F5}" dt="2021-08-30T19:46:25.749" v="72"/>
          <ac:spMkLst>
            <pc:docMk/>
            <pc:sldMk cId="780993560" sldId="267"/>
            <ac:spMk id="2" creationId="{00000000-0000-0000-0000-000000000000}"/>
          </ac:spMkLst>
        </pc:spChg>
        <pc:spChg chg="mod">
          <ac:chgData name="365 Pro Plus" userId="8a4ede6a-2f8b-4c6e-b52c-08ce3e3b5c4d" providerId="ADAL" clId="{1655AB83-D9B8-49BA-8B9A-8329C86DD5F5}" dt="2021-07-25T16:11:40.902" v="2" actId="20577"/>
          <ac:spMkLst>
            <pc:docMk/>
            <pc:sldMk cId="780993560" sldId="267"/>
            <ac:spMk id="3" creationId="{00000000-0000-0000-0000-000000000000}"/>
          </ac:spMkLst>
        </pc:spChg>
      </pc:sldChg>
      <pc:sldChg chg="modSp">
        <pc:chgData name="365 Pro Plus" userId="8a4ede6a-2f8b-4c6e-b52c-08ce3e3b5c4d" providerId="ADAL" clId="{1655AB83-D9B8-49BA-8B9A-8329C86DD5F5}" dt="2021-08-30T19:46:25.749" v="72"/>
        <pc:sldMkLst>
          <pc:docMk/>
          <pc:sldMk cId="1554604946" sldId="268"/>
        </pc:sldMkLst>
        <pc:spChg chg="mod">
          <ac:chgData name="365 Pro Plus" userId="8a4ede6a-2f8b-4c6e-b52c-08ce3e3b5c4d" providerId="ADAL" clId="{1655AB83-D9B8-49BA-8B9A-8329C86DD5F5}" dt="2021-08-30T19:46:25.749" v="72"/>
          <ac:spMkLst>
            <pc:docMk/>
            <pc:sldMk cId="1554604946" sldId="268"/>
            <ac:spMk id="2" creationId="{00000000-0000-0000-0000-000000000000}"/>
          </ac:spMkLst>
        </pc:spChg>
      </pc:sldChg>
      <pc:sldChg chg="modSp">
        <pc:chgData name="365 Pro Plus" userId="8a4ede6a-2f8b-4c6e-b52c-08ce3e3b5c4d" providerId="ADAL" clId="{1655AB83-D9B8-49BA-8B9A-8329C86DD5F5}" dt="2021-08-30T19:46:25.749" v="72"/>
        <pc:sldMkLst>
          <pc:docMk/>
          <pc:sldMk cId="861382456" sldId="269"/>
        </pc:sldMkLst>
        <pc:spChg chg="mod">
          <ac:chgData name="365 Pro Plus" userId="8a4ede6a-2f8b-4c6e-b52c-08ce3e3b5c4d" providerId="ADAL" clId="{1655AB83-D9B8-49BA-8B9A-8329C86DD5F5}" dt="2021-08-30T19:46:25.749" v="72"/>
          <ac:spMkLst>
            <pc:docMk/>
            <pc:sldMk cId="861382456" sldId="269"/>
            <ac:spMk id="2" creationId="{00000000-0000-0000-0000-000000000000}"/>
          </ac:spMkLst>
        </pc:spChg>
        <pc:spChg chg="mod">
          <ac:chgData name="365 Pro Plus" userId="8a4ede6a-2f8b-4c6e-b52c-08ce3e3b5c4d" providerId="ADAL" clId="{1655AB83-D9B8-49BA-8B9A-8329C86DD5F5}" dt="2021-08-30T19:46:25.749" v="72"/>
          <ac:spMkLst>
            <pc:docMk/>
            <pc:sldMk cId="861382456" sldId="269"/>
            <ac:spMk id="3" creationId="{00000000-0000-0000-0000-000000000000}"/>
          </ac:spMkLst>
        </pc:spChg>
      </pc:sldChg>
      <pc:sldChg chg="modSp">
        <pc:chgData name="365 Pro Plus" userId="8a4ede6a-2f8b-4c6e-b52c-08ce3e3b5c4d" providerId="ADAL" clId="{1655AB83-D9B8-49BA-8B9A-8329C86DD5F5}" dt="2021-08-30T19:46:25.749" v="72"/>
        <pc:sldMkLst>
          <pc:docMk/>
          <pc:sldMk cId="4142278036" sldId="270"/>
        </pc:sldMkLst>
        <pc:spChg chg="mod">
          <ac:chgData name="365 Pro Plus" userId="8a4ede6a-2f8b-4c6e-b52c-08ce3e3b5c4d" providerId="ADAL" clId="{1655AB83-D9B8-49BA-8B9A-8329C86DD5F5}" dt="2021-08-30T19:46:25.749" v="72"/>
          <ac:spMkLst>
            <pc:docMk/>
            <pc:sldMk cId="4142278036" sldId="270"/>
            <ac:spMk id="2" creationId="{00000000-0000-0000-0000-000000000000}"/>
          </ac:spMkLst>
        </pc:spChg>
      </pc:sldChg>
      <pc:sldChg chg="modSp">
        <pc:chgData name="365 Pro Plus" userId="8a4ede6a-2f8b-4c6e-b52c-08ce3e3b5c4d" providerId="ADAL" clId="{1655AB83-D9B8-49BA-8B9A-8329C86DD5F5}" dt="2021-08-30T19:46:25.749" v="72"/>
        <pc:sldMkLst>
          <pc:docMk/>
          <pc:sldMk cId="593656598" sldId="271"/>
        </pc:sldMkLst>
        <pc:spChg chg="mod">
          <ac:chgData name="365 Pro Plus" userId="8a4ede6a-2f8b-4c6e-b52c-08ce3e3b5c4d" providerId="ADAL" clId="{1655AB83-D9B8-49BA-8B9A-8329C86DD5F5}" dt="2021-08-30T19:46:25.749" v="72"/>
          <ac:spMkLst>
            <pc:docMk/>
            <pc:sldMk cId="593656598" sldId="271"/>
            <ac:spMk id="2" creationId="{00000000-0000-0000-0000-000000000000}"/>
          </ac:spMkLst>
        </pc:spChg>
        <pc:spChg chg="mod">
          <ac:chgData name="365 Pro Plus" userId="8a4ede6a-2f8b-4c6e-b52c-08ce3e3b5c4d" providerId="ADAL" clId="{1655AB83-D9B8-49BA-8B9A-8329C86DD5F5}" dt="2021-08-30T19:46:25.749" v="72"/>
          <ac:spMkLst>
            <pc:docMk/>
            <pc:sldMk cId="593656598" sldId="271"/>
            <ac:spMk id="3" creationId="{00000000-0000-0000-0000-000000000000}"/>
          </ac:spMkLst>
        </pc:spChg>
      </pc:sldChg>
      <pc:sldChg chg="modSp">
        <pc:chgData name="365 Pro Plus" userId="8a4ede6a-2f8b-4c6e-b52c-08ce3e3b5c4d" providerId="ADAL" clId="{1655AB83-D9B8-49BA-8B9A-8329C86DD5F5}" dt="2021-08-30T19:46:25.749" v="72"/>
        <pc:sldMkLst>
          <pc:docMk/>
          <pc:sldMk cId="316213274" sldId="272"/>
        </pc:sldMkLst>
        <pc:spChg chg="mod">
          <ac:chgData name="365 Pro Plus" userId="8a4ede6a-2f8b-4c6e-b52c-08ce3e3b5c4d" providerId="ADAL" clId="{1655AB83-D9B8-49BA-8B9A-8329C86DD5F5}" dt="2021-08-30T19:46:25.749" v="72"/>
          <ac:spMkLst>
            <pc:docMk/>
            <pc:sldMk cId="316213274" sldId="272"/>
            <ac:spMk id="2" creationId="{00000000-0000-0000-0000-000000000000}"/>
          </ac:spMkLst>
        </pc:spChg>
        <pc:spChg chg="mod">
          <ac:chgData name="365 Pro Plus" userId="8a4ede6a-2f8b-4c6e-b52c-08ce3e3b5c4d" providerId="ADAL" clId="{1655AB83-D9B8-49BA-8B9A-8329C86DD5F5}" dt="2021-08-30T19:46:25.749" v="72"/>
          <ac:spMkLst>
            <pc:docMk/>
            <pc:sldMk cId="316213274" sldId="272"/>
            <ac:spMk id="3" creationId="{00000000-0000-0000-0000-000000000000}"/>
          </ac:spMkLst>
        </pc:spChg>
      </pc:sldChg>
      <pc:sldChg chg="modSp">
        <pc:chgData name="365 Pro Plus" userId="8a4ede6a-2f8b-4c6e-b52c-08ce3e3b5c4d" providerId="ADAL" clId="{1655AB83-D9B8-49BA-8B9A-8329C86DD5F5}" dt="2021-08-30T19:46:25.749" v="72"/>
        <pc:sldMkLst>
          <pc:docMk/>
          <pc:sldMk cId="1147624584" sldId="273"/>
        </pc:sldMkLst>
        <pc:spChg chg="mod">
          <ac:chgData name="365 Pro Plus" userId="8a4ede6a-2f8b-4c6e-b52c-08ce3e3b5c4d" providerId="ADAL" clId="{1655AB83-D9B8-49BA-8B9A-8329C86DD5F5}" dt="2021-08-30T19:46:25.749" v="72"/>
          <ac:spMkLst>
            <pc:docMk/>
            <pc:sldMk cId="1147624584" sldId="273"/>
            <ac:spMk id="2" creationId="{00000000-0000-0000-0000-000000000000}"/>
          </ac:spMkLst>
        </pc:spChg>
      </pc:sldChg>
      <pc:sldChg chg="modSp">
        <pc:chgData name="365 Pro Plus" userId="8a4ede6a-2f8b-4c6e-b52c-08ce3e3b5c4d" providerId="ADAL" clId="{1655AB83-D9B8-49BA-8B9A-8329C86DD5F5}" dt="2021-08-30T19:46:25.749" v="72"/>
        <pc:sldMkLst>
          <pc:docMk/>
          <pc:sldMk cId="4280694607" sldId="274"/>
        </pc:sldMkLst>
        <pc:spChg chg="mod">
          <ac:chgData name="365 Pro Plus" userId="8a4ede6a-2f8b-4c6e-b52c-08ce3e3b5c4d" providerId="ADAL" clId="{1655AB83-D9B8-49BA-8B9A-8329C86DD5F5}" dt="2021-08-30T19:46:25.749" v="72"/>
          <ac:spMkLst>
            <pc:docMk/>
            <pc:sldMk cId="4280694607" sldId="274"/>
            <ac:spMk id="2" creationId="{00000000-0000-0000-0000-000000000000}"/>
          </ac:spMkLst>
        </pc:spChg>
        <pc:spChg chg="mod">
          <ac:chgData name="365 Pro Plus" userId="8a4ede6a-2f8b-4c6e-b52c-08ce3e3b5c4d" providerId="ADAL" clId="{1655AB83-D9B8-49BA-8B9A-8329C86DD5F5}" dt="2021-08-30T19:46:25.749" v="72"/>
          <ac:spMkLst>
            <pc:docMk/>
            <pc:sldMk cId="4280694607" sldId="274"/>
            <ac:spMk id="3" creationId="{00000000-0000-0000-0000-000000000000}"/>
          </ac:spMkLst>
        </pc:spChg>
      </pc:sldChg>
      <pc:sldChg chg="modSp">
        <pc:chgData name="365 Pro Plus" userId="8a4ede6a-2f8b-4c6e-b52c-08ce3e3b5c4d" providerId="ADAL" clId="{1655AB83-D9B8-49BA-8B9A-8329C86DD5F5}" dt="2021-08-30T19:46:25.749" v="72"/>
        <pc:sldMkLst>
          <pc:docMk/>
          <pc:sldMk cId="2395915080" sldId="275"/>
        </pc:sldMkLst>
        <pc:spChg chg="mod">
          <ac:chgData name="365 Pro Plus" userId="8a4ede6a-2f8b-4c6e-b52c-08ce3e3b5c4d" providerId="ADAL" clId="{1655AB83-D9B8-49BA-8B9A-8329C86DD5F5}" dt="2021-08-30T19:46:25.749" v="72"/>
          <ac:spMkLst>
            <pc:docMk/>
            <pc:sldMk cId="2395915080" sldId="275"/>
            <ac:spMk id="2" creationId="{00000000-0000-0000-0000-000000000000}"/>
          </ac:spMkLst>
        </pc:spChg>
      </pc:sldChg>
      <pc:sldChg chg="modSp">
        <pc:chgData name="365 Pro Plus" userId="8a4ede6a-2f8b-4c6e-b52c-08ce3e3b5c4d" providerId="ADAL" clId="{1655AB83-D9B8-49BA-8B9A-8329C86DD5F5}" dt="2021-08-30T19:46:25.749" v="72"/>
        <pc:sldMkLst>
          <pc:docMk/>
          <pc:sldMk cId="184522743" sldId="276"/>
        </pc:sldMkLst>
        <pc:spChg chg="mod">
          <ac:chgData name="365 Pro Plus" userId="8a4ede6a-2f8b-4c6e-b52c-08ce3e3b5c4d" providerId="ADAL" clId="{1655AB83-D9B8-49BA-8B9A-8329C86DD5F5}" dt="2021-08-30T19:46:25.749" v="72"/>
          <ac:spMkLst>
            <pc:docMk/>
            <pc:sldMk cId="184522743" sldId="276"/>
            <ac:spMk id="2" creationId="{00000000-0000-0000-0000-000000000000}"/>
          </ac:spMkLst>
        </pc:spChg>
      </pc:sldChg>
      <pc:sldChg chg="modSp">
        <pc:chgData name="365 Pro Plus" userId="8a4ede6a-2f8b-4c6e-b52c-08ce3e3b5c4d" providerId="ADAL" clId="{1655AB83-D9B8-49BA-8B9A-8329C86DD5F5}" dt="2021-08-30T19:46:25.749" v="72"/>
        <pc:sldMkLst>
          <pc:docMk/>
          <pc:sldMk cId="150867754" sldId="281"/>
        </pc:sldMkLst>
        <pc:spChg chg="mod">
          <ac:chgData name="365 Pro Plus" userId="8a4ede6a-2f8b-4c6e-b52c-08ce3e3b5c4d" providerId="ADAL" clId="{1655AB83-D9B8-49BA-8B9A-8329C86DD5F5}" dt="2021-08-30T19:46:25.749" v="72"/>
          <ac:spMkLst>
            <pc:docMk/>
            <pc:sldMk cId="150867754" sldId="281"/>
            <ac:spMk id="2" creationId="{EB77E570-C726-4F05-8D19-6B72463E4BC1}"/>
          </ac:spMkLst>
        </pc:spChg>
      </pc:sldChg>
      <pc:sldChg chg="modSp">
        <pc:chgData name="365 Pro Plus" userId="8a4ede6a-2f8b-4c6e-b52c-08ce3e3b5c4d" providerId="ADAL" clId="{1655AB83-D9B8-49BA-8B9A-8329C86DD5F5}" dt="2021-08-30T19:46:25.749" v="72"/>
        <pc:sldMkLst>
          <pc:docMk/>
          <pc:sldMk cId="1505022179" sldId="282"/>
        </pc:sldMkLst>
        <pc:spChg chg="mod">
          <ac:chgData name="365 Pro Plus" userId="8a4ede6a-2f8b-4c6e-b52c-08ce3e3b5c4d" providerId="ADAL" clId="{1655AB83-D9B8-49BA-8B9A-8329C86DD5F5}" dt="2021-08-30T19:46:25.749" v="72"/>
          <ac:spMkLst>
            <pc:docMk/>
            <pc:sldMk cId="1505022179" sldId="282"/>
            <ac:spMk id="5" creationId="{1B2D5732-2A8C-46BF-9593-DD1CAD45976D}"/>
          </ac:spMkLst>
        </pc:spChg>
      </pc:sldChg>
      <pc:sldChg chg="modSp">
        <pc:chgData name="365 Pro Plus" userId="8a4ede6a-2f8b-4c6e-b52c-08ce3e3b5c4d" providerId="ADAL" clId="{1655AB83-D9B8-49BA-8B9A-8329C86DD5F5}" dt="2021-08-30T19:46:25.749" v="72"/>
        <pc:sldMkLst>
          <pc:docMk/>
          <pc:sldMk cId="556939740" sldId="283"/>
        </pc:sldMkLst>
        <pc:spChg chg="mod">
          <ac:chgData name="365 Pro Plus" userId="8a4ede6a-2f8b-4c6e-b52c-08ce3e3b5c4d" providerId="ADAL" clId="{1655AB83-D9B8-49BA-8B9A-8329C86DD5F5}" dt="2021-08-30T19:46:25.749" v="72"/>
          <ac:spMkLst>
            <pc:docMk/>
            <pc:sldMk cId="556939740" sldId="283"/>
            <ac:spMk id="5" creationId="{CD50D911-9D01-45CE-BD5B-62CF21C63C20}"/>
          </ac:spMkLst>
        </pc:spChg>
      </pc:sldChg>
      <pc:sldChg chg="modSp">
        <pc:chgData name="365 Pro Plus" userId="8a4ede6a-2f8b-4c6e-b52c-08ce3e3b5c4d" providerId="ADAL" clId="{1655AB83-D9B8-49BA-8B9A-8329C86DD5F5}" dt="2021-08-30T19:46:25.749" v="72"/>
        <pc:sldMkLst>
          <pc:docMk/>
          <pc:sldMk cId="3405770280" sldId="284"/>
        </pc:sldMkLst>
        <pc:spChg chg="mod">
          <ac:chgData name="365 Pro Plus" userId="8a4ede6a-2f8b-4c6e-b52c-08ce3e3b5c4d" providerId="ADAL" clId="{1655AB83-D9B8-49BA-8B9A-8329C86DD5F5}" dt="2021-08-30T19:46:25.749" v="72"/>
          <ac:spMkLst>
            <pc:docMk/>
            <pc:sldMk cId="3405770280" sldId="284"/>
            <ac:spMk id="2" creationId="{33927030-3220-487A-8A53-FFB3A456FDFF}"/>
          </ac:spMkLst>
        </pc:spChg>
      </pc:sldChg>
      <pc:sldChg chg="modSp">
        <pc:chgData name="365 Pro Plus" userId="8a4ede6a-2f8b-4c6e-b52c-08ce3e3b5c4d" providerId="ADAL" clId="{1655AB83-D9B8-49BA-8B9A-8329C86DD5F5}" dt="2021-08-30T19:46:25.749" v="72"/>
        <pc:sldMkLst>
          <pc:docMk/>
          <pc:sldMk cId="4057338758" sldId="285"/>
        </pc:sldMkLst>
        <pc:spChg chg="mod">
          <ac:chgData name="365 Pro Plus" userId="8a4ede6a-2f8b-4c6e-b52c-08ce3e3b5c4d" providerId="ADAL" clId="{1655AB83-D9B8-49BA-8B9A-8329C86DD5F5}" dt="2021-08-30T19:46:25.749" v="72"/>
          <ac:spMkLst>
            <pc:docMk/>
            <pc:sldMk cId="4057338758" sldId="285"/>
            <ac:spMk id="2" creationId="{CCA2BC28-AE6A-45DA-99AC-71334FD8FC77}"/>
          </ac:spMkLst>
        </pc:spChg>
      </pc:sldChg>
      <pc:sldChg chg="modSp">
        <pc:chgData name="365 Pro Plus" userId="8a4ede6a-2f8b-4c6e-b52c-08ce3e3b5c4d" providerId="ADAL" clId="{1655AB83-D9B8-49BA-8B9A-8329C86DD5F5}" dt="2021-08-30T19:46:25.749" v="72"/>
        <pc:sldMkLst>
          <pc:docMk/>
          <pc:sldMk cId="3596152958" sldId="286"/>
        </pc:sldMkLst>
        <pc:spChg chg="mod">
          <ac:chgData name="365 Pro Plus" userId="8a4ede6a-2f8b-4c6e-b52c-08ce3e3b5c4d" providerId="ADAL" clId="{1655AB83-D9B8-49BA-8B9A-8329C86DD5F5}" dt="2021-08-30T19:46:25.749" v="72"/>
          <ac:spMkLst>
            <pc:docMk/>
            <pc:sldMk cId="3596152958" sldId="286"/>
            <ac:spMk id="13" creationId="{536EAEC3-E888-4B53-BFC3-DC4422DFCAB6}"/>
          </ac:spMkLst>
        </pc:spChg>
        <pc:picChg chg="mod">
          <ac:chgData name="365 Pro Plus" userId="8a4ede6a-2f8b-4c6e-b52c-08ce3e3b5c4d" providerId="ADAL" clId="{1655AB83-D9B8-49BA-8B9A-8329C86DD5F5}" dt="2021-08-30T19:46:25.749" v="72"/>
          <ac:picMkLst>
            <pc:docMk/>
            <pc:sldMk cId="3596152958" sldId="286"/>
            <ac:picMk id="11" creationId="{A93EE371-CD88-4165-997D-864034838620}"/>
          </ac:picMkLst>
        </pc:picChg>
      </pc:sldChg>
      <pc:sldChg chg="modSp">
        <pc:chgData name="365 Pro Plus" userId="8a4ede6a-2f8b-4c6e-b52c-08ce3e3b5c4d" providerId="ADAL" clId="{1655AB83-D9B8-49BA-8B9A-8329C86DD5F5}" dt="2021-08-30T19:46:25.749" v="72"/>
        <pc:sldMkLst>
          <pc:docMk/>
          <pc:sldMk cId="3403903110" sldId="287"/>
        </pc:sldMkLst>
        <pc:spChg chg="mod">
          <ac:chgData name="365 Pro Plus" userId="8a4ede6a-2f8b-4c6e-b52c-08ce3e3b5c4d" providerId="ADAL" clId="{1655AB83-D9B8-49BA-8B9A-8329C86DD5F5}" dt="2021-08-30T19:46:25.749" v="72"/>
          <ac:spMkLst>
            <pc:docMk/>
            <pc:sldMk cId="3403903110" sldId="287"/>
            <ac:spMk id="8" creationId="{00000000-0000-0000-0000-000000000000}"/>
          </ac:spMkLst>
        </pc:spChg>
      </pc:sldChg>
      <pc:sldChg chg="modSp">
        <pc:chgData name="365 Pro Plus" userId="8a4ede6a-2f8b-4c6e-b52c-08ce3e3b5c4d" providerId="ADAL" clId="{1655AB83-D9B8-49BA-8B9A-8329C86DD5F5}" dt="2021-08-30T19:46:25.749" v="72"/>
        <pc:sldMkLst>
          <pc:docMk/>
          <pc:sldMk cId="3368813327" sldId="289"/>
        </pc:sldMkLst>
        <pc:spChg chg="mod">
          <ac:chgData name="365 Pro Plus" userId="8a4ede6a-2f8b-4c6e-b52c-08ce3e3b5c4d" providerId="ADAL" clId="{1655AB83-D9B8-49BA-8B9A-8329C86DD5F5}" dt="2021-08-30T19:46:25.749" v="72"/>
          <ac:spMkLst>
            <pc:docMk/>
            <pc:sldMk cId="3368813327" sldId="289"/>
            <ac:spMk id="7" creationId="{0D27CDE2-FA07-4E1D-BE97-64A11AC18BA2}"/>
          </ac:spMkLst>
        </pc:spChg>
      </pc:sldChg>
      <pc:sldChg chg="modSp">
        <pc:chgData name="365 Pro Plus" userId="8a4ede6a-2f8b-4c6e-b52c-08ce3e3b5c4d" providerId="ADAL" clId="{1655AB83-D9B8-49BA-8B9A-8329C86DD5F5}" dt="2021-08-30T19:46:25.749" v="72"/>
        <pc:sldMkLst>
          <pc:docMk/>
          <pc:sldMk cId="917644639" sldId="290"/>
        </pc:sldMkLst>
        <pc:spChg chg="mod">
          <ac:chgData name="365 Pro Plus" userId="8a4ede6a-2f8b-4c6e-b52c-08ce3e3b5c4d" providerId="ADAL" clId="{1655AB83-D9B8-49BA-8B9A-8329C86DD5F5}" dt="2021-08-30T19:46:25.749" v="72"/>
          <ac:spMkLst>
            <pc:docMk/>
            <pc:sldMk cId="917644639" sldId="290"/>
            <ac:spMk id="2" creationId="{97F1CC87-6DB9-4A5D-B5E5-EEE1F8ADAF2C}"/>
          </ac:spMkLst>
        </pc:spChg>
      </pc:sldChg>
      <pc:sldChg chg="modSp">
        <pc:chgData name="365 Pro Plus" userId="8a4ede6a-2f8b-4c6e-b52c-08ce3e3b5c4d" providerId="ADAL" clId="{1655AB83-D9B8-49BA-8B9A-8329C86DD5F5}" dt="2021-08-30T19:46:25.749" v="72"/>
        <pc:sldMkLst>
          <pc:docMk/>
          <pc:sldMk cId="2749597667" sldId="291"/>
        </pc:sldMkLst>
        <pc:spChg chg="mod">
          <ac:chgData name="365 Pro Plus" userId="8a4ede6a-2f8b-4c6e-b52c-08ce3e3b5c4d" providerId="ADAL" clId="{1655AB83-D9B8-49BA-8B9A-8329C86DD5F5}" dt="2021-08-30T19:46:25.749" v="72"/>
          <ac:spMkLst>
            <pc:docMk/>
            <pc:sldMk cId="2749597667" sldId="291"/>
            <ac:spMk id="2" creationId="{33927030-3220-487A-8A53-FFB3A456FDFF}"/>
          </ac:spMkLst>
        </pc:spChg>
      </pc:sldChg>
      <pc:sldChg chg="modSp">
        <pc:chgData name="365 Pro Plus" userId="8a4ede6a-2f8b-4c6e-b52c-08ce3e3b5c4d" providerId="ADAL" clId="{1655AB83-D9B8-49BA-8B9A-8329C86DD5F5}" dt="2021-08-30T19:46:25.749" v="72"/>
        <pc:sldMkLst>
          <pc:docMk/>
          <pc:sldMk cId="375020052" sldId="292"/>
        </pc:sldMkLst>
        <pc:spChg chg="mod">
          <ac:chgData name="365 Pro Plus" userId="8a4ede6a-2f8b-4c6e-b52c-08ce3e3b5c4d" providerId="ADAL" clId="{1655AB83-D9B8-49BA-8B9A-8329C86DD5F5}" dt="2021-08-30T19:46:25.749" v="72"/>
          <ac:spMkLst>
            <pc:docMk/>
            <pc:sldMk cId="375020052" sldId="292"/>
            <ac:spMk id="2" creationId="{49166D18-A251-4007-9FF5-B5C45AED4589}"/>
          </ac:spMkLst>
        </pc:spChg>
      </pc:sldChg>
      <pc:sldChg chg="modSp">
        <pc:chgData name="365 Pro Plus" userId="8a4ede6a-2f8b-4c6e-b52c-08ce3e3b5c4d" providerId="ADAL" clId="{1655AB83-D9B8-49BA-8B9A-8329C86DD5F5}" dt="2021-08-30T19:46:25.749" v="72"/>
        <pc:sldMkLst>
          <pc:docMk/>
          <pc:sldMk cId="1667437508" sldId="293"/>
        </pc:sldMkLst>
        <pc:spChg chg="mod">
          <ac:chgData name="365 Pro Plus" userId="8a4ede6a-2f8b-4c6e-b52c-08ce3e3b5c4d" providerId="ADAL" clId="{1655AB83-D9B8-49BA-8B9A-8329C86DD5F5}" dt="2021-08-30T19:46:25.749" v="72"/>
          <ac:spMkLst>
            <pc:docMk/>
            <pc:sldMk cId="1667437508" sldId="293"/>
            <ac:spMk id="2" creationId="{84225BD8-B18C-4334-AF4F-D4E32ACF7A66}"/>
          </ac:spMkLst>
        </pc:spChg>
      </pc:sldChg>
      <pc:sldChg chg="modSp">
        <pc:chgData name="365 Pro Plus" userId="8a4ede6a-2f8b-4c6e-b52c-08ce3e3b5c4d" providerId="ADAL" clId="{1655AB83-D9B8-49BA-8B9A-8329C86DD5F5}" dt="2021-08-30T19:46:25.749" v="72"/>
        <pc:sldMkLst>
          <pc:docMk/>
          <pc:sldMk cId="3161385001" sldId="298"/>
        </pc:sldMkLst>
        <pc:spChg chg="mod">
          <ac:chgData name="365 Pro Plus" userId="8a4ede6a-2f8b-4c6e-b52c-08ce3e3b5c4d" providerId="ADAL" clId="{1655AB83-D9B8-49BA-8B9A-8329C86DD5F5}" dt="2021-08-30T19:46:25.749" v="72"/>
          <ac:spMkLst>
            <pc:docMk/>
            <pc:sldMk cId="3161385001" sldId="298"/>
            <ac:spMk id="2" creationId="{D461151B-DB34-4043-BD9E-CCC13322ED75}"/>
          </ac:spMkLst>
        </pc:spChg>
      </pc:sldChg>
      <pc:sldChg chg="modSp">
        <pc:chgData name="365 Pro Plus" userId="8a4ede6a-2f8b-4c6e-b52c-08ce3e3b5c4d" providerId="ADAL" clId="{1655AB83-D9B8-49BA-8B9A-8329C86DD5F5}" dt="2021-08-30T19:46:25.749" v="72"/>
        <pc:sldMkLst>
          <pc:docMk/>
          <pc:sldMk cId="3252705144" sldId="301"/>
        </pc:sldMkLst>
        <pc:spChg chg="mod">
          <ac:chgData name="365 Pro Plus" userId="8a4ede6a-2f8b-4c6e-b52c-08ce3e3b5c4d" providerId="ADAL" clId="{1655AB83-D9B8-49BA-8B9A-8329C86DD5F5}" dt="2021-08-30T19:46:25.749" v="72"/>
          <ac:spMkLst>
            <pc:docMk/>
            <pc:sldMk cId="3252705144" sldId="301"/>
            <ac:spMk id="2" creationId="{F4981BAD-B245-4AB6-8435-FF5F5FE8EC61}"/>
          </ac:spMkLst>
        </pc:spChg>
      </pc:sldChg>
      <pc:sldChg chg="modSp">
        <pc:chgData name="365 Pro Plus" userId="8a4ede6a-2f8b-4c6e-b52c-08ce3e3b5c4d" providerId="ADAL" clId="{1655AB83-D9B8-49BA-8B9A-8329C86DD5F5}" dt="2021-08-30T19:46:25.749" v="72"/>
        <pc:sldMkLst>
          <pc:docMk/>
          <pc:sldMk cId="3979650411" sldId="303"/>
        </pc:sldMkLst>
        <pc:spChg chg="mod">
          <ac:chgData name="365 Pro Plus" userId="8a4ede6a-2f8b-4c6e-b52c-08ce3e3b5c4d" providerId="ADAL" clId="{1655AB83-D9B8-49BA-8B9A-8329C86DD5F5}" dt="2021-08-30T19:46:25.749" v="72"/>
          <ac:spMkLst>
            <pc:docMk/>
            <pc:sldMk cId="3979650411" sldId="303"/>
            <ac:spMk id="2" creationId="{CF4066FF-DDA7-433F-9C26-9D26C2AE42FB}"/>
          </ac:spMkLst>
        </pc:spChg>
      </pc:sldChg>
      <pc:sldChg chg="modSp">
        <pc:chgData name="365 Pro Plus" userId="8a4ede6a-2f8b-4c6e-b52c-08ce3e3b5c4d" providerId="ADAL" clId="{1655AB83-D9B8-49BA-8B9A-8329C86DD5F5}" dt="2021-08-30T19:46:25.749" v="72"/>
        <pc:sldMkLst>
          <pc:docMk/>
          <pc:sldMk cId="1375970015" sldId="304"/>
        </pc:sldMkLst>
        <pc:spChg chg="mod">
          <ac:chgData name="365 Pro Plus" userId="8a4ede6a-2f8b-4c6e-b52c-08ce3e3b5c4d" providerId="ADAL" clId="{1655AB83-D9B8-49BA-8B9A-8329C86DD5F5}" dt="2021-08-30T19:46:25.749" v="72"/>
          <ac:spMkLst>
            <pc:docMk/>
            <pc:sldMk cId="1375970015" sldId="304"/>
            <ac:spMk id="2" creationId="{D10EFBF9-F23F-4638-A6D5-EA93376542F8}"/>
          </ac:spMkLst>
        </pc:spChg>
      </pc:sldChg>
      <pc:sldChg chg="modSp">
        <pc:chgData name="365 Pro Plus" userId="8a4ede6a-2f8b-4c6e-b52c-08ce3e3b5c4d" providerId="ADAL" clId="{1655AB83-D9B8-49BA-8B9A-8329C86DD5F5}" dt="2021-08-30T19:46:25.749" v="72"/>
        <pc:sldMkLst>
          <pc:docMk/>
          <pc:sldMk cId="435930275" sldId="306"/>
        </pc:sldMkLst>
        <pc:spChg chg="mod">
          <ac:chgData name="365 Pro Plus" userId="8a4ede6a-2f8b-4c6e-b52c-08ce3e3b5c4d" providerId="ADAL" clId="{1655AB83-D9B8-49BA-8B9A-8329C86DD5F5}" dt="2021-08-30T19:46:25.749" v="72"/>
          <ac:spMkLst>
            <pc:docMk/>
            <pc:sldMk cId="435930275" sldId="306"/>
            <ac:spMk id="2" creationId="{187B96BD-52AE-4783-94CA-9598F4CB2CC3}"/>
          </ac:spMkLst>
        </pc:spChg>
        <pc:spChg chg="mod">
          <ac:chgData name="365 Pro Plus" userId="8a4ede6a-2f8b-4c6e-b52c-08ce3e3b5c4d" providerId="ADAL" clId="{1655AB83-D9B8-49BA-8B9A-8329C86DD5F5}" dt="2021-08-30T19:46:25.749" v="72"/>
          <ac:spMkLst>
            <pc:docMk/>
            <pc:sldMk cId="435930275" sldId="306"/>
            <ac:spMk id="3" creationId="{E96D24E0-2F08-4B15-83CA-3AE5A4283382}"/>
          </ac:spMkLst>
        </pc:spChg>
      </pc:sldChg>
      <pc:sldChg chg="modSp mod">
        <pc:chgData name="365 Pro Plus" userId="8a4ede6a-2f8b-4c6e-b52c-08ce3e3b5c4d" providerId="ADAL" clId="{1655AB83-D9B8-49BA-8B9A-8329C86DD5F5}" dt="2021-08-30T19:47:11.168" v="74" actId="20577"/>
        <pc:sldMkLst>
          <pc:docMk/>
          <pc:sldMk cId="1489046375" sldId="307"/>
        </pc:sldMkLst>
        <pc:spChg chg="mod">
          <ac:chgData name="365 Pro Plus" userId="8a4ede6a-2f8b-4c6e-b52c-08ce3e3b5c4d" providerId="ADAL" clId="{1655AB83-D9B8-49BA-8B9A-8329C86DD5F5}" dt="2021-08-30T19:46:25.749" v="72"/>
          <ac:spMkLst>
            <pc:docMk/>
            <pc:sldMk cId="1489046375" sldId="307"/>
            <ac:spMk id="2" creationId="{D8220EB8-91B2-43B4-9D89-C156E604A1E3}"/>
          </ac:spMkLst>
        </pc:spChg>
        <pc:spChg chg="mod">
          <ac:chgData name="365 Pro Plus" userId="8a4ede6a-2f8b-4c6e-b52c-08ce3e3b5c4d" providerId="ADAL" clId="{1655AB83-D9B8-49BA-8B9A-8329C86DD5F5}" dt="2021-08-30T19:47:11.168" v="74" actId="20577"/>
          <ac:spMkLst>
            <pc:docMk/>
            <pc:sldMk cId="1489046375" sldId="307"/>
            <ac:spMk id="3" creationId="{65B468A6-65AC-4458-9266-57D17ECE4944}"/>
          </ac:spMkLst>
        </pc:spChg>
      </pc:sldChg>
      <pc:sldChg chg="modSp">
        <pc:chgData name="365 Pro Plus" userId="8a4ede6a-2f8b-4c6e-b52c-08ce3e3b5c4d" providerId="ADAL" clId="{1655AB83-D9B8-49BA-8B9A-8329C86DD5F5}" dt="2021-08-30T19:46:25.749" v="72"/>
        <pc:sldMkLst>
          <pc:docMk/>
          <pc:sldMk cId="3462184961" sldId="308"/>
        </pc:sldMkLst>
        <pc:spChg chg="mod">
          <ac:chgData name="365 Pro Plus" userId="8a4ede6a-2f8b-4c6e-b52c-08ce3e3b5c4d" providerId="ADAL" clId="{1655AB83-D9B8-49BA-8B9A-8329C86DD5F5}" dt="2021-08-30T19:46:25.749" v="72"/>
          <ac:spMkLst>
            <pc:docMk/>
            <pc:sldMk cId="3462184961" sldId="308"/>
            <ac:spMk id="2" creationId="{F47438C4-FCAE-4E75-9944-84282B486F30}"/>
          </ac:spMkLst>
        </pc:spChg>
        <pc:spChg chg="mod">
          <ac:chgData name="365 Pro Plus" userId="8a4ede6a-2f8b-4c6e-b52c-08ce3e3b5c4d" providerId="ADAL" clId="{1655AB83-D9B8-49BA-8B9A-8329C86DD5F5}" dt="2021-08-30T19:46:25.749" v="72"/>
          <ac:spMkLst>
            <pc:docMk/>
            <pc:sldMk cId="3462184961" sldId="308"/>
            <ac:spMk id="3" creationId="{CD1AA3CB-C7BF-499F-8380-77523CA15287}"/>
          </ac:spMkLst>
        </pc:spChg>
      </pc:sldChg>
    </pc:docChg>
  </pc:docChgLst>
  <pc:docChgLst>
    <pc:chgData name="365 Pro Plus" userId="8a4ede6a-2f8b-4c6e-b52c-08ce3e3b5c4d" providerId="ADAL" clId="{F10BA664-AC72-4658-B3AD-ABCB8841465F}"/>
    <pc:docChg chg="undo redo custSel addSld delSld modSld sldOrd">
      <pc:chgData name="365 Pro Plus" userId="8a4ede6a-2f8b-4c6e-b52c-08ce3e3b5c4d" providerId="ADAL" clId="{F10BA664-AC72-4658-B3AD-ABCB8841465F}" dt="2021-08-31T16:44:02.839" v="11023" actId="20577"/>
      <pc:docMkLst>
        <pc:docMk/>
      </pc:docMkLst>
      <pc:sldChg chg="modSp mod">
        <pc:chgData name="365 Pro Plus" userId="8a4ede6a-2f8b-4c6e-b52c-08ce3e3b5c4d" providerId="ADAL" clId="{F10BA664-AC72-4658-B3AD-ABCB8841465F}" dt="2021-08-30T19:53:31.888" v="15" actId="20577"/>
        <pc:sldMkLst>
          <pc:docMk/>
          <pc:sldMk cId="0" sldId="256"/>
        </pc:sldMkLst>
        <pc:spChg chg="mod">
          <ac:chgData name="365 Pro Plus" userId="8a4ede6a-2f8b-4c6e-b52c-08ce3e3b5c4d" providerId="ADAL" clId="{F10BA664-AC72-4658-B3AD-ABCB8841465F}" dt="2021-08-30T19:53:31.888" v="15" actId="20577"/>
          <ac:spMkLst>
            <pc:docMk/>
            <pc:sldMk cId="0" sldId="256"/>
            <ac:spMk id="54" creationId="{00000000-0000-0000-0000-000000000000}"/>
          </ac:spMkLst>
        </pc:spChg>
      </pc:sldChg>
      <pc:sldChg chg="del">
        <pc:chgData name="365 Pro Plus" userId="8a4ede6a-2f8b-4c6e-b52c-08ce3e3b5c4d" providerId="ADAL" clId="{F10BA664-AC72-4658-B3AD-ABCB8841465F}" dt="2021-08-30T19:52:51.806" v="0" actId="47"/>
        <pc:sldMkLst>
          <pc:docMk/>
          <pc:sldMk cId="366567195" sldId="258"/>
        </pc:sldMkLst>
      </pc:sldChg>
      <pc:sldChg chg="del">
        <pc:chgData name="365 Pro Plus" userId="8a4ede6a-2f8b-4c6e-b52c-08ce3e3b5c4d" providerId="ADAL" clId="{F10BA664-AC72-4658-B3AD-ABCB8841465F}" dt="2021-08-30T19:52:51.806" v="0" actId="47"/>
        <pc:sldMkLst>
          <pc:docMk/>
          <pc:sldMk cId="2845490694" sldId="259"/>
        </pc:sldMkLst>
      </pc:sldChg>
      <pc:sldChg chg="del">
        <pc:chgData name="365 Pro Plus" userId="8a4ede6a-2f8b-4c6e-b52c-08ce3e3b5c4d" providerId="ADAL" clId="{F10BA664-AC72-4658-B3AD-ABCB8841465F}" dt="2021-08-30T19:52:51.806" v="0" actId="47"/>
        <pc:sldMkLst>
          <pc:docMk/>
          <pc:sldMk cId="770192530" sldId="260"/>
        </pc:sldMkLst>
      </pc:sldChg>
      <pc:sldChg chg="del">
        <pc:chgData name="365 Pro Plus" userId="8a4ede6a-2f8b-4c6e-b52c-08ce3e3b5c4d" providerId="ADAL" clId="{F10BA664-AC72-4658-B3AD-ABCB8841465F}" dt="2021-08-30T19:52:51.806" v="0" actId="47"/>
        <pc:sldMkLst>
          <pc:docMk/>
          <pc:sldMk cId="2107329019" sldId="261"/>
        </pc:sldMkLst>
      </pc:sldChg>
      <pc:sldChg chg="del">
        <pc:chgData name="365 Pro Plus" userId="8a4ede6a-2f8b-4c6e-b52c-08ce3e3b5c4d" providerId="ADAL" clId="{F10BA664-AC72-4658-B3AD-ABCB8841465F}" dt="2021-08-30T19:52:51.806" v="0" actId="47"/>
        <pc:sldMkLst>
          <pc:docMk/>
          <pc:sldMk cId="2846169660" sldId="262"/>
        </pc:sldMkLst>
      </pc:sldChg>
      <pc:sldChg chg="del">
        <pc:chgData name="365 Pro Plus" userId="8a4ede6a-2f8b-4c6e-b52c-08ce3e3b5c4d" providerId="ADAL" clId="{F10BA664-AC72-4658-B3AD-ABCB8841465F}" dt="2021-08-30T19:52:51.806" v="0" actId="47"/>
        <pc:sldMkLst>
          <pc:docMk/>
          <pc:sldMk cId="798617843" sldId="263"/>
        </pc:sldMkLst>
      </pc:sldChg>
      <pc:sldChg chg="del">
        <pc:chgData name="365 Pro Plus" userId="8a4ede6a-2f8b-4c6e-b52c-08ce3e3b5c4d" providerId="ADAL" clId="{F10BA664-AC72-4658-B3AD-ABCB8841465F}" dt="2021-08-30T19:52:51.806" v="0" actId="47"/>
        <pc:sldMkLst>
          <pc:docMk/>
          <pc:sldMk cId="4263885970" sldId="264"/>
        </pc:sldMkLst>
      </pc:sldChg>
      <pc:sldChg chg="del">
        <pc:chgData name="365 Pro Plus" userId="8a4ede6a-2f8b-4c6e-b52c-08ce3e3b5c4d" providerId="ADAL" clId="{F10BA664-AC72-4658-B3AD-ABCB8841465F}" dt="2021-08-30T19:52:51.806" v="0" actId="47"/>
        <pc:sldMkLst>
          <pc:docMk/>
          <pc:sldMk cId="3930945791" sldId="266"/>
        </pc:sldMkLst>
      </pc:sldChg>
      <pc:sldChg chg="del">
        <pc:chgData name="365 Pro Plus" userId="8a4ede6a-2f8b-4c6e-b52c-08ce3e3b5c4d" providerId="ADAL" clId="{F10BA664-AC72-4658-B3AD-ABCB8841465F}" dt="2021-08-30T19:52:51.806" v="0" actId="47"/>
        <pc:sldMkLst>
          <pc:docMk/>
          <pc:sldMk cId="780993560" sldId="267"/>
        </pc:sldMkLst>
      </pc:sldChg>
      <pc:sldChg chg="del">
        <pc:chgData name="365 Pro Plus" userId="8a4ede6a-2f8b-4c6e-b52c-08ce3e3b5c4d" providerId="ADAL" clId="{F10BA664-AC72-4658-B3AD-ABCB8841465F}" dt="2021-08-30T19:52:51.806" v="0" actId="47"/>
        <pc:sldMkLst>
          <pc:docMk/>
          <pc:sldMk cId="1554604946" sldId="268"/>
        </pc:sldMkLst>
      </pc:sldChg>
      <pc:sldChg chg="del">
        <pc:chgData name="365 Pro Plus" userId="8a4ede6a-2f8b-4c6e-b52c-08ce3e3b5c4d" providerId="ADAL" clId="{F10BA664-AC72-4658-B3AD-ABCB8841465F}" dt="2021-08-30T19:52:51.806" v="0" actId="47"/>
        <pc:sldMkLst>
          <pc:docMk/>
          <pc:sldMk cId="861382456" sldId="269"/>
        </pc:sldMkLst>
      </pc:sldChg>
      <pc:sldChg chg="del">
        <pc:chgData name="365 Pro Plus" userId="8a4ede6a-2f8b-4c6e-b52c-08ce3e3b5c4d" providerId="ADAL" clId="{F10BA664-AC72-4658-B3AD-ABCB8841465F}" dt="2021-08-30T19:52:51.806" v="0" actId="47"/>
        <pc:sldMkLst>
          <pc:docMk/>
          <pc:sldMk cId="4142278036" sldId="270"/>
        </pc:sldMkLst>
      </pc:sldChg>
      <pc:sldChg chg="del">
        <pc:chgData name="365 Pro Plus" userId="8a4ede6a-2f8b-4c6e-b52c-08ce3e3b5c4d" providerId="ADAL" clId="{F10BA664-AC72-4658-B3AD-ABCB8841465F}" dt="2021-08-30T19:52:51.806" v="0" actId="47"/>
        <pc:sldMkLst>
          <pc:docMk/>
          <pc:sldMk cId="593656598" sldId="271"/>
        </pc:sldMkLst>
      </pc:sldChg>
      <pc:sldChg chg="del">
        <pc:chgData name="365 Pro Plus" userId="8a4ede6a-2f8b-4c6e-b52c-08ce3e3b5c4d" providerId="ADAL" clId="{F10BA664-AC72-4658-B3AD-ABCB8841465F}" dt="2021-08-30T19:52:51.806" v="0" actId="47"/>
        <pc:sldMkLst>
          <pc:docMk/>
          <pc:sldMk cId="316213274" sldId="272"/>
        </pc:sldMkLst>
      </pc:sldChg>
      <pc:sldChg chg="del">
        <pc:chgData name="365 Pro Plus" userId="8a4ede6a-2f8b-4c6e-b52c-08ce3e3b5c4d" providerId="ADAL" clId="{F10BA664-AC72-4658-B3AD-ABCB8841465F}" dt="2021-08-30T19:52:51.806" v="0" actId="47"/>
        <pc:sldMkLst>
          <pc:docMk/>
          <pc:sldMk cId="1147624584" sldId="273"/>
        </pc:sldMkLst>
      </pc:sldChg>
      <pc:sldChg chg="del">
        <pc:chgData name="365 Pro Plus" userId="8a4ede6a-2f8b-4c6e-b52c-08ce3e3b5c4d" providerId="ADAL" clId="{F10BA664-AC72-4658-B3AD-ABCB8841465F}" dt="2021-08-30T19:52:51.806" v="0" actId="47"/>
        <pc:sldMkLst>
          <pc:docMk/>
          <pc:sldMk cId="4280694607" sldId="274"/>
        </pc:sldMkLst>
      </pc:sldChg>
      <pc:sldChg chg="del">
        <pc:chgData name="365 Pro Plus" userId="8a4ede6a-2f8b-4c6e-b52c-08ce3e3b5c4d" providerId="ADAL" clId="{F10BA664-AC72-4658-B3AD-ABCB8841465F}" dt="2021-08-30T19:52:51.806" v="0" actId="47"/>
        <pc:sldMkLst>
          <pc:docMk/>
          <pc:sldMk cId="2395915080" sldId="275"/>
        </pc:sldMkLst>
      </pc:sldChg>
      <pc:sldChg chg="del">
        <pc:chgData name="365 Pro Plus" userId="8a4ede6a-2f8b-4c6e-b52c-08ce3e3b5c4d" providerId="ADAL" clId="{F10BA664-AC72-4658-B3AD-ABCB8841465F}" dt="2021-08-30T19:52:51.806" v="0" actId="47"/>
        <pc:sldMkLst>
          <pc:docMk/>
          <pc:sldMk cId="184522743" sldId="276"/>
        </pc:sldMkLst>
      </pc:sldChg>
      <pc:sldChg chg="del">
        <pc:chgData name="365 Pro Plus" userId="8a4ede6a-2f8b-4c6e-b52c-08ce3e3b5c4d" providerId="ADAL" clId="{F10BA664-AC72-4658-B3AD-ABCB8841465F}" dt="2021-08-30T19:52:51.806" v="0" actId="47"/>
        <pc:sldMkLst>
          <pc:docMk/>
          <pc:sldMk cId="1473790031" sldId="277"/>
        </pc:sldMkLst>
      </pc:sldChg>
      <pc:sldChg chg="del">
        <pc:chgData name="365 Pro Plus" userId="8a4ede6a-2f8b-4c6e-b52c-08ce3e3b5c4d" providerId="ADAL" clId="{F10BA664-AC72-4658-B3AD-ABCB8841465F}" dt="2021-08-30T19:52:51.806" v="0" actId="47"/>
        <pc:sldMkLst>
          <pc:docMk/>
          <pc:sldMk cId="3403308528" sldId="278"/>
        </pc:sldMkLst>
      </pc:sldChg>
      <pc:sldChg chg="del">
        <pc:chgData name="365 Pro Plus" userId="8a4ede6a-2f8b-4c6e-b52c-08ce3e3b5c4d" providerId="ADAL" clId="{F10BA664-AC72-4658-B3AD-ABCB8841465F}" dt="2021-08-30T19:52:51.806" v="0" actId="47"/>
        <pc:sldMkLst>
          <pc:docMk/>
          <pc:sldMk cId="4269271952" sldId="279"/>
        </pc:sldMkLst>
      </pc:sldChg>
      <pc:sldChg chg="del">
        <pc:chgData name="365 Pro Plus" userId="8a4ede6a-2f8b-4c6e-b52c-08ce3e3b5c4d" providerId="ADAL" clId="{F10BA664-AC72-4658-B3AD-ABCB8841465F}" dt="2021-08-30T19:52:51.806" v="0" actId="47"/>
        <pc:sldMkLst>
          <pc:docMk/>
          <pc:sldMk cId="2366653260" sldId="280"/>
        </pc:sldMkLst>
      </pc:sldChg>
      <pc:sldChg chg="del">
        <pc:chgData name="365 Pro Plus" userId="8a4ede6a-2f8b-4c6e-b52c-08ce3e3b5c4d" providerId="ADAL" clId="{F10BA664-AC72-4658-B3AD-ABCB8841465F}" dt="2021-08-30T19:52:51.806" v="0" actId="47"/>
        <pc:sldMkLst>
          <pc:docMk/>
          <pc:sldMk cId="150867754" sldId="281"/>
        </pc:sldMkLst>
      </pc:sldChg>
      <pc:sldChg chg="del">
        <pc:chgData name="365 Pro Plus" userId="8a4ede6a-2f8b-4c6e-b52c-08ce3e3b5c4d" providerId="ADAL" clId="{F10BA664-AC72-4658-B3AD-ABCB8841465F}" dt="2021-08-30T19:52:51.806" v="0" actId="47"/>
        <pc:sldMkLst>
          <pc:docMk/>
          <pc:sldMk cId="1505022179" sldId="282"/>
        </pc:sldMkLst>
      </pc:sldChg>
      <pc:sldChg chg="del">
        <pc:chgData name="365 Pro Plus" userId="8a4ede6a-2f8b-4c6e-b52c-08ce3e3b5c4d" providerId="ADAL" clId="{F10BA664-AC72-4658-B3AD-ABCB8841465F}" dt="2021-08-30T19:52:51.806" v="0" actId="47"/>
        <pc:sldMkLst>
          <pc:docMk/>
          <pc:sldMk cId="556939740" sldId="283"/>
        </pc:sldMkLst>
      </pc:sldChg>
      <pc:sldChg chg="del">
        <pc:chgData name="365 Pro Plus" userId="8a4ede6a-2f8b-4c6e-b52c-08ce3e3b5c4d" providerId="ADAL" clId="{F10BA664-AC72-4658-B3AD-ABCB8841465F}" dt="2021-08-30T19:52:51.806" v="0" actId="47"/>
        <pc:sldMkLst>
          <pc:docMk/>
          <pc:sldMk cId="3405770280" sldId="284"/>
        </pc:sldMkLst>
      </pc:sldChg>
      <pc:sldChg chg="del">
        <pc:chgData name="365 Pro Plus" userId="8a4ede6a-2f8b-4c6e-b52c-08ce3e3b5c4d" providerId="ADAL" clId="{F10BA664-AC72-4658-B3AD-ABCB8841465F}" dt="2021-08-30T19:52:51.806" v="0" actId="47"/>
        <pc:sldMkLst>
          <pc:docMk/>
          <pc:sldMk cId="4057338758" sldId="285"/>
        </pc:sldMkLst>
      </pc:sldChg>
      <pc:sldChg chg="del">
        <pc:chgData name="365 Pro Plus" userId="8a4ede6a-2f8b-4c6e-b52c-08ce3e3b5c4d" providerId="ADAL" clId="{F10BA664-AC72-4658-B3AD-ABCB8841465F}" dt="2021-08-30T19:52:51.806" v="0" actId="47"/>
        <pc:sldMkLst>
          <pc:docMk/>
          <pc:sldMk cId="3596152958" sldId="286"/>
        </pc:sldMkLst>
      </pc:sldChg>
      <pc:sldChg chg="del">
        <pc:chgData name="365 Pro Plus" userId="8a4ede6a-2f8b-4c6e-b52c-08ce3e3b5c4d" providerId="ADAL" clId="{F10BA664-AC72-4658-B3AD-ABCB8841465F}" dt="2021-08-30T19:52:51.806" v="0" actId="47"/>
        <pc:sldMkLst>
          <pc:docMk/>
          <pc:sldMk cId="3403903110" sldId="287"/>
        </pc:sldMkLst>
      </pc:sldChg>
      <pc:sldChg chg="del">
        <pc:chgData name="365 Pro Plus" userId="8a4ede6a-2f8b-4c6e-b52c-08ce3e3b5c4d" providerId="ADAL" clId="{F10BA664-AC72-4658-B3AD-ABCB8841465F}" dt="2021-08-30T19:52:51.806" v="0" actId="47"/>
        <pc:sldMkLst>
          <pc:docMk/>
          <pc:sldMk cId="3066009014" sldId="288"/>
        </pc:sldMkLst>
      </pc:sldChg>
      <pc:sldChg chg="del">
        <pc:chgData name="365 Pro Plus" userId="8a4ede6a-2f8b-4c6e-b52c-08ce3e3b5c4d" providerId="ADAL" clId="{F10BA664-AC72-4658-B3AD-ABCB8841465F}" dt="2021-08-30T19:52:51.806" v="0" actId="47"/>
        <pc:sldMkLst>
          <pc:docMk/>
          <pc:sldMk cId="3368813327" sldId="289"/>
        </pc:sldMkLst>
      </pc:sldChg>
      <pc:sldChg chg="del">
        <pc:chgData name="365 Pro Plus" userId="8a4ede6a-2f8b-4c6e-b52c-08ce3e3b5c4d" providerId="ADAL" clId="{F10BA664-AC72-4658-B3AD-ABCB8841465F}" dt="2021-08-30T19:52:51.806" v="0" actId="47"/>
        <pc:sldMkLst>
          <pc:docMk/>
          <pc:sldMk cId="917644639" sldId="290"/>
        </pc:sldMkLst>
      </pc:sldChg>
      <pc:sldChg chg="del">
        <pc:chgData name="365 Pro Plus" userId="8a4ede6a-2f8b-4c6e-b52c-08ce3e3b5c4d" providerId="ADAL" clId="{F10BA664-AC72-4658-B3AD-ABCB8841465F}" dt="2021-08-30T19:52:51.806" v="0" actId="47"/>
        <pc:sldMkLst>
          <pc:docMk/>
          <pc:sldMk cId="2749597667" sldId="291"/>
        </pc:sldMkLst>
      </pc:sldChg>
      <pc:sldChg chg="del">
        <pc:chgData name="365 Pro Plus" userId="8a4ede6a-2f8b-4c6e-b52c-08ce3e3b5c4d" providerId="ADAL" clId="{F10BA664-AC72-4658-B3AD-ABCB8841465F}" dt="2021-08-30T19:52:51.806" v="0" actId="47"/>
        <pc:sldMkLst>
          <pc:docMk/>
          <pc:sldMk cId="375020052" sldId="292"/>
        </pc:sldMkLst>
      </pc:sldChg>
      <pc:sldChg chg="del">
        <pc:chgData name="365 Pro Plus" userId="8a4ede6a-2f8b-4c6e-b52c-08ce3e3b5c4d" providerId="ADAL" clId="{F10BA664-AC72-4658-B3AD-ABCB8841465F}" dt="2021-08-30T19:52:51.806" v="0" actId="47"/>
        <pc:sldMkLst>
          <pc:docMk/>
          <pc:sldMk cId="1667437508" sldId="293"/>
        </pc:sldMkLst>
      </pc:sldChg>
      <pc:sldChg chg="del">
        <pc:chgData name="365 Pro Plus" userId="8a4ede6a-2f8b-4c6e-b52c-08ce3e3b5c4d" providerId="ADAL" clId="{F10BA664-AC72-4658-B3AD-ABCB8841465F}" dt="2021-08-30T19:52:51.806" v="0" actId="47"/>
        <pc:sldMkLst>
          <pc:docMk/>
          <pc:sldMk cId="1281766320" sldId="295"/>
        </pc:sldMkLst>
      </pc:sldChg>
      <pc:sldChg chg="del">
        <pc:chgData name="365 Pro Plus" userId="8a4ede6a-2f8b-4c6e-b52c-08ce3e3b5c4d" providerId="ADAL" clId="{F10BA664-AC72-4658-B3AD-ABCB8841465F}" dt="2021-08-30T19:52:51.806" v="0" actId="47"/>
        <pc:sldMkLst>
          <pc:docMk/>
          <pc:sldMk cId="633510083" sldId="296"/>
        </pc:sldMkLst>
      </pc:sldChg>
      <pc:sldChg chg="del">
        <pc:chgData name="365 Pro Plus" userId="8a4ede6a-2f8b-4c6e-b52c-08ce3e3b5c4d" providerId="ADAL" clId="{F10BA664-AC72-4658-B3AD-ABCB8841465F}" dt="2021-08-30T19:52:51.806" v="0" actId="47"/>
        <pc:sldMkLst>
          <pc:docMk/>
          <pc:sldMk cId="803723890" sldId="297"/>
        </pc:sldMkLst>
      </pc:sldChg>
      <pc:sldChg chg="del">
        <pc:chgData name="365 Pro Plus" userId="8a4ede6a-2f8b-4c6e-b52c-08ce3e3b5c4d" providerId="ADAL" clId="{F10BA664-AC72-4658-B3AD-ABCB8841465F}" dt="2021-08-30T19:52:51.806" v="0" actId="47"/>
        <pc:sldMkLst>
          <pc:docMk/>
          <pc:sldMk cId="3161385001" sldId="298"/>
        </pc:sldMkLst>
      </pc:sldChg>
      <pc:sldChg chg="del">
        <pc:chgData name="365 Pro Plus" userId="8a4ede6a-2f8b-4c6e-b52c-08ce3e3b5c4d" providerId="ADAL" clId="{F10BA664-AC72-4658-B3AD-ABCB8841465F}" dt="2021-08-30T19:52:51.806" v="0" actId="47"/>
        <pc:sldMkLst>
          <pc:docMk/>
          <pc:sldMk cId="3852431827" sldId="299"/>
        </pc:sldMkLst>
      </pc:sldChg>
      <pc:sldChg chg="del">
        <pc:chgData name="365 Pro Plus" userId="8a4ede6a-2f8b-4c6e-b52c-08ce3e3b5c4d" providerId="ADAL" clId="{F10BA664-AC72-4658-B3AD-ABCB8841465F}" dt="2021-08-30T19:52:51.806" v="0" actId="47"/>
        <pc:sldMkLst>
          <pc:docMk/>
          <pc:sldMk cId="994733644" sldId="300"/>
        </pc:sldMkLst>
      </pc:sldChg>
      <pc:sldChg chg="del">
        <pc:chgData name="365 Pro Plus" userId="8a4ede6a-2f8b-4c6e-b52c-08ce3e3b5c4d" providerId="ADAL" clId="{F10BA664-AC72-4658-B3AD-ABCB8841465F}" dt="2021-08-30T19:52:51.806" v="0" actId="47"/>
        <pc:sldMkLst>
          <pc:docMk/>
          <pc:sldMk cId="3252705144" sldId="301"/>
        </pc:sldMkLst>
      </pc:sldChg>
      <pc:sldChg chg="del">
        <pc:chgData name="365 Pro Plus" userId="8a4ede6a-2f8b-4c6e-b52c-08ce3e3b5c4d" providerId="ADAL" clId="{F10BA664-AC72-4658-B3AD-ABCB8841465F}" dt="2021-08-30T19:52:51.806" v="0" actId="47"/>
        <pc:sldMkLst>
          <pc:docMk/>
          <pc:sldMk cId="590400177" sldId="302"/>
        </pc:sldMkLst>
      </pc:sldChg>
      <pc:sldChg chg="del">
        <pc:chgData name="365 Pro Plus" userId="8a4ede6a-2f8b-4c6e-b52c-08ce3e3b5c4d" providerId="ADAL" clId="{F10BA664-AC72-4658-B3AD-ABCB8841465F}" dt="2021-08-30T19:52:51.806" v="0" actId="47"/>
        <pc:sldMkLst>
          <pc:docMk/>
          <pc:sldMk cId="3979650411" sldId="303"/>
        </pc:sldMkLst>
      </pc:sldChg>
      <pc:sldChg chg="del">
        <pc:chgData name="365 Pro Plus" userId="8a4ede6a-2f8b-4c6e-b52c-08ce3e3b5c4d" providerId="ADAL" clId="{F10BA664-AC72-4658-B3AD-ABCB8841465F}" dt="2021-08-30T19:52:51.806" v="0" actId="47"/>
        <pc:sldMkLst>
          <pc:docMk/>
          <pc:sldMk cId="1375970015" sldId="304"/>
        </pc:sldMkLst>
      </pc:sldChg>
      <pc:sldChg chg="del">
        <pc:chgData name="365 Pro Plus" userId="8a4ede6a-2f8b-4c6e-b52c-08ce3e3b5c4d" providerId="ADAL" clId="{F10BA664-AC72-4658-B3AD-ABCB8841465F}" dt="2021-08-30T19:52:51.806" v="0" actId="47"/>
        <pc:sldMkLst>
          <pc:docMk/>
          <pc:sldMk cId="2946902742" sldId="305"/>
        </pc:sldMkLst>
      </pc:sldChg>
      <pc:sldChg chg="del">
        <pc:chgData name="365 Pro Plus" userId="8a4ede6a-2f8b-4c6e-b52c-08ce3e3b5c4d" providerId="ADAL" clId="{F10BA664-AC72-4658-B3AD-ABCB8841465F}" dt="2021-08-30T19:52:51.806" v="0" actId="47"/>
        <pc:sldMkLst>
          <pc:docMk/>
          <pc:sldMk cId="435930275" sldId="306"/>
        </pc:sldMkLst>
      </pc:sldChg>
      <pc:sldChg chg="modSp new mod">
        <pc:chgData name="365 Pro Plus" userId="8a4ede6a-2f8b-4c6e-b52c-08ce3e3b5c4d" providerId="ADAL" clId="{F10BA664-AC72-4658-B3AD-ABCB8841465F}" dt="2021-08-31T16:38:55.100" v="10479" actId="404"/>
        <pc:sldMkLst>
          <pc:docMk/>
          <pc:sldMk cId="1398075553" sldId="308"/>
        </pc:sldMkLst>
        <pc:spChg chg="mod">
          <ac:chgData name="365 Pro Plus" userId="8a4ede6a-2f8b-4c6e-b52c-08ce3e3b5c4d" providerId="ADAL" clId="{F10BA664-AC72-4658-B3AD-ABCB8841465F}" dt="2021-08-30T19:53:54.695" v="30" actId="20577"/>
          <ac:spMkLst>
            <pc:docMk/>
            <pc:sldMk cId="1398075553" sldId="308"/>
            <ac:spMk id="2" creationId="{B5AA7B2E-B40C-40A2-939A-FB534EA79058}"/>
          </ac:spMkLst>
        </pc:spChg>
        <pc:spChg chg="mod">
          <ac:chgData name="365 Pro Plus" userId="8a4ede6a-2f8b-4c6e-b52c-08ce3e3b5c4d" providerId="ADAL" clId="{F10BA664-AC72-4658-B3AD-ABCB8841465F}" dt="2021-08-31T16:38:55.100" v="10479" actId="404"/>
          <ac:spMkLst>
            <pc:docMk/>
            <pc:sldMk cId="1398075553" sldId="308"/>
            <ac:spMk id="3" creationId="{A9C27826-D8F9-4FD4-BA9B-A3D03DA72B87}"/>
          </ac:spMkLst>
        </pc:spChg>
      </pc:sldChg>
      <pc:sldChg chg="del">
        <pc:chgData name="365 Pro Plus" userId="8a4ede6a-2f8b-4c6e-b52c-08ce3e3b5c4d" providerId="ADAL" clId="{F10BA664-AC72-4658-B3AD-ABCB8841465F}" dt="2021-08-30T19:52:51.806" v="0" actId="47"/>
        <pc:sldMkLst>
          <pc:docMk/>
          <pc:sldMk cId="3462184961" sldId="308"/>
        </pc:sldMkLst>
      </pc:sldChg>
      <pc:sldChg chg="modSp new mod">
        <pc:chgData name="365 Pro Plus" userId="8a4ede6a-2f8b-4c6e-b52c-08ce3e3b5c4d" providerId="ADAL" clId="{F10BA664-AC72-4658-B3AD-ABCB8841465F}" dt="2021-08-31T16:38:59.756" v="10480" actId="404"/>
        <pc:sldMkLst>
          <pc:docMk/>
          <pc:sldMk cId="2831475167" sldId="309"/>
        </pc:sldMkLst>
        <pc:spChg chg="mod">
          <ac:chgData name="365 Pro Plus" userId="8a4ede6a-2f8b-4c6e-b52c-08ce3e3b5c4d" providerId="ADAL" clId="{F10BA664-AC72-4658-B3AD-ABCB8841465F}" dt="2021-08-30T20:27:05.137" v="2620" actId="2711"/>
          <ac:spMkLst>
            <pc:docMk/>
            <pc:sldMk cId="2831475167" sldId="309"/>
            <ac:spMk id="2" creationId="{028E64AE-5EF8-4F18-AFC8-33224F265510}"/>
          </ac:spMkLst>
        </pc:spChg>
        <pc:spChg chg="mod">
          <ac:chgData name="365 Pro Plus" userId="8a4ede6a-2f8b-4c6e-b52c-08ce3e3b5c4d" providerId="ADAL" clId="{F10BA664-AC72-4658-B3AD-ABCB8841465F}" dt="2021-08-31T16:38:59.756" v="10480" actId="404"/>
          <ac:spMkLst>
            <pc:docMk/>
            <pc:sldMk cId="2831475167" sldId="309"/>
            <ac:spMk id="3" creationId="{612161A5-E8FF-40C9-8743-C195316E9224}"/>
          </ac:spMkLst>
        </pc:spChg>
      </pc:sldChg>
      <pc:sldChg chg="modSp new mod">
        <pc:chgData name="365 Pro Plus" userId="8a4ede6a-2f8b-4c6e-b52c-08ce3e3b5c4d" providerId="ADAL" clId="{F10BA664-AC72-4658-B3AD-ABCB8841465F}" dt="2021-08-31T16:39:04.002" v="10482" actId="404"/>
        <pc:sldMkLst>
          <pc:docMk/>
          <pc:sldMk cId="1766615146" sldId="310"/>
        </pc:sldMkLst>
        <pc:spChg chg="mod">
          <ac:chgData name="365 Pro Plus" userId="8a4ede6a-2f8b-4c6e-b52c-08ce3e3b5c4d" providerId="ADAL" clId="{F10BA664-AC72-4658-B3AD-ABCB8841465F}" dt="2021-08-30T20:01:42.006" v="1226" actId="20577"/>
          <ac:spMkLst>
            <pc:docMk/>
            <pc:sldMk cId="1766615146" sldId="310"/>
            <ac:spMk id="2" creationId="{33A92C10-2D35-4C4C-9696-319BDE7EAF6B}"/>
          </ac:spMkLst>
        </pc:spChg>
        <pc:spChg chg="mod">
          <ac:chgData name="365 Pro Plus" userId="8a4ede6a-2f8b-4c6e-b52c-08ce3e3b5c4d" providerId="ADAL" clId="{F10BA664-AC72-4658-B3AD-ABCB8841465F}" dt="2021-08-31T16:39:04.002" v="10482" actId="404"/>
          <ac:spMkLst>
            <pc:docMk/>
            <pc:sldMk cId="1766615146" sldId="310"/>
            <ac:spMk id="3" creationId="{D9A94F66-C21E-4829-9873-DE692B54D3C0}"/>
          </ac:spMkLst>
        </pc:spChg>
      </pc:sldChg>
      <pc:sldChg chg="addSp delSp modSp new mod">
        <pc:chgData name="365 Pro Plus" userId="8a4ede6a-2f8b-4c6e-b52c-08ce3e3b5c4d" providerId="ADAL" clId="{F10BA664-AC72-4658-B3AD-ABCB8841465F}" dt="2021-08-30T20:20:35.843" v="2497" actId="20577"/>
        <pc:sldMkLst>
          <pc:docMk/>
          <pc:sldMk cId="1238599840" sldId="311"/>
        </pc:sldMkLst>
        <pc:spChg chg="mod">
          <ac:chgData name="365 Pro Plus" userId="8a4ede6a-2f8b-4c6e-b52c-08ce3e3b5c4d" providerId="ADAL" clId="{F10BA664-AC72-4658-B3AD-ABCB8841465F}" dt="2021-08-30T20:12:12.736" v="2039" actId="20577"/>
          <ac:spMkLst>
            <pc:docMk/>
            <pc:sldMk cId="1238599840" sldId="311"/>
            <ac:spMk id="2" creationId="{610A914B-A2DA-48D5-9CC8-01A08672E207}"/>
          </ac:spMkLst>
        </pc:spChg>
        <pc:spChg chg="del">
          <ac:chgData name="365 Pro Plus" userId="8a4ede6a-2f8b-4c6e-b52c-08ce3e3b5c4d" providerId="ADAL" clId="{F10BA664-AC72-4658-B3AD-ABCB8841465F}" dt="2021-08-30T20:13:53.892" v="2042" actId="478"/>
          <ac:spMkLst>
            <pc:docMk/>
            <pc:sldMk cId="1238599840" sldId="311"/>
            <ac:spMk id="3" creationId="{31FDBE85-CA8D-433E-BB12-3DE171224C3F}"/>
          </ac:spMkLst>
        </pc:spChg>
        <pc:spChg chg="add del mod">
          <ac:chgData name="365 Pro Plus" userId="8a4ede6a-2f8b-4c6e-b52c-08ce3e3b5c4d" providerId="ADAL" clId="{F10BA664-AC72-4658-B3AD-ABCB8841465F}" dt="2021-08-30T20:13:52.394" v="2041"/>
          <ac:spMkLst>
            <pc:docMk/>
            <pc:sldMk cId="1238599840" sldId="311"/>
            <ac:spMk id="5" creationId="{35BD3603-ACAB-427D-97E1-8331D649E946}"/>
          </ac:spMkLst>
        </pc:spChg>
        <pc:spChg chg="add del mod">
          <ac:chgData name="365 Pro Plus" userId="8a4ede6a-2f8b-4c6e-b52c-08ce3e3b5c4d" providerId="ADAL" clId="{F10BA664-AC72-4658-B3AD-ABCB8841465F}" dt="2021-08-30T20:13:52.394" v="2041"/>
          <ac:spMkLst>
            <pc:docMk/>
            <pc:sldMk cId="1238599840" sldId="311"/>
            <ac:spMk id="6" creationId="{D2103F48-A17E-4DC6-895F-E3303C728EC2}"/>
          </ac:spMkLst>
        </pc:spChg>
        <pc:spChg chg="add del mod">
          <ac:chgData name="365 Pro Plus" userId="8a4ede6a-2f8b-4c6e-b52c-08ce3e3b5c4d" providerId="ADAL" clId="{F10BA664-AC72-4658-B3AD-ABCB8841465F}" dt="2021-08-30T20:13:52.394" v="2041"/>
          <ac:spMkLst>
            <pc:docMk/>
            <pc:sldMk cId="1238599840" sldId="311"/>
            <ac:spMk id="7" creationId="{60DB8098-7723-462F-9C00-6D8405638003}"/>
          </ac:spMkLst>
        </pc:spChg>
        <pc:spChg chg="add del mod">
          <ac:chgData name="365 Pro Plus" userId="8a4ede6a-2f8b-4c6e-b52c-08ce3e3b5c4d" providerId="ADAL" clId="{F10BA664-AC72-4658-B3AD-ABCB8841465F}" dt="2021-08-30T20:13:52.394" v="2041"/>
          <ac:spMkLst>
            <pc:docMk/>
            <pc:sldMk cId="1238599840" sldId="311"/>
            <ac:spMk id="8" creationId="{D0B15E51-400E-4931-A360-E4163358B7DB}"/>
          </ac:spMkLst>
        </pc:spChg>
        <pc:spChg chg="add mod">
          <ac:chgData name="365 Pro Plus" userId="8a4ede6a-2f8b-4c6e-b52c-08ce3e3b5c4d" providerId="ADAL" clId="{F10BA664-AC72-4658-B3AD-ABCB8841465F}" dt="2021-08-30T20:18:48.303" v="2449" actId="1076"/>
          <ac:spMkLst>
            <pc:docMk/>
            <pc:sldMk cId="1238599840" sldId="311"/>
            <ac:spMk id="10" creationId="{9653320A-CCE5-4BC9-9B74-C9291AE8CDD0}"/>
          </ac:spMkLst>
        </pc:spChg>
        <pc:spChg chg="add mod">
          <ac:chgData name="365 Pro Plus" userId="8a4ede6a-2f8b-4c6e-b52c-08ce3e3b5c4d" providerId="ADAL" clId="{F10BA664-AC72-4658-B3AD-ABCB8841465F}" dt="2021-08-30T20:18:48.303" v="2449" actId="1076"/>
          <ac:spMkLst>
            <pc:docMk/>
            <pc:sldMk cId="1238599840" sldId="311"/>
            <ac:spMk id="11" creationId="{7EC87D1B-5D78-4C40-98E9-579015458D8B}"/>
          </ac:spMkLst>
        </pc:spChg>
        <pc:spChg chg="add mod">
          <ac:chgData name="365 Pro Plus" userId="8a4ede6a-2f8b-4c6e-b52c-08ce3e3b5c4d" providerId="ADAL" clId="{F10BA664-AC72-4658-B3AD-ABCB8841465F}" dt="2021-08-30T20:18:48.303" v="2449" actId="1076"/>
          <ac:spMkLst>
            <pc:docMk/>
            <pc:sldMk cId="1238599840" sldId="311"/>
            <ac:spMk id="12" creationId="{5EF82E05-F98B-4280-A8FF-7D7D3D6D5C7B}"/>
          </ac:spMkLst>
        </pc:spChg>
        <pc:spChg chg="add mod">
          <ac:chgData name="365 Pro Plus" userId="8a4ede6a-2f8b-4c6e-b52c-08ce3e3b5c4d" providerId="ADAL" clId="{F10BA664-AC72-4658-B3AD-ABCB8841465F}" dt="2021-08-30T20:18:48.303" v="2449" actId="1076"/>
          <ac:spMkLst>
            <pc:docMk/>
            <pc:sldMk cId="1238599840" sldId="311"/>
            <ac:spMk id="13" creationId="{C3798AAF-42AC-4144-916E-02DBC336EC68}"/>
          </ac:spMkLst>
        </pc:spChg>
        <pc:spChg chg="add mod">
          <ac:chgData name="365 Pro Plus" userId="8a4ede6a-2f8b-4c6e-b52c-08ce3e3b5c4d" providerId="ADAL" clId="{F10BA664-AC72-4658-B3AD-ABCB8841465F}" dt="2021-08-30T20:20:35.843" v="2497" actId="20577"/>
          <ac:spMkLst>
            <pc:docMk/>
            <pc:sldMk cId="1238599840" sldId="311"/>
            <ac:spMk id="15" creationId="{E14E3D46-9C89-43FF-8817-F9C14D77ED06}"/>
          </ac:spMkLst>
        </pc:spChg>
        <pc:picChg chg="add del mod">
          <ac:chgData name="365 Pro Plus" userId="8a4ede6a-2f8b-4c6e-b52c-08ce3e3b5c4d" providerId="ADAL" clId="{F10BA664-AC72-4658-B3AD-ABCB8841465F}" dt="2021-08-30T20:13:52.394" v="2041"/>
          <ac:picMkLst>
            <pc:docMk/>
            <pc:sldMk cId="1238599840" sldId="311"/>
            <ac:picMk id="4" creationId="{BDC6B07C-26EA-4715-A826-DA2E1FFC72D7}"/>
          </ac:picMkLst>
        </pc:picChg>
        <pc:picChg chg="add mod">
          <ac:chgData name="365 Pro Plus" userId="8a4ede6a-2f8b-4c6e-b52c-08ce3e3b5c4d" providerId="ADAL" clId="{F10BA664-AC72-4658-B3AD-ABCB8841465F}" dt="2021-08-30T20:18:48.303" v="2449" actId="1076"/>
          <ac:picMkLst>
            <pc:docMk/>
            <pc:sldMk cId="1238599840" sldId="311"/>
            <ac:picMk id="9" creationId="{465ECA57-2CCA-4647-A94D-049B4E9C60DE}"/>
          </ac:picMkLst>
        </pc:picChg>
        <pc:picChg chg="add mod modCrop">
          <ac:chgData name="365 Pro Plus" userId="8a4ede6a-2f8b-4c6e-b52c-08ce3e3b5c4d" providerId="ADAL" clId="{F10BA664-AC72-4658-B3AD-ABCB8841465F}" dt="2021-08-30T20:18:48.303" v="2449" actId="1076"/>
          <ac:picMkLst>
            <pc:docMk/>
            <pc:sldMk cId="1238599840" sldId="311"/>
            <ac:picMk id="14" creationId="{83F22682-8E24-4BC0-9323-5E50E4EEC8F1}"/>
          </ac:picMkLst>
        </pc:picChg>
      </pc:sldChg>
      <pc:sldChg chg="modSp new mod">
        <pc:chgData name="365 Pro Plus" userId="8a4ede6a-2f8b-4c6e-b52c-08ce3e3b5c4d" providerId="ADAL" clId="{F10BA664-AC72-4658-B3AD-ABCB8841465F}" dt="2021-08-30T20:44:39.010" v="3733" actId="20577"/>
        <pc:sldMkLst>
          <pc:docMk/>
          <pc:sldMk cId="1450044693" sldId="312"/>
        </pc:sldMkLst>
        <pc:spChg chg="mod">
          <ac:chgData name="365 Pro Plus" userId="8a4ede6a-2f8b-4c6e-b52c-08ce3e3b5c4d" providerId="ADAL" clId="{F10BA664-AC72-4658-B3AD-ABCB8841465F}" dt="2021-08-30T20:36:33.315" v="2689" actId="20577"/>
          <ac:spMkLst>
            <pc:docMk/>
            <pc:sldMk cId="1450044693" sldId="312"/>
            <ac:spMk id="2" creationId="{6AB2490F-772C-4919-9625-3ADE01C794E5}"/>
          </ac:spMkLst>
        </pc:spChg>
        <pc:spChg chg="mod">
          <ac:chgData name="365 Pro Plus" userId="8a4ede6a-2f8b-4c6e-b52c-08ce3e3b5c4d" providerId="ADAL" clId="{F10BA664-AC72-4658-B3AD-ABCB8841465F}" dt="2021-08-30T20:44:39.010" v="3733" actId="20577"/>
          <ac:spMkLst>
            <pc:docMk/>
            <pc:sldMk cId="1450044693" sldId="312"/>
            <ac:spMk id="3" creationId="{9E54FB59-ED67-4265-A36C-58A79304CCDB}"/>
          </ac:spMkLst>
        </pc:spChg>
      </pc:sldChg>
      <pc:sldChg chg="addSp delSp modSp new mod modClrScheme chgLayout">
        <pc:chgData name="365 Pro Plus" userId="8a4ede6a-2f8b-4c6e-b52c-08ce3e3b5c4d" providerId="ADAL" clId="{F10BA664-AC72-4658-B3AD-ABCB8841465F}" dt="2021-08-30T20:46:35.770" v="3911" actId="20577"/>
        <pc:sldMkLst>
          <pc:docMk/>
          <pc:sldMk cId="2538836170" sldId="313"/>
        </pc:sldMkLst>
        <pc:spChg chg="del">
          <ac:chgData name="365 Pro Plus" userId="8a4ede6a-2f8b-4c6e-b52c-08ce3e3b5c4d" providerId="ADAL" clId="{F10BA664-AC72-4658-B3AD-ABCB8841465F}" dt="2021-08-30T20:27:55.660" v="2625" actId="700"/>
          <ac:spMkLst>
            <pc:docMk/>
            <pc:sldMk cId="2538836170" sldId="313"/>
            <ac:spMk id="2" creationId="{E89EDB2B-F385-4CA7-8324-5C075BC2C0B6}"/>
          </ac:spMkLst>
        </pc:spChg>
        <pc:spChg chg="del">
          <ac:chgData name="365 Pro Plus" userId="8a4ede6a-2f8b-4c6e-b52c-08ce3e3b5c4d" providerId="ADAL" clId="{F10BA664-AC72-4658-B3AD-ABCB8841465F}" dt="2021-08-30T20:27:55.660" v="2625" actId="700"/>
          <ac:spMkLst>
            <pc:docMk/>
            <pc:sldMk cId="2538836170" sldId="313"/>
            <ac:spMk id="3" creationId="{9EFDFCB3-FA7D-4712-8447-E97CAAFA1E34}"/>
          </ac:spMkLst>
        </pc:spChg>
        <pc:spChg chg="add mod ord">
          <ac:chgData name="365 Pro Plus" userId="8a4ede6a-2f8b-4c6e-b52c-08ce3e3b5c4d" providerId="ADAL" clId="{F10BA664-AC72-4658-B3AD-ABCB8841465F}" dt="2021-08-30T20:46:35.770" v="3911" actId="20577"/>
          <ac:spMkLst>
            <pc:docMk/>
            <pc:sldMk cId="2538836170" sldId="313"/>
            <ac:spMk id="7" creationId="{A111C380-33A0-4076-B41F-897218B6CAA6}"/>
          </ac:spMkLst>
        </pc:spChg>
        <pc:picChg chg="add del mod">
          <ac:chgData name="365 Pro Plus" userId="8a4ede6a-2f8b-4c6e-b52c-08ce3e3b5c4d" providerId="ADAL" clId="{F10BA664-AC72-4658-B3AD-ABCB8841465F}" dt="2021-08-30T20:31:30.559" v="2633" actId="478"/>
          <ac:picMkLst>
            <pc:docMk/>
            <pc:sldMk cId="2538836170" sldId="313"/>
            <ac:picMk id="4" creationId="{C438C242-F08A-4A30-A7B4-ED7890E02727}"/>
          </ac:picMkLst>
        </pc:picChg>
        <pc:picChg chg="add mod">
          <ac:chgData name="365 Pro Plus" userId="8a4ede6a-2f8b-4c6e-b52c-08ce3e3b5c4d" providerId="ADAL" clId="{F10BA664-AC72-4658-B3AD-ABCB8841465F}" dt="2021-08-30T20:35:57.622" v="2678" actId="1076"/>
          <ac:picMkLst>
            <pc:docMk/>
            <pc:sldMk cId="2538836170" sldId="313"/>
            <ac:picMk id="6" creationId="{C0731D35-B89A-4D85-8117-1A7EAB1C02FC}"/>
          </ac:picMkLst>
        </pc:picChg>
        <pc:picChg chg="add del mod">
          <ac:chgData name="365 Pro Plus" userId="8a4ede6a-2f8b-4c6e-b52c-08ce3e3b5c4d" providerId="ADAL" clId="{F10BA664-AC72-4658-B3AD-ABCB8841465F}" dt="2021-08-30T20:31:30.559" v="2633" actId="478"/>
          <ac:picMkLst>
            <pc:docMk/>
            <pc:sldMk cId="2538836170" sldId="313"/>
            <ac:picMk id="1026" creationId="{7E97BC65-4C4D-44C3-8ECB-CDBF972FDEB4}"/>
          </ac:picMkLst>
        </pc:picChg>
        <pc:picChg chg="add del mod">
          <ac:chgData name="365 Pro Plus" userId="8a4ede6a-2f8b-4c6e-b52c-08ce3e3b5c4d" providerId="ADAL" clId="{F10BA664-AC72-4658-B3AD-ABCB8841465F}" dt="2021-08-30T20:31:30.559" v="2633" actId="478"/>
          <ac:picMkLst>
            <pc:docMk/>
            <pc:sldMk cId="2538836170" sldId="313"/>
            <ac:picMk id="1028" creationId="{A62F3020-91BC-4182-90D3-7F7EEFBB9640}"/>
          </ac:picMkLst>
        </pc:picChg>
        <pc:picChg chg="add del">
          <ac:chgData name="365 Pro Plus" userId="8a4ede6a-2f8b-4c6e-b52c-08ce3e3b5c4d" providerId="ADAL" clId="{F10BA664-AC72-4658-B3AD-ABCB8841465F}" dt="2021-08-30T20:31:41.944" v="2635"/>
          <ac:picMkLst>
            <pc:docMk/>
            <pc:sldMk cId="2538836170" sldId="313"/>
            <ac:picMk id="1030" creationId="{844B8AA9-E953-49E0-8937-FAA68EF04ECA}"/>
          </ac:picMkLst>
        </pc:picChg>
      </pc:sldChg>
      <pc:sldChg chg="modSp add mod">
        <pc:chgData name="365 Pro Plus" userId="8a4ede6a-2f8b-4c6e-b52c-08ce3e3b5c4d" providerId="ADAL" clId="{F10BA664-AC72-4658-B3AD-ABCB8841465F}" dt="2021-08-30T20:46:14.145" v="3889" actId="5793"/>
        <pc:sldMkLst>
          <pc:docMk/>
          <pc:sldMk cId="3010768399" sldId="314"/>
        </pc:sldMkLst>
        <pc:spChg chg="mod">
          <ac:chgData name="365 Pro Plus" userId="8a4ede6a-2f8b-4c6e-b52c-08ce3e3b5c4d" providerId="ADAL" clId="{F10BA664-AC72-4658-B3AD-ABCB8841465F}" dt="2021-08-30T20:39:42.386" v="3098" actId="20577"/>
          <ac:spMkLst>
            <pc:docMk/>
            <pc:sldMk cId="3010768399" sldId="314"/>
            <ac:spMk id="2" creationId="{6AB2490F-772C-4919-9625-3ADE01C794E5}"/>
          </ac:spMkLst>
        </pc:spChg>
        <pc:spChg chg="mod">
          <ac:chgData name="365 Pro Plus" userId="8a4ede6a-2f8b-4c6e-b52c-08ce3e3b5c4d" providerId="ADAL" clId="{F10BA664-AC72-4658-B3AD-ABCB8841465F}" dt="2021-08-30T20:46:14.145" v="3889" actId="5793"/>
          <ac:spMkLst>
            <pc:docMk/>
            <pc:sldMk cId="3010768399" sldId="314"/>
            <ac:spMk id="3" creationId="{9E54FB59-ED67-4265-A36C-58A79304CCDB}"/>
          </ac:spMkLst>
        </pc:spChg>
      </pc:sldChg>
      <pc:sldChg chg="modSp new mod">
        <pc:chgData name="365 Pro Plus" userId="8a4ede6a-2f8b-4c6e-b52c-08ce3e3b5c4d" providerId="ADAL" clId="{F10BA664-AC72-4658-B3AD-ABCB8841465F}" dt="2021-08-30T21:26:18.601" v="4790" actId="20577"/>
        <pc:sldMkLst>
          <pc:docMk/>
          <pc:sldMk cId="3253262058" sldId="315"/>
        </pc:sldMkLst>
        <pc:spChg chg="mod">
          <ac:chgData name="365 Pro Plus" userId="8a4ede6a-2f8b-4c6e-b52c-08ce3e3b5c4d" providerId="ADAL" clId="{F10BA664-AC72-4658-B3AD-ABCB8841465F}" dt="2021-08-30T21:26:18.601" v="4790" actId="20577"/>
          <ac:spMkLst>
            <pc:docMk/>
            <pc:sldMk cId="3253262058" sldId="315"/>
            <ac:spMk id="2" creationId="{AFE9BF35-41D3-4DF8-AC8D-F948D5BC9D80}"/>
          </ac:spMkLst>
        </pc:spChg>
        <pc:spChg chg="mod">
          <ac:chgData name="365 Pro Plus" userId="8a4ede6a-2f8b-4c6e-b52c-08ce3e3b5c4d" providerId="ADAL" clId="{F10BA664-AC72-4658-B3AD-ABCB8841465F}" dt="2021-08-30T20:54:15.882" v="4090" actId="404"/>
          <ac:spMkLst>
            <pc:docMk/>
            <pc:sldMk cId="3253262058" sldId="315"/>
            <ac:spMk id="3" creationId="{39EB9500-7AAF-4015-B0B7-F898218682F7}"/>
          </ac:spMkLst>
        </pc:spChg>
      </pc:sldChg>
      <pc:sldChg chg="addSp delSp modSp add mod">
        <pc:chgData name="365 Pro Plus" userId="8a4ede6a-2f8b-4c6e-b52c-08ce3e3b5c4d" providerId="ADAL" clId="{F10BA664-AC72-4658-B3AD-ABCB8841465F}" dt="2021-08-30T21:26:50.917" v="4802" actId="20577"/>
        <pc:sldMkLst>
          <pc:docMk/>
          <pc:sldMk cId="685339852" sldId="316"/>
        </pc:sldMkLst>
        <pc:spChg chg="mod">
          <ac:chgData name="365 Pro Plus" userId="8a4ede6a-2f8b-4c6e-b52c-08ce3e3b5c4d" providerId="ADAL" clId="{F10BA664-AC72-4658-B3AD-ABCB8841465F}" dt="2021-08-30T21:26:50.917" v="4802" actId="20577"/>
          <ac:spMkLst>
            <pc:docMk/>
            <pc:sldMk cId="685339852" sldId="316"/>
            <ac:spMk id="2" creationId="{AFE9BF35-41D3-4DF8-AC8D-F948D5BC9D80}"/>
          </ac:spMkLst>
        </pc:spChg>
        <pc:spChg chg="del">
          <ac:chgData name="365 Pro Plus" userId="8a4ede6a-2f8b-4c6e-b52c-08ce3e3b5c4d" providerId="ADAL" clId="{F10BA664-AC72-4658-B3AD-ABCB8841465F}" dt="2021-08-30T20:50:18.022" v="3994" actId="478"/>
          <ac:spMkLst>
            <pc:docMk/>
            <pc:sldMk cId="685339852" sldId="316"/>
            <ac:spMk id="3" creationId="{39EB9500-7AAF-4015-B0B7-F898218682F7}"/>
          </ac:spMkLst>
        </pc:spChg>
        <pc:spChg chg="add del mod">
          <ac:chgData name="365 Pro Plus" userId="8a4ede6a-2f8b-4c6e-b52c-08ce3e3b5c4d" providerId="ADAL" clId="{F10BA664-AC72-4658-B3AD-ABCB8841465F}" dt="2021-08-30T20:50:19.480" v="3995" actId="22"/>
          <ac:spMkLst>
            <pc:docMk/>
            <pc:sldMk cId="685339852" sldId="316"/>
            <ac:spMk id="5" creationId="{0B62397C-372D-48A1-B8DF-CC1974B59EBA}"/>
          </ac:spMkLst>
        </pc:spChg>
        <pc:spChg chg="add mod">
          <ac:chgData name="365 Pro Plus" userId="8a4ede6a-2f8b-4c6e-b52c-08ce3e3b5c4d" providerId="ADAL" clId="{F10BA664-AC72-4658-B3AD-ABCB8841465F}" dt="2021-08-30T20:53:47.224" v="4088" actId="255"/>
          <ac:spMkLst>
            <pc:docMk/>
            <pc:sldMk cId="685339852" sldId="316"/>
            <ac:spMk id="12" creationId="{B2599B3C-A6E5-4D55-A9EA-0E9A0EC8D786}"/>
          </ac:spMkLst>
        </pc:spChg>
        <pc:picChg chg="add mod ord">
          <ac:chgData name="365 Pro Plus" userId="8a4ede6a-2f8b-4c6e-b52c-08ce3e3b5c4d" providerId="ADAL" clId="{F10BA664-AC72-4658-B3AD-ABCB8841465F}" dt="2021-08-30T20:53:06.221" v="4065" actId="1076"/>
          <ac:picMkLst>
            <pc:docMk/>
            <pc:sldMk cId="685339852" sldId="316"/>
            <ac:picMk id="7" creationId="{A57506D6-4C2C-41D2-8DB2-4E380D77C41D}"/>
          </ac:picMkLst>
        </pc:picChg>
        <pc:picChg chg="add mod">
          <ac:chgData name="365 Pro Plus" userId="8a4ede6a-2f8b-4c6e-b52c-08ce3e3b5c4d" providerId="ADAL" clId="{F10BA664-AC72-4658-B3AD-ABCB8841465F}" dt="2021-08-30T20:52:17.481" v="4017" actId="1076"/>
          <ac:picMkLst>
            <pc:docMk/>
            <pc:sldMk cId="685339852" sldId="316"/>
            <ac:picMk id="9" creationId="{B0980FDA-4CB1-4A92-AC42-F4205DC823E7}"/>
          </ac:picMkLst>
        </pc:picChg>
        <pc:picChg chg="add del mod">
          <ac:chgData name="365 Pro Plus" userId="8a4ede6a-2f8b-4c6e-b52c-08ce3e3b5c4d" providerId="ADAL" clId="{F10BA664-AC72-4658-B3AD-ABCB8841465F}" dt="2021-08-30T20:52:14.765" v="4016" actId="1076"/>
          <ac:picMkLst>
            <pc:docMk/>
            <pc:sldMk cId="685339852" sldId="316"/>
            <ac:picMk id="11" creationId="{609B0FFB-65AB-44A3-8880-2783219ED431}"/>
          </ac:picMkLst>
        </pc:picChg>
      </pc:sldChg>
      <pc:sldChg chg="new del">
        <pc:chgData name="365 Pro Plus" userId="8a4ede6a-2f8b-4c6e-b52c-08ce3e3b5c4d" providerId="ADAL" clId="{F10BA664-AC72-4658-B3AD-ABCB8841465F}" dt="2021-08-30T20:49:33.693" v="3992" actId="680"/>
        <pc:sldMkLst>
          <pc:docMk/>
          <pc:sldMk cId="1658330029" sldId="316"/>
        </pc:sldMkLst>
      </pc:sldChg>
      <pc:sldChg chg="modSp add mod ord">
        <pc:chgData name="365 Pro Plus" userId="8a4ede6a-2f8b-4c6e-b52c-08ce3e3b5c4d" providerId="ADAL" clId="{F10BA664-AC72-4658-B3AD-ABCB8841465F}" dt="2021-08-30T22:07:55.400" v="5839" actId="20577"/>
        <pc:sldMkLst>
          <pc:docMk/>
          <pc:sldMk cId="2352969552" sldId="317"/>
        </pc:sldMkLst>
        <pc:spChg chg="mod">
          <ac:chgData name="365 Pro Plus" userId="8a4ede6a-2f8b-4c6e-b52c-08ce3e3b5c4d" providerId="ADAL" clId="{F10BA664-AC72-4658-B3AD-ABCB8841465F}" dt="2021-08-30T21:26:30.304" v="4792" actId="20577"/>
          <ac:spMkLst>
            <pc:docMk/>
            <pc:sldMk cId="2352969552" sldId="317"/>
            <ac:spMk id="2" creationId="{AFE9BF35-41D3-4DF8-AC8D-F948D5BC9D80}"/>
          </ac:spMkLst>
        </pc:spChg>
        <pc:spChg chg="mod">
          <ac:chgData name="365 Pro Plus" userId="8a4ede6a-2f8b-4c6e-b52c-08ce3e3b5c4d" providerId="ADAL" clId="{F10BA664-AC72-4658-B3AD-ABCB8841465F}" dt="2021-08-30T22:07:55.400" v="5839" actId="20577"/>
          <ac:spMkLst>
            <pc:docMk/>
            <pc:sldMk cId="2352969552" sldId="317"/>
            <ac:spMk id="3" creationId="{39EB9500-7AAF-4015-B0B7-F898218682F7}"/>
          </ac:spMkLst>
        </pc:spChg>
      </pc:sldChg>
      <pc:sldChg chg="addSp modSp add mod">
        <pc:chgData name="365 Pro Plus" userId="8a4ede6a-2f8b-4c6e-b52c-08ce3e3b5c4d" providerId="ADAL" clId="{F10BA664-AC72-4658-B3AD-ABCB8841465F}" dt="2021-08-30T21:43:14.905" v="4816" actId="20577"/>
        <pc:sldMkLst>
          <pc:docMk/>
          <pc:sldMk cId="3347402643" sldId="318"/>
        </pc:sldMkLst>
        <pc:spChg chg="mod">
          <ac:chgData name="365 Pro Plus" userId="8a4ede6a-2f8b-4c6e-b52c-08ce3e3b5c4d" providerId="ADAL" clId="{F10BA664-AC72-4658-B3AD-ABCB8841465F}" dt="2021-08-30T21:26:43.025" v="4800" actId="20577"/>
          <ac:spMkLst>
            <pc:docMk/>
            <pc:sldMk cId="3347402643" sldId="318"/>
            <ac:spMk id="2" creationId="{AFE9BF35-41D3-4DF8-AC8D-F948D5BC9D80}"/>
          </ac:spMkLst>
        </pc:spChg>
        <pc:spChg chg="mod">
          <ac:chgData name="365 Pro Plus" userId="8a4ede6a-2f8b-4c6e-b52c-08ce3e3b5c4d" providerId="ADAL" clId="{F10BA664-AC72-4658-B3AD-ABCB8841465F}" dt="2021-08-30T21:09:29.224" v="4339" actId="1036"/>
          <ac:spMkLst>
            <pc:docMk/>
            <pc:sldMk cId="3347402643" sldId="318"/>
            <ac:spMk id="3" creationId="{39EB9500-7AAF-4015-B0B7-F898218682F7}"/>
          </ac:spMkLst>
        </pc:spChg>
        <pc:spChg chg="add mod">
          <ac:chgData name="365 Pro Plus" userId="8a4ede6a-2f8b-4c6e-b52c-08ce3e3b5c4d" providerId="ADAL" clId="{F10BA664-AC72-4658-B3AD-ABCB8841465F}" dt="2021-08-30T21:09:29.224" v="4339" actId="1036"/>
          <ac:spMkLst>
            <pc:docMk/>
            <pc:sldMk cId="3347402643" sldId="318"/>
            <ac:spMk id="11" creationId="{11051845-D122-460A-860D-6E8FB5A83D34}"/>
          </ac:spMkLst>
        </pc:spChg>
        <pc:spChg chg="add mod">
          <ac:chgData name="365 Pro Plus" userId="8a4ede6a-2f8b-4c6e-b52c-08ce3e3b5c4d" providerId="ADAL" clId="{F10BA664-AC72-4658-B3AD-ABCB8841465F}" dt="2021-08-30T21:43:14.905" v="4816" actId="20577"/>
          <ac:spMkLst>
            <pc:docMk/>
            <pc:sldMk cId="3347402643" sldId="318"/>
            <ac:spMk id="13" creationId="{04F2B9C7-D19F-4422-903D-778875E9AF99}"/>
          </ac:spMkLst>
        </pc:spChg>
        <pc:spChg chg="add mod">
          <ac:chgData name="365 Pro Plus" userId="8a4ede6a-2f8b-4c6e-b52c-08ce3e3b5c4d" providerId="ADAL" clId="{F10BA664-AC72-4658-B3AD-ABCB8841465F}" dt="2021-08-30T21:09:29.224" v="4339" actId="1036"/>
          <ac:spMkLst>
            <pc:docMk/>
            <pc:sldMk cId="3347402643" sldId="318"/>
            <ac:spMk id="16" creationId="{656A6209-4933-4625-ADB1-F4901D860CB8}"/>
          </ac:spMkLst>
        </pc:spChg>
        <pc:cxnChg chg="add mod">
          <ac:chgData name="365 Pro Plus" userId="8a4ede6a-2f8b-4c6e-b52c-08ce3e3b5c4d" providerId="ADAL" clId="{F10BA664-AC72-4658-B3AD-ABCB8841465F}" dt="2021-08-30T21:09:29.224" v="4339" actId="1036"/>
          <ac:cxnSpMkLst>
            <pc:docMk/>
            <pc:sldMk cId="3347402643" sldId="318"/>
            <ac:cxnSpMk id="5" creationId="{4F2AFA84-3853-4A4F-A147-56A37BE7176E}"/>
          </ac:cxnSpMkLst>
        </pc:cxnChg>
        <pc:cxnChg chg="add mod">
          <ac:chgData name="365 Pro Plus" userId="8a4ede6a-2f8b-4c6e-b52c-08ce3e3b5c4d" providerId="ADAL" clId="{F10BA664-AC72-4658-B3AD-ABCB8841465F}" dt="2021-08-30T21:09:29.224" v="4339" actId="1036"/>
          <ac:cxnSpMkLst>
            <pc:docMk/>
            <pc:sldMk cId="3347402643" sldId="318"/>
            <ac:cxnSpMk id="6" creationId="{AAF31218-21CD-4BDC-84CD-10225752B054}"/>
          </ac:cxnSpMkLst>
        </pc:cxnChg>
      </pc:sldChg>
      <pc:sldChg chg="addSp delSp modSp new mod modClrScheme chgLayout">
        <pc:chgData name="365 Pro Plus" userId="8a4ede6a-2f8b-4c6e-b52c-08ce3e3b5c4d" providerId="ADAL" clId="{F10BA664-AC72-4658-B3AD-ABCB8841465F}" dt="2021-08-31T16:28:00.092" v="9570" actId="1076"/>
        <pc:sldMkLst>
          <pc:docMk/>
          <pc:sldMk cId="957004168" sldId="319"/>
        </pc:sldMkLst>
        <pc:spChg chg="mod">
          <ac:chgData name="365 Pro Plus" userId="8a4ede6a-2f8b-4c6e-b52c-08ce3e3b5c4d" providerId="ADAL" clId="{F10BA664-AC72-4658-B3AD-ABCB8841465F}" dt="2021-08-31T16:27:45.328" v="9564" actId="26606"/>
          <ac:spMkLst>
            <pc:docMk/>
            <pc:sldMk cId="957004168" sldId="319"/>
            <ac:spMk id="2" creationId="{FD76DFD8-B864-4D51-84BE-3C5239B31462}"/>
          </ac:spMkLst>
        </pc:spChg>
        <pc:spChg chg="mod ord">
          <ac:chgData name="365 Pro Plus" userId="8a4ede6a-2f8b-4c6e-b52c-08ce3e3b5c4d" providerId="ADAL" clId="{F10BA664-AC72-4658-B3AD-ABCB8841465F}" dt="2021-08-31T16:27:48.818" v="9566" actId="27636"/>
          <ac:spMkLst>
            <pc:docMk/>
            <pc:sldMk cId="957004168" sldId="319"/>
            <ac:spMk id="3" creationId="{E4C31EC9-0CDA-4905-BCCA-9C2023AD6BA7}"/>
          </ac:spMkLst>
        </pc:spChg>
        <pc:picChg chg="add del mod modCrop">
          <ac:chgData name="365 Pro Plus" userId="8a4ede6a-2f8b-4c6e-b52c-08ce3e3b5c4d" providerId="ADAL" clId="{F10BA664-AC72-4658-B3AD-ABCB8841465F}" dt="2021-08-31T16:27:24.547" v="9559" actId="478"/>
          <ac:picMkLst>
            <pc:docMk/>
            <pc:sldMk cId="957004168" sldId="319"/>
            <ac:picMk id="4" creationId="{F305997B-7697-4A3E-9B00-5BEB36390EE4}"/>
          </ac:picMkLst>
        </pc:picChg>
        <pc:picChg chg="add mod">
          <ac:chgData name="365 Pro Plus" userId="8a4ede6a-2f8b-4c6e-b52c-08ce3e3b5c4d" providerId="ADAL" clId="{F10BA664-AC72-4658-B3AD-ABCB8841465F}" dt="2021-08-31T16:28:00.092" v="9570" actId="1076"/>
          <ac:picMkLst>
            <pc:docMk/>
            <pc:sldMk cId="957004168" sldId="319"/>
            <ac:picMk id="5" creationId="{23DD360B-DC78-4BCC-B72B-C1AE1C39669F}"/>
          </ac:picMkLst>
        </pc:picChg>
      </pc:sldChg>
      <pc:sldChg chg="addSp delSp modSp add mod ord">
        <pc:chgData name="365 Pro Plus" userId="8a4ede6a-2f8b-4c6e-b52c-08ce3e3b5c4d" providerId="ADAL" clId="{F10BA664-AC72-4658-B3AD-ABCB8841465F}" dt="2021-08-30T22:07:02.284" v="5728" actId="404"/>
        <pc:sldMkLst>
          <pc:docMk/>
          <pc:sldMk cId="1831459223" sldId="320"/>
        </pc:sldMkLst>
        <pc:spChg chg="mod">
          <ac:chgData name="365 Pro Plus" userId="8a4ede6a-2f8b-4c6e-b52c-08ce3e3b5c4d" providerId="ADAL" clId="{F10BA664-AC72-4658-B3AD-ABCB8841465F}" dt="2021-08-30T21:49:21.111" v="4842" actId="20577"/>
          <ac:spMkLst>
            <pc:docMk/>
            <pc:sldMk cId="1831459223" sldId="320"/>
            <ac:spMk id="2" creationId="{AFE9BF35-41D3-4DF8-AC8D-F948D5BC9D80}"/>
          </ac:spMkLst>
        </pc:spChg>
        <pc:spChg chg="mod">
          <ac:chgData name="365 Pro Plus" userId="8a4ede6a-2f8b-4c6e-b52c-08ce3e3b5c4d" providerId="ADAL" clId="{F10BA664-AC72-4658-B3AD-ABCB8841465F}" dt="2021-08-30T22:07:02.284" v="5728" actId="404"/>
          <ac:spMkLst>
            <pc:docMk/>
            <pc:sldMk cId="1831459223" sldId="320"/>
            <ac:spMk id="3" creationId="{39EB9500-7AAF-4015-B0B7-F898218682F7}"/>
          </ac:spMkLst>
        </pc:spChg>
        <pc:picChg chg="add del mod">
          <ac:chgData name="365 Pro Plus" userId="8a4ede6a-2f8b-4c6e-b52c-08ce3e3b5c4d" providerId="ADAL" clId="{F10BA664-AC72-4658-B3AD-ABCB8841465F}" dt="2021-08-30T21:51:55.559" v="5128" actId="21"/>
          <ac:picMkLst>
            <pc:docMk/>
            <pc:sldMk cId="1831459223" sldId="320"/>
            <ac:picMk id="4" creationId="{4321FC9E-4D2C-46BD-B92D-9CDF944A67F4}"/>
          </ac:picMkLst>
        </pc:picChg>
        <pc:picChg chg="add del mod">
          <ac:chgData name="365 Pro Plus" userId="8a4ede6a-2f8b-4c6e-b52c-08ce3e3b5c4d" providerId="ADAL" clId="{F10BA664-AC72-4658-B3AD-ABCB8841465F}" dt="2021-08-30T21:51:55.559" v="5128" actId="21"/>
          <ac:picMkLst>
            <pc:docMk/>
            <pc:sldMk cId="1831459223" sldId="320"/>
            <ac:picMk id="5" creationId="{B2687281-C3E5-4EEB-B7A9-DBB0BA38970A}"/>
          </ac:picMkLst>
        </pc:picChg>
        <pc:picChg chg="add del mod">
          <ac:chgData name="365 Pro Plus" userId="8a4ede6a-2f8b-4c6e-b52c-08ce3e3b5c4d" providerId="ADAL" clId="{F10BA664-AC72-4658-B3AD-ABCB8841465F}" dt="2021-08-30T21:55:22.788" v="5402"/>
          <ac:picMkLst>
            <pc:docMk/>
            <pc:sldMk cId="1831459223" sldId="320"/>
            <ac:picMk id="6" creationId="{BC1250CE-218F-4FE7-B39C-B211DE0232B1}"/>
          </ac:picMkLst>
        </pc:picChg>
        <pc:picChg chg="add del mod">
          <ac:chgData name="365 Pro Plus" userId="8a4ede6a-2f8b-4c6e-b52c-08ce3e3b5c4d" providerId="ADAL" clId="{F10BA664-AC72-4658-B3AD-ABCB8841465F}" dt="2021-08-30T21:55:22.788" v="5402"/>
          <ac:picMkLst>
            <pc:docMk/>
            <pc:sldMk cId="1831459223" sldId="320"/>
            <ac:picMk id="7" creationId="{C4944E89-17F0-428F-B40D-FDAB77D8E79A}"/>
          </ac:picMkLst>
        </pc:picChg>
      </pc:sldChg>
      <pc:sldChg chg="addSp delSp modSp add del mod">
        <pc:chgData name="365 Pro Plus" userId="8a4ede6a-2f8b-4c6e-b52c-08ce3e3b5c4d" providerId="ADAL" clId="{F10BA664-AC72-4658-B3AD-ABCB8841465F}" dt="2021-08-30T21:48:29.975" v="4818" actId="47"/>
        <pc:sldMkLst>
          <pc:docMk/>
          <pc:sldMk cId="2361993535" sldId="320"/>
        </pc:sldMkLst>
        <pc:spChg chg="del">
          <ac:chgData name="365 Pro Plus" userId="8a4ede6a-2f8b-4c6e-b52c-08ce3e3b5c4d" providerId="ADAL" clId="{F10BA664-AC72-4658-B3AD-ABCB8841465F}" dt="2021-08-30T21:32:15.813" v="4808" actId="478"/>
          <ac:spMkLst>
            <pc:docMk/>
            <pc:sldMk cId="2361993535" sldId="320"/>
            <ac:spMk id="3" creationId="{39EB9500-7AAF-4015-B0B7-F898218682F7}"/>
          </ac:spMkLst>
        </pc:spChg>
        <pc:spChg chg="add del mod">
          <ac:chgData name="365 Pro Plus" userId="8a4ede6a-2f8b-4c6e-b52c-08ce3e3b5c4d" providerId="ADAL" clId="{F10BA664-AC72-4658-B3AD-ABCB8841465F}" dt="2021-08-30T21:32:17.146" v="4809" actId="22"/>
          <ac:spMkLst>
            <pc:docMk/>
            <pc:sldMk cId="2361993535" sldId="320"/>
            <ac:spMk id="7" creationId="{0BCFAD80-2FB4-4963-A985-0596D7D100EA}"/>
          </ac:spMkLst>
        </pc:spChg>
        <pc:spChg chg="del">
          <ac:chgData name="365 Pro Plus" userId="8a4ede6a-2f8b-4c6e-b52c-08ce3e3b5c4d" providerId="ADAL" clId="{F10BA664-AC72-4658-B3AD-ABCB8841465F}" dt="2021-08-30T21:32:15.813" v="4808" actId="478"/>
          <ac:spMkLst>
            <pc:docMk/>
            <pc:sldMk cId="2361993535" sldId="320"/>
            <ac:spMk id="11" creationId="{11051845-D122-460A-860D-6E8FB5A83D34}"/>
          </ac:spMkLst>
        </pc:spChg>
        <pc:spChg chg="add mod">
          <ac:chgData name="365 Pro Plus" userId="8a4ede6a-2f8b-4c6e-b52c-08ce3e3b5c4d" providerId="ADAL" clId="{F10BA664-AC72-4658-B3AD-ABCB8841465F}" dt="2021-08-30T21:43:19.121" v="4817" actId="478"/>
          <ac:spMkLst>
            <pc:docMk/>
            <pc:sldMk cId="2361993535" sldId="320"/>
            <ac:spMk id="12" creationId="{349DB3A0-7D13-458B-89E8-6A342FC9438B}"/>
          </ac:spMkLst>
        </pc:spChg>
        <pc:spChg chg="del">
          <ac:chgData name="365 Pro Plus" userId="8a4ede6a-2f8b-4c6e-b52c-08ce3e3b5c4d" providerId="ADAL" clId="{F10BA664-AC72-4658-B3AD-ABCB8841465F}" dt="2021-08-30T21:32:15.813" v="4808" actId="478"/>
          <ac:spMkLst>
            <pc:docMk/>
            <pc:sldMk cId="2361993535" sldId="320"/>
            <ac:spMk id="13" creationId="{04F2B9C7-D19F-4422-903D-778875E9AF99}"/>
          </ac:spMkLst>
        </pc:spChg>
        <pc:spChg chg="del">
          <ac:chgData name="365 Pro Plus" userId="8a4ede6a-2f8b-4c6e-b52c-08ce3e3b5c4d" providerId="ADAL" clId="{F10BA664-AC72-4658-B3AD-ABCB8841465F}" dt="2021-08-30T21:32:15.813" v="4808" actId="478"/>
          <ac:spMkLst>
            <pc:docMk/>
            <pc:sldMk cId="2361993535" sldId="320"/>
            <ac:spMk id="16" creationId="{656A6209-4933-4625-ADB1-F4901D860CB8}"/>
          </ac:spMkLst>
        </pc:spChg>
        <pc:picChg chg="add del mod ord">
          <ac:chgData name="365 Pro Plus" userId="8a4ede6a-2f8b-4c6e-b52c-08ce3e3b5c4d" providerId="ADAL" clId="{F10BA664-AC72-4658-B3AD-ABCB8841465F}" dt="2021-08-30T21:43:19.121" v="4817" actId="478"/>
          <ac:picMkLst>
            <pc:docMk/>
            <pc:sldMk cId="2361993535" sldId="320"/>
            <ac:picMk id="9" creationId="{6CDC9C9A-A240-47B8-AB82-EDF44144B5F7}"/>
          </ac:picMkLst>
        </pc:picChg>
        <pc:cxnChg chg="del">
          <ac:chgData name="365 Pro Plus" userId="8a4ede6a-2f8b-4c6e-b52c-08ce3e3b5c4d" providerId="ADAL" clId="{F10BA664-AC72-4658-B3AD-ABCB8841465F}" dt="2021-08-30T21:32:15.813" v="4808" actId="478"/>
          <ac:cxnSpMkLst>
            <pc:docMk/>
            <pc:sldMk cId="2361993535" sldId="320"/>
            <ac:cxnSpMk id="5" creationId="{4F2AFA84-3853-4A4F-A147-56A37BE7176E}"/>
          </ac:cxnSpMkLst>
        </pc:cxnChg>
        <pc:cxnChg chg="del">
          <ac:chgData name="365 Pro Plus" userId="8a4ede6a-2f8b-4c6e-b52c-08ce3e3b5c4d" providerId="ADAL" clId="{F10BA664-AC72-4658-B3AD-ABCB8841465F}" dt="2021-08-30T21:32:15.813" v="4808" actId="478"/>
          <ac:cxnSpMkLst>
            <pc:docMk/>
            <pc:sldMk cId="2361993535" sldId="320"/>
            <ac:cxnSpMk id="6" creationId="{AAF31218-21CD-4BDC-84CD-10225752B054}"/>
          </ac:cxnSpMkLst>
        </pc:cxnChg>
      </pc:sldChg>
      <pc:sldChg chg="addSp delSp modSp add mod">
        <pc:chgData name="365 Pro Plus" userId="8a4ede6a-2f8b-4c6e-b52c-08ce3e3b5c4d" providerId="ADAL" clId="{F10BA664-AC72-4658-B3AD-ABCB8841465F}" dt="2021-08-30T21:58:34.600" v="5690" actId="208"/>
        <pc:sldMkLst>
          <pc:docMk/>
          <pc:sldMk cId="1200906979" sldId="321"/>
        </pc:sldMkLst>
        <pc:spChg chg="del">
          <ac:chgData name="365 Pro Plus" userId="8a4ede6a-2f8b-4c6e-b52c-08ce3e3b5c4d" providerId="ADAL" clId="{F10BA664-AC72-4658-B3AD-ABCB8841465F}" dt="2021-08-30T21:57:07.082" v="5632" actId="478"/>
          <ac:spMkLst>
            <pc:docMk/>
            <pc:sldMk cId="1200906979" sldId="321"/>
            <ac:spMk id="3" creationId="{39EB9500-7AAF-4015-B0B7-F898218682F7}"/>
          </ac:spMkLst>
        </pc:spChg>
        <pc:spChg chg="add del mod">
          <ac:chgData name="365 Pro Plus" userId="8a4ede6a-2f8b-4c6e-b52c-08ce3e3b5c4d" providerId="ADAL" clId="{F10BA664-AC72-4658-B3AD-ABCB8841465F}" dt="2021-08-30T21:58:04.150" v="5682"/>
          <ac:spMkLst>
            <pc:docMk/>
            <pc:sldMk cId="1200906979" sldId="321"/>
            <ac:spMk id="5" creationId="{E60199E4-3070-43B4-9705-5EF41229FFBB}"/>
          </ac:spMkLst>
        </pc:spChg>
        <pc:picChg chg="add del mod">
          <ac:chgData name="365 Pro Plus" userId="8a4ede6a-2f8b-4c6e-b52c-08ce3e3b5c4d" providerId="ADAL" clId="{F10BA664-AC72-4658-B3AD-ABCB8841465F}" dt="2021-08-30T21:57:11.985" v="5634" actId="21"/>
          <ac:picMkLst>
            <pc:docMk/>
            <pc:sldMk cId="1200906979" sldId="321"/>
            <ac:picMk id="6" creationId="{3D9ADAE5-10B3-467C-B863-157A493E99AB}"/>
          </ac:picMkLst>
        </pc:picChg>
        <pc:picChg chg="add del mod">
          <ac:chgData name="365 Pro Plus" userId="8a4ede6a-2f8b-4c6e-b52c-08ce3e3b5c4d" providerId="ADAL" clId="{F10BA664-AC72-4658-B3AD-ABCB8841465F}" dt="2021-08-30T21:57:11.985" v="5634" actId="21"/>
          <ac:picMkLst>
            <pc:docMk/>
            <pc:sldMk cId="1200906979" sldId="321"/>
            <ac:picMk id="7" creationId="{88A53B68-C3D1-41CD-9C9B-F59A1F30F338}"/>
          </ac:picMkLst>
        </pc:picChg>
        <pc:picChg chg="add del mod">
          <ac:chgData name="365 Pro Plus" userId="8a4ede6a-2f8b-4c6e-b52c-08ce3e3b5c4d" providerId="ADAL" clId="{F10BA664-AC72-4658-B3AD-ABCB8841465F}" dt="2021-08-30T21:57:14.199" v="5636" actId="21"/>
          <ac:picMkLst>
            <pc:docMk/>
            <pc:sldMk cId="1200906979" sldId="321"/>
            <ac:picMk id="8" creationId="{F56D76FB-AA39-4131-8DD9-4C889FF68732}"/>
          </ac:picMkLst>
        </pc:picChg>
        <pc:picChg chg="add del mod">
          <ac:chgData name="365 Pro Plus" userId="8a4ede6a-2f8b-4c6e-b52c-08ce3e3b5c4d" providerId="ADAL" clId="{F10BA664-AC72-4658-B3AD-ABCB8841465F}" dt="2021-08-30T21:57:14.199" v="5636" actId="21"/>
          <ac:picMkLst>
            <pc:docMk/>
            <pc:sldMk cId="1200906979" sldId="321"/>
            <ac:picMk id="9" creationId="{C315E172-E2EA-48DC-9712-15114C79717A}"/>
          </ac:picMkLst>
        </pc:picChg>
        <pc:picChg chg="add del mod">
          <ac:chgData name="365 Pro Plus" userId="8a4ede6a-2f8b-4c6e-b52c-08ce3e3b5c4d" providerId="ADAL" clId="{F10BA664-AC72-4658-B3AD-ABCB8841465F}" dt="2021-08-30T21:58:00.504" v="5679" actId="21"/>
          <ac:picMkLst>
            <pc:docMk/>
            <pc:sldMk cId="1200906979" sldId="321"/>
            <ac:picMk id="10" creationId="{C6BC0974-FFC4-437B-9364-632AF6002085}"/>
          </ac:picMkLst>
        </pc:picChg>
        <pc:picChg chg="add del mod">
          <ac:chgData name="365 Pro Plus" userId="8a4ede6a-2f8b-4c6e-b52c-08ce3e3b5c4d" providerId="ADAL" clId="{F10BA664-AC72-4658-B3AD-ABCB8841465F}" dt="2021-08-30T21:58:00.504" v="5679" actId="21"/>
          <ac:picMkLst>
            <pc:docMk/>
            <pc:sldMk cId="1200906979" sldId="321"/>
            <ac:picMk id="11" creationId="{3E23960B-5790-4793-9ACF-218284D9CA03}"/>
          </ac:picMkLst>
        </pc:picChg>
        <pc:picChg chg="add del mod">
          <ac:chgData name="365 Pro Plus" userId="8a4ede6a-2f8b-4c6e-b52c-08ce3e3b5c4d" providerId="ADAL" clId="{F10BA664-AC72-4658-B3AD-ABCB8841465F}" dt="2021-08-30T21:57:20.176" v="5642"/>
          <ac:picMkLst>
            <pc:docMk/>
            <pc:sldMk cId="1200906979" sldId="321"/>
            <ac:picMk id="12" creationId="{B6EA8540-94E8-4B99-98A8-FEF409302E9D}"/>
          </ac:picMkLst>
        </pc:picChg>
        <pc:picChg chg="add del mod">
          <ac:chgData name="365 Pro Plus" userId="8a4ede6a-2f8b-4c6e-b52c-08ce3e3b5c4d" providerId="ADAL" clId="{F10BA664-AC72-4658-B3AD-ABCB8841465F}" dt="2021-08-30T21:58:03.456" v="5681" actId="21"/>
          <ac:picMkLst>
            <pc:docMk/>
            <pc:sldMk cId="1200906979" sldId="321"/>
            <ac:picMk id="13" creationId="{7D1BEC10-88CE-4F9B-8E2B-A2398EFD0EB1}"/>
          </ac:picMkLst>
        </pc:picChg>
        <pc:picChg chg="add mod">
          <ac:chgData name="365 Pro Plus" userId="8a4ede6a-2f8b-4c6e-b52c-08ce3e3b5c4d" providerId="ADAL" clId="{F10BA664-AC72-4658-B3AD-ABCB8841465F}" dt="2021-08-30T21:58:12.875" v="5687" actId="1076"/>
          <ac:picMkLst>
            <pc:docMk/>
            <pc:sldMk cId="1200906979" sldId="321"/>
            <ac:picMk id="14" creationId="{7156DF96-58B7-4629-B50B-D5A368E39353}"/>
          </ac:picMkLst>
        </pc:picChg>
        <pc:picChg chg="add mod">
          <ac:chgData name="365 Pro Plus" userId="8a4ede6a-2f8b-4c6e-b52c-08ce3e3b5c4d" providerId="ADAL" clId="{F10BA664-AC72-4658-B3AD-ABCB8841465F}" dt="2021-08-30T21:58:06.211" v="5683" actId="1076"/>
          <ac:picMkLst>
            <pc:docMk/>
            <pc:sldMk cId="1200906979" sldId="321"/>
            <ac:picMk id="15" creationId="{7E73C4A3-A512-4FDC-AC1A-C93EE8B26D8D}"/>
          </ac:picMkLst>
        </pc:picChg>
        <pc:cxnChg chg="add mod">
          <ac:chgData name="365 Pro Plus" userId="8a4ede6a-2f8b-4c6e-b52c-08ce3e3b5c4d" providerId="ADAL" clId="{F10BA664-AC72-4658-B3AD-ABCB8841465F}" dt="2021-08-30T21:58:34.600" v="5690" actId="208"/>
          <ac:cxnSpMkLst>
            <pc:docMk/>
            <pc:sldMk cId="1200906979" sldId="321"/>
            <ac:cxnSpMk id="17" creationId="{212CF8B1-42E0-44A6-875A-0264E240DD71}"/>
          </ac:cxnSpMkLst>
        </pc:cxnChg>
      </pc:sldChg>
      <pc:sldChg chg="modSp add mod ord">
        <pc:chgData name="365 Pro Plus" userId="8a4ede6a-2f8b-4c6e-b52c-08ce3e3b5c4d" providerId="ADAL" clId="{F10BA664-AC72-4658-B3AD-ABCB8841465F}" dt="2021-08-30T22:06:55.950" v="5727" actId="404"/>
        <pc:sldMkLst>
          <pc:docMk/>
          <pc:sldMk cId="1182326432" sldId="322"/>
        </pc:sldMkLst>
        <pc:spChg chg="mod">
          <ac:chgData name="365 Pro Plus" userId="8a4ede6a-2f8b-4c6e-b52c-08ce3e3b5c4d" providerId="ADAL" clId="{F10BA664-AC72-4658-B3AD-ABCB8841465F}" dt="2021-08-30T21:59:02.685" v="5717" actId="20577"/>
          <ac:spMkLst>
            <pc:docMk/>
            <pc:sldMk cId="1182326432" sldId="322"/>
            <ac:spMk id="2" creationId="{AFE9BF35-41D3-4DF8-AC8D-F948D5BC9D80}"/>
          </ac:spMkLst>
        </pc:spChg>
        <pc:spChg chg="mod">
          <ac:chgData name="365 Pro Plus" userId="8a4ede6a-2f8b-4c6e-b52c-08ce3e3b5c4d" providerId="ADAL" clId="{F10BA664-AC72-4658-B3AD-ABCB8841465F}" dt="2021-08-30T22:06:55.950" v="5727" actId="404"/>
          <ac:spMkLst>
            <pc:docMk/>
            <pc:sldMk cId="1182326432" sldId="322"/>
            <ac:spMk id="3" creationId="{39EB9500-7AAF-4015-B0B7-F898218682F7}"/>
          </ac:spMkLst>
        </pc:spChg>
      </pc:sldChg>
      <pc:sldChg chg="addSp delSp modSp add mod">
        <pc:chgData name="365 Pro Plus" userId="8a4ede6a-2f8b-4c6e-b52c-08ce3e3b5c4d" providerId="ADAL" clId="{F10BA664-AC72-4658-B3AD-ABCB8841465F}" dt="2021-08-30T22:13:42.473" v="6130" actId="12"/>
        <pc:sldMkLst>
          <pc:docMk/>
          <pc:sldMk cId="3722823132" sldId="323"/>
        </pc:sldMkLst>
        <pc:spChg chg="del mod">
          <ac:chgData name="365 Pro Plus" userId="8a4ede6a-2f8b-4c6e-b52c-08ce3e3b5c4d" providerId="ADAL" clId="{F10BA664-AC72-4658-B3AD-ABCB8841465F}" dt="2021-08-30T22:09:15.133" v="5842"/>
          <ac:spMkLst>
            <pc:docMk/>
            <pc:sldMk cId="3722823132" sldId="323"/>
            <ac:spMk id="3" creationId="{39EB9500-7AAF-4015-B0B7-F898218682F7}"/>
          </ac:spMkLst>
        </pc:spChg>
        <pc:spChg chg="add mod">
          <ac:chgData name="365 Pro Plus" userId="8a4ede6a-2f8b-4c6e-b52c-08ce3e3b5c4d" providerId="ADAL" clId="{F10BA664-AC72-4658-B3AD-ABCB8841465F}" dt="2021-08-30T22:12:38.578" v="6067" actId="1076"/>
          <ac:spMkLst>
            <pc:docMk/>
            <pc:sldMk cId="3722823132" sldId="323"/>
            <ac:spMk id="11" creationId="{834201CA-5447-4948-A5C3-953DAE09CB76}"/>
          </ac:spMkLst>
        </pc:spChg>
        <pc:spChg chg="add mod">
          <ac:chgData name="365 Pro Plus" userId="8a4ede6a-2f8b-4c6e-b52c-08ce3e3b5c4d" providerId="ADAL" clId="{F10BA664-AC72-4658-B3AD-ABCB8841465F}" dt="2021-08-30T22:12:38.578" v="6067" actId="1076"/>
          <ac:spMkLst>
            <pc:docMk/>
            <pc:sldMk cId="3722823132" sldId="323"/>
            <ac:spMk id="12" creationId="{A8F6564E-38EE-442F-AFD2-E91425796B2C}"/>
          </ac:spMkLst>
        </pc:spChg>
        <pc:spChg chg="add mod">
          <ac:chgData name="365 Pro Plus" userId="8a4ede6a-2f8b-4c6e-b52c-08ce3e3b5c4d" providerId="ADAL" clId="{F10BA664-AC72-4658-B3AD-ABCB8841465F}" dt="2021-08-30T22:13:42.473" v="6130" actId="12"/>
          <ac:spMkLst>
            <pc:docMk/>
            <pc:sldMk cId="3722823132" sldId="323"/>
            <ac:spMk id="13" creationId="{38EB9A59-A1B8-4FED-86B7-852DBF719C94}"/>
          </ac:spMkLst>
        </pc:spChg>
        <pc:picChg chg="add mod">
          <ac:chgData name="365 Pro Plus" userId="8a4ede6a-2f8b-4c6e-b52c-08ce3e3b5c4d" providerId="ADAL" clId="{F10BA664-AC72-4658-B3AD-ABCB8841465F}" dt="2021-08-30T22:12:38.578" v="6067" actId="1076"/>
          <ac:picMkLst>
            <pc:docMk/>
            <pc:sldMk cId="3722823132" sldId="323"/>
            <ac:picMk id="4" creationId="{136697F8-BF7C-4B22-8204-27D8D327A2AC}"/>
          </ac:picMkLst>
        </pc:picChg>
        <pc:picChg chg="add mod">
          <ac:chgData name="365 Pro Plus" userId="8a4ede6a-2f8b-4c6e-b52c-08ce3e3b5c4d" providerId="ADAL" clId="{F10BA664-AC72-4658-B3AD-ABCB8841465F}" dt="2021-08-30T22:13:11.074" v="6075" actId="14100"/>
          <ac:picMkLst>
            <pc:docMk/>
            <pc:sldMk cId="3722823132" sldId="323"/>
            <ac:picMk id="5" creationId="{6339BE4E-C5B6-4D9C-BBC3-194AC57762CB}"/>
          </ac:picMkLst>
        </pc:picChg>
        <pc:cxnChg chg="add mod">
          <ac:chgData name="365 Pro Plus" userId="8a4ede6a-2f8b-4c6e-b52c-08ce3e3b5c4d" providerId="ADAL" clId="{F10BA664-AC72-4658-B3AD-ABCB8841465F}" dt="2021-08-30T22:13:11.074" v="6075" actId="14100"/>
          <ac:cxnSpMkLst>
            <pc:docMk/>
            <pc:sldMk cId="3722823132" sldId="323"/>
            <ac:cxnSpMk id="7" creationId="{E0BD3266-8E84-4F11-8EE3-03E94E0A4FDE}"/>
          </ac:cxnSpMkLst>
        </pc:cxnChg>
      </pc:sldChg>
      <pc:sldChg chg="modSp add mod ord">
        <pc:chgData name="365 Pro Plus" userId="8a4ede6a-2f8b-4c6e-b52c-08ce3e3b5c4d" providerId="ADAL" clId="{F10BA664-AC72-4658-B3AD-ABCB8841465F}" dt="2021-08-30T22:51:34.731" v="6345" actId="20577"/>
        <pc:sldMkLst>
          <pc:docMk/>
          <pc:sldMk cId="454923318" sldId="324"/>
        </pc:sldMkLst>
        <pc:spChg chg="mod">
          <ac:chgData name="365 Pro Plus" userId="8a4ede6a-2f8b-4c6e-b52c-08ce3e3b5c4d" providerId="ADAL" clId="{F10BA664-AC72-4658-B3AD-ABCB8841465F}" dt="2021-08-30T22:14:15.941" v="6156" actId="20577"/>
          <ac:spMkLst>
            <pc:docMk/>
            <pc:sldMk cId="454923318" sldId="324"/>
            <ac:spMk id="2" creationId="{AFE9BF35-41D3-4DF8-AC8D-F948D5BC9D80}"/>
          </ac:spMkLst>
        </pc:spChg>
        <pc:spChg chg="mod">
          <ac:chgData name="365 Pro Plus" userId="8a4ede6a-2f8b-4c6e-b52c-08ce3e3b5c4d" providerId="ADAL" clId="{F10BA664-AC72-4658-B3AD-ABCB8841465F}" dt="2021-08-30T22:51:34.731" v="6345" actId="20577"/>
          <ac:spMkLst>
            <pc:docMk/>
            <pc:sldMk cId="454923318" sldId="324"/>
            <ac:spMk id="3" creationId="{39EB9500-7AAF-4015-B0B7-F898218682F7}"/>
          </ac:spMkLst>
        </pc:spChg>
      </pc:sldChg>
      <pc:sldChg chg="addSp delSp modSp add mod modClrScheme chgLayout">
        <pc:chgData name="365 Pro Plus" userId="8a4ede6a-2f8b-4c6e-b52c-08ce3e3b5c4d" providerId="ADAL" clId="{F10BA664-AC72-4658-B3AD-ABCB8841465F}" dt="2021-08-31T05:58:15.202" v="7078" actId="20577"/>
        <pc:sldMkLst>
          <pc:docMk/>
          <pc:sldMk cId="422901895" sldId="325"/>
        </pc:sldMkLst>
        <pc:spChg chg="mod">
          <ac:chgData name="365 Pro Plus" userId="8a4ede6a-2f8b-4c6e-b52c-08ce3e3b5c4d" providerId="ADAL" clId="{F10BA664-AC72-4658-B3AD-ABCB8841465F}" dt="2021-08-30T22:52:55.699" v="6407" actId="26606"/>
          <ac:spMkLst>
            <pc:docMk/>
            <pc:sldMk cId="422901895" sldId="325"/>
            <ac:spMk id="2" creationId="{AFE9BF35-41D3-4DF8-AC8D-F948D5BC9D80}"/>
          </ac:spMkLst>
        </pc:spChg>
        <pc:spChg chg="add del mod ord">
          <ac:chgData name="365 Pro Plus" userId="8a4ede6a-2f8b-4c6e-b52c-08ce3e3b5c4d" providerId="ADAL" clId="{F10BA664-AC72-4658-B3AD-ABCB8841465F}" dt="2021-08-31T05:58:15.202" v="7078" actId="20577"/>
          <ac:spMkLst>
            <pc:docMk/>
            <pc:sldMk cId="422901895" sldId="325"/>
            <ac:spMk id="3" creationId="{39EB9500-7AAF-4015-B0B7-F898218682F7}"/>
          </ac:spMkLst>
        </pc:spChg>
        <pc:picChg chg="add mod">
          <ac:chgData name="365 Pro Plus" userId="8a4ede6a-2f8b-4c6e-b52c-08ce3e3b5c4d" providerId="ADAL" clId="{F10BA664-AC72-4658-B3AD-ABCB8841465F}" dt="2021-08-30T22:51:53.241" v="6348"/>
          <ac:picMkLst>
            <pc:docMk/>
            <pc:sldMk cId="422901895" sldId="325"/>
            <ac:picMk id="4" creationId="{FA630EB1-1030-4E12-8690-F8AD9FEC274E}"/>
          </ac:picMkLst>
        </pc:picChg>
        <pc:picChg chg="add mod">
          <ac:chgData name="365 Pro Plus" userId="8a4ede6a-2f8b-4c6e-b52c-08ce3e3b5c4d" providerId="ADAL" clId="{F10BA664-AC72-4658-B3AD-ABCB8841465F}" dt="2021-08-30T22:52:03.165" v="6353"/>
          <ac:picMkLst>
            <pc:docMk/>
            <pc:sldMk cId="422901895" sldId="325"/>
            <ac:picMk id="5" creationId="{CDD1D0A4-2B2F-444F-9603-96FF9CC44AE3}"/>
          </ac:picMkLst>
        </pc:picChg>
        <pc:picChg chg="add mod">
          <ac:chgData name="365 Pro Plus" userId="8a4ede6a-2f8b-4c6e-b52c-08ce3e3b5c4d" providerId="ADAL" clId="{F10BA664-AC72-4658-B3AD-ABCB8841465F}" dt="2021-08-31T05:57:10.833" v="7036" actId="26606"/>
          <ac:picMkLst>
            <pc:docMk/>
            <pc:sldMk cId="422901895" sldId="325"/>
            <ac:picMk id="6" creationId="{7548F325-3A05-4B4B-A4AF-309E81003362}"/>
          </ac:picMkLst>
        </pc:picChg>
      </pc:sldChg>
      <pc:sldChg chg="modSp add mod ord">
        <pc:chgData name="365 Pro Plus" userId="8a4ede6a-2f8b-4c6e-b52c-08ce3e3b5c4d" providerId="ADAL" clId="{F10BA664-AC72-4658-B3AD-ABCB8841465F}" dt="2021-08-31T06:01:49.412" v="7306" actId="20577"/>
        <pc:sldMkLst>
          <pc:docMk/>
          <pc:sldMk cId="1714048452" sldId="326"/>
        </pc:sldMkLst>
        <pc:spChg chg="mod">
          <ac:chgData name="365 Pro Plus" userId="8a4ede6a-2f8b-4c6e-b52c-08ce3e3b5c4d" providerId="ADAL" clId="{F10BA664-AC72-4658-B3AD-ABCB8841465F}" dt="2021-08-31T05:59:14.544" v="7105" actId="20577"/>
          <ac:spMkLst>
            <pc:docMk/>
            <pc:sldMk cId="1714048452" sldId="326"/>
            <ac:spMk id="2" creationId="{AFE9BF35-41D3-4DF8-AC8D-F948D5BC9D80}"/>
          </ac:spMkLst>
        </pc:spChg>
        <pc:spChg chg="mod">
          <ac:chgData name="365 Pro Plus" userId="8a4ede6a-2f8b-4c6e-b52c-08ce3e3b5c4d" providerId="ADAL" clId="{F10BA664-AC72-4658-B3AD-ABCB8841465F}" dt="2021-08-31T06:01:49.412" v="7306" actId="20577"/>
          <ac:spMkLst>
            <pc:docMk/>
            <pc:sldMk cId="1714048452" sldId="326"/>
            <ac:spMk id="3" creationId="{39EB9500-7AAF-4015-B0B7-F898218682F7}"/>
          </ac:spMkLst>
        </pc:spChg>
      </pc:sldChg>
      <pc:sldChg chg="addSp modSp add del">
        <pc:chgData name="365 Pro Plus" userId="8a4ede6a-2f8b-4c6e-b52c-08ce3e3b5c4d" providerId="ADAL" clId="{F10BA664-AC72-4658-B3AD-ABCB8841465F}" dt="2021-08-31T06:02:08.092" v="7310" actId="47"/>
        <pc:sldMkLst>
          <pc:docMk/>
          <pc:sldMk cId="755878056" sldId="327"/>
        </pc:sldMkLst>
        <pc:picChg chg="add mod">
          <ac:chgData name="365 Pro Plus" userId="8a4ede6a-2f8b-4c6e-b52c-08ce3e3b5c4d" providerId="ADAL" clId="{F10BA664-AC72-4658-B3AD-ABCB8841465F}" dt="2021-08-31T06:01:59.406" v="7308"/>
          <ac:picMkLst>
            <pc:docMk/>
            <pc:sldMk cId="755878056" sldId="327"/>
            <ac:picMk id="4" creationId="{B61953CF-2E19-42D7-9B63-89FDE6ADC69F}"/>
          </ac:picMkLst>
        </pc:picChg>
      </pc:sldChg>
      <pc:sldChg chg="addSp delSp modSp add mod">
        <pc:chgData name="365 Pro Plus" userId="8a4ede6a-2f8b-4c6e-b52c-08ce3e3b5c4d" providerId="ADAL" clId="{F10BA664-AC72-4658-B3AD-ABCB8841465F}" dt="2021-08-31T06:06:41.740" v="7558" actId="20577"/>
        <pc:sldMkLst>
          <pc:docMk/>
          <pc:sldMk cId="3696247069" sldId="328"/>
        </pc:sldMkLst>
        <pc:spChg chg="mod">
          <ac:chgData name="365 Pro Plus" userId="8a4ede6a-2f8b-4c6e-b52c-08ce3e3b5c4d" providerId="ADAL" clId="{F10BA664-AC72-4658-B3AD-ABCB8841465F}" dt="2021-08-31T06:04:15.201" v="7459"/>
          <ac:spMkLst>
            <pc:docMk/>
            <pc:sldMk cId="3696247069" sldId="328"/>
            <ac:spMk id="2" creationId="{AFE9BF35-41D3-4DF8-AC8D-F948D5BC9D80}"/>
          </ac:spMkLst>
        </pc:spChg>
        <pc:spChg chg="mod">
          <ac:chgData name="365 Pro Plus" userId="8a4ede6a-2f8b-4c6e-b52c-08ce3e3b5c4d" providerId="ADAL" clId="{F10BA664-AC72-4658-B3AD-ABCB8841465F}" dt="2021-08-31T06:06:41.740" v="7558" actId="20577"/>
          <ac:spMkLst>
            <pc:docMk/>
            <pc:sldMk cId="3696247069" sldId="328"/>
            <ac:spMk id="3" creationId="{39EB9500-7AAF-4015-B0B7-F898218682F7}"/>
          </ac:spMkLst>
        </pc:spChg>
        <pc:spChg chg="add mod">
          <ac:chgData name="365 Pro Plus" userId="8a4ede6a-2f8b-4c6e-b52c-08ce3e3b5c4d" providerId="ADAL" clId="{F10BA664-AC72-4658-B3AD-ABCB8841465F}" dt="2021-08-31T06:03:23.142" v="7427" actId="14100"/>
          <ac:spMkLst>
            <pc:docMk/>
            <pc:sldMk cId="3696247069" sldId="328"/>
            <ac:spMk id="4" creationId="{D73E1FC2-DFB6-4543-BFBC-6A6870AFDA83}"/>
          </ac:spMkLst>
        </pc:spChg>
        <pc:picChg chg="add mod">
          <ac:chgData name="365 Pro Plus" userId="8a4ede6a-2f8b-4c6e-b52c-08ce3e3b5c4d" providerId="ADAL" clId="{F10BA664-AC72-4658-B3AD-ABCB8841465F}" dt="2021-08-31T06:02:13.605" v="7313" actId="1076"/>
          <ac:picMkLst>
            <pc:docMk/>
            <pc:sldMk cId="3696247069" sldId="328"/>
            <ac:picMk id="5" creationId="{04072C27-D2A3-4BE8-BE82-13DB4D2C394D}"/>
          </ac:picMkLst>
        </pc:picChg>
        <pc:picChg chg="del">
          <ac:chgData name="365 Pro Plus" userId="8a4ede6a-2f8b-4c6e-b52c-08ce3e3b5c4d" providerId="ADAL" clId="{F10BA664-AC72-4658-B3AD-ABCB8841465F}" dt="2021-08-31T06:02:10.167" v="7311" actId="478"/>
          <ac:picMkLst>
            <pc:docMk/>
            <pc:sldMk cId="3696247069" sldId="328"/>
            <ac:picMk id="6" creationId="{7548F325-3A05-4B4B-A4AF-309E81003362}"/>
          </ac:picMkLst>
        </pc:picChg>
      </pc:sldChg>
      <pc:sldChg chg="modSp add mod ord">
        <pc:chgData name="365 Pro Plus" userId="8a4ede6a-2f8b-4c6e-b52c-08ce3e3b5c4d" providerId="ADAL" clId="{F10BA664-AC72-4658-B3AD-ABCB8841465F}" dt="2021-08-31T16:01:22.877" v="9154"/>
        <pc:sldMkLst>
          <pc:docMk/>
          <pc:sldMk cId="463703727" sldId="329"/>
        </pc:sldMkLst>
        <pc:spChg chg="mod">
          <ac:chgData name="365 Pro Plus" userId="8a4ede6a-2f8b-4c6e-b52c-08ce3e3b5c4d" providerId="ADAL" clId="{F10BA664-AC72-4658-B3AD-ABCB8841465F}" dt="2021-08-31T08:04:55.126" v="7581" actId="20577"/>
          <ac:spMkLst>
            <pc:docMk/>
            <pc:sldMk cId="463703727" sldId="329"/>
            <ac:spMk id="2" creationId="{AFE9BF35-41D3-4DF8-AC8D-F948D5BC9D80}"/>
          </ac:spMkLst>
        </pc:spChg>
        <pc:spChg chg="mod">
          <ac:chgData name="365 Pro Plus" userId="8a4ede6a-2f8b-4c6e-b52c-08ce3e3b5c4d" providerId="ADAL" clId="{F10BA664-AC72-4658-B3AD-ABCB8841465F}" dt="2021-08-31T16:01:22.877" v="9154"/>
          <ac:spMkLst>
            <pc:docMk/>
            <pc:sldMk cId="463703727" sldId="329"/>
            <ac:spMk id="3" creationId="{39EB9500-7AAF-4015-B0B7-F898218682F7}"/>
          </ac:spMkLst>
        </pc:spChg>
      </pc:sldChg>
      <pc:sldChg chg="addSp delSp modSp add mod ord">
        <pc:chgData name="365 Pro Plus" userId="8a4ede6a-2f8b-4c6e-b52c-08ce3e3b5c4d" providerId="ADAL" clId="{F10BA664-AC72-4658-B3AD-ABCB8841465F}" dt="2021-08-31T08:12:30.488" v="8157" actId="20577"/>
        <pc:sldMkLst>
          <pc:docMk/>
          <pc:sldMk cId="4025669108" sldId="330"/>
        </pc:sldMkLst>
        <pc:spChg chg="mod">
          <ac:chgData name="365 Pro Plus" userId="8a4ede6a-2f8b-4c6e-b52c-08ce3e3b5c4d" providerId="ADAL" clId="{F10BA664-AC72-4658-B3AD-ABCB8841465F}" dt="2021-08-31T08:07:08.739" v="7753"/>
          <ac:spMkLst>
            <pc:docMk/>
            <pc:sldMk cId="4025669108" sldId="330"/>
            <ac:spMk id="2" creationId="{AFE9BF35-41D3-4DF8-AC8D-F948D5BC9D80}"/>
          </ac:spMkLst>
        </pc:spChg>
        <pc:spChg chg="mod">
          <ac:chgData name="365 Pro Plus" userId="8a4ede6a-2f8b-4c6e-b52c-08ce3e3b5c4d" providerId="ADAL" clId="{F10BA664-AC72-4658-B3AD-ABCB8841465F}" dt="2021-08-31T08:12:30.488" v="8157" actId="20577"/>
          <ac:spMkLst>
            <pc:docMk/>
            <pc:sldMk cId="4025669108" sldId="330"/>
            <ac:spMk id="3" creationId="{39EB9500-7AAF-4015-B0B7-F898218682F7}"/>
          </ac:spMkLst>
        </pc:spChg>
        <pc:spChg chg="del">
          <ac:chgData name="365 Pro Plus" userId="8a4ede6a-2f8b-4c6e-b52c-08ce3e3b5c4d" providerId="ADAL" clId="{F10BA664-AC72-4658-B3AD-ABCB8841465F}" dt="2021-08-31T08:07:15.233" v="7755" actId="478"/>
          <ac:spMkLst>
            <pc:docMk/>
            <pc:sldMk cId="4025669108" sldId="330"/>
            <ac:spMk id="4" creationId="{D73E1FC2-DFB6-4543-BFBC-6A6870AFDA83}"/>
          </ac:spMkLst>
        </pc:spChg>
        <pc:picChg chg="del">
          <ac:chgData name="365 Pro Plus" userId="8a4ede6a-2f8b-4c6e-b52c-08ce3e3b5c4d" providerId="ADAL" clId="{F10BA664-AC72-4658-B3AD-ABCB8841465F}" dt="2021-08-31T08:07:10.143" v="7754" actId="478"/>
          <ac:picMkLst>
            <pc:docMk/>
            <pc:sldMk cId="4025669108" sldId="330"/>
            <ac:picMk id="5" creationId="{04072C27-D2A3-4BE8-BE82-13DB4D2C394D}"/>
          </ac:picMkLst>
        </pc:picChg>
        <pc:picChg chg="add mod">
          <ac:chgData name="365 Pro Plus" userId="8a4ede6a-2f8b-4c6e-b52c-08ce3e3b5c4d" providerId="ADAL" clId="{F10BA664-AC72-4658-B3AD-ABCB8841465F}" dt="2021-08-31T08:07:35.036" v="7759" actId="1076"/>
          <ac:picMkLst>
            <pc:docMk/>
            <pc:sldMk cId="4025669108" sldId="330"/>
            <ac:picMk id="6" creationId="{9ABDA567-7C62-4C4F-A359-DCDF3D6901CB}"/>
          </ac:picMkLst>
        </pc:picChg>
      </pc:sldChg>
      <pc:sldChg chg="modSp add mod ord">
        <pc:chgData name="365 Pro Plus" userId="8a4ede6a-2f8b-4c6e-b52c-08ce3e3b5c4d" providerId="ADAL" clId="{F10BA664-AC72-4658-B3AD-ABCB8841465F}" dt="2021-08-31T08:27:44.669" v="8391"/>
        <pc:sldMkLst>
          <pc:docMk/>
          <pc:sldMk cId="3260537341" sldId="331"/>
        </pc:sldMkLst>
        <pc:spChg chg="mod">
          <ac:chgData name="365 Pro Plus" userId="8a4ede6a-2f8b-4c6e-b52c-08ce3e3b5c4d" providerId="ADAL" clId="{F10BA664-AC72-4658-B3AD-ABCB8841465F}" dt="2021-08-31T08:13:43.254" v="8173" actId="404"/>
          <ac:spMkLst>
            <pc:docMk/>
            <pc:sldMk cId="3260537341" sldId="331"/>
            <ac:spMk id="2" creationId="{AFE9BF35-41D3-4DF8-AC8D-F948D5BC9D80}"/>
          </ac:spMkLst>
        </pc:spChg>
        <pc:spChg chg="mod">
          <ac:chgData name="365 Pro Plus" userId="8a4ede6a-2f8b-4c6e-b52c-08ce3e3b5c4d" providerId="ADAL" clId="{F10BA664-AC72-4658-B3AD-ABCB8841465F}" dt="2021-08-31T08:27:44.669" v="8391"/>
          <ac:spMkLst>
            <pc:docMk/>
            <pc:sldMk cId="3260537341" sldId="331"/>
            <ac:spMk id="3" creationId="{39EB9500-7AAF-4015-B0B7-F898218682F7}"/>
          </ac:spMkLst>
        </pc:spChg>
      </pc:sldChg>
      <pc:sldChg chg="addSp delSp modSp add mod">
        <pc:chgData name="365 Pro Plus" userId="8a4ede6a-2f8b-4c6e-b52c-08ce3e3b5c4d" providerId="ADAL" clId="{F10BA664-AC72-4658-B3AD-ABCB8841465F}" dt="2021-08-31T08:23:01.749" v="8322" actId="12385"/>
        <pc:sldMkLst>
          <pc:docMk/>
          <pc:sldMk cId="325071462" sldId="332"/>
        </pc:sldMkLst>
        <pc:spChg chg="del mod">
          <ac:chgData name="365 Pro Plus" userId="8a4ede6a-2f8b-4c6e-b52c-08ce3e3b5c4d" providerId="ADAL" clId="{F10BA664-AC72-4658-B3AD-ABCB8841465F}" dt="2021-08-31T08:16:26.444" v="8198"/>
          <ac:spMkLst>
            <pc:docMk/>
            <pc:sldMk cId="325071462" sldId="332"/>
            <ac:spMk id="3" creationId="{39EB9500-7AAF-4015-B0B7-F898218682F7}"/>
          </ac:spMkLst>
        </pc:spChg>
        <pc:spChg chg="add mod">
          <ac:chgData name="365 Pro Plus" userId="8a4ede6a-2f8b-4c6e-b52c-08ce3e3b5c4d" providerId="ADAL" clId="{F10BA664-AC72-4658-B3AD-ABCB8841465F}" dt="2021-08-31T08:17:23.311" v="8263"/>
          <ac:spMkLst>
            <pc:docMk/>
            <pc:sldMk cId="325071462" sldId="332"/>
            <ac:spMk id="5" creationId="{591D294E-61CB-4DB6-9B57-5388B4B9AD40}"/>
          </ac:spMkLst>
        </pc:spChg>
        <pc:graphicFrameChg chg="add mod modGraphic">
          <ac:chgData name="365 Pro Plus" userId="8a4ede6a-2f8b-4c6e-b52c-08ce3e3b5c4d" providerId="ADAL" clId="{F10BA664-AC72-4658-B3AD-ABCB8841465F}" dt="2021-08-31T08:23:01.749" v="8322" actId="12385"/>
          <ac:graphicFrameMkLst>
            <pc:docMk/>
            <pc:sldMk cId="325071462" sldId="332"/>
            <ac:graphicFrameMk id="4" creationId="{E67F6DCB-DDE7-4739-8869-47A3F335AF0C}"/>
          </ac:graphicFrameMkLst>
        </pc:graphicFrameChg>
      </pc:sldChg>
      <pc:sldChg chg="modSp add mod">
        <pc:chgData name="365 Pro Plus" userId="8a4ede6a-2f8b-4c6e-b52c-08ce3e3b5c4d" providerId="ADAL" clId="{F10BA664-AC72-4658-B3AD-ABCB8841465F}" dt="2021-08-31T16:01:22.877" v="9154"/>
        <pc:sldMkLst>
          <pc:docMk/>
          <pc:sldMk cId="3684606904" sldId="333"/>
        </pc:sldMkLst>
        <pc:spChg chg="mod">
          <ac:chgData name="365 Pro Plus" userId="8a4ede6a-2f8b-4c6e-b52c-08ce3e3b5c4d" providerId="ADAL" clId="{F10BA664-AC72-4658-B3AD-ABCB8841465F}" dt="2021-08-31T08:19:28.407" v="8275" actId="20577"/>
          <ac:spMkLst>
            <pc:docMk/>
            <pc:sldMk cId="3684606904" sldId="333"/>
            <ac:spMk id="2" creationId="{AFE9BF35-41D3-4DF8-AC8D-F948D5BC9D80}"/>
          </ac:spMkLst>
        </pc:spChg>
        <pc:spChg chg="mod">
          <ac:chgData name="365 Pro Plus" userId="8a4ede6a-2f8b-4c6e-b52c-08ce3e3b5c4d" providerId="ADAL" clId="{F10BA664-AC72-4658-B3AD-ABCB8841465F}" dt="2021-08-31T16:01:22.877" v="9154"/>
          <ac:spMkLst>
            <pc:docMk/>
            <pc:sldMk cId="3684606904" sldId="333"/>
            <ac:spMk id="3" creationId="{39EB9500-7AAF-4015-B0B7-F898218682F7}"/>
          </ac:spMkLst>
        </pc:spChg>
      </pc:sldChg>
      <pc:sldChg chg="addSp delSp modSp add mod replId">
        <pc:chgData name="365 Pro Plus" userId="8a4ede6a-2f8b-4c6e-b52c-08ce3e3b5c4d" providerId="ADAL" clId="{F10BA664-AC72-4658-B3AD-ABCB8841465F}" dt="2021-08-31T08:45:26.890" v="8625"/>
        <pc:sldMkLst>
          <pc:docMk/>
          <pc:sldMk cId="2827444748" sldId="334"/>
        </pc:sldMkLst>
        <pc:spChg chg="mod">
          <ac:chgData name="365 Pro Plus" userId="8a4ede6a-2f8b-4c6e-b52c-08ce3e3b5c4d" providerId="ADAL" clId="{F10BA664-AC72-4658-B3AD-ABCB8841465F}" dt="2021-08-31T08:45:26.890" v="8625"/>
          <ac:spMkLst>
            <pc:docMk/>
            <pc:sldMk cId="2827444748" sldId="334"/>
            <ac:spMk id="2" creationId="{AFE9BF35-41D3-4DF8-AC8D-F948D5BC9D80}"/>
          </ac:spMkLst>
        </pc:spChg>
        <pc:spChg chg="add del mod">
          <ac:chgData name="365 Pro Plus" userId="8a4ede6a-2f8b-4c6e-b52c-08ce3e3b5c4d" providerId="ADAL" clId="{F10BA664-AC72-4658-B3AD-ABCB8841465F}" dt="2021-08-31T08:22:28.794" v="8316"/>
          <ac:spMkLst>
            <pc:docMk/>
            <pc:sldMk cId="2827444748" sldId="334"/>
            <ac:spMk id="6" creationId="{1629EBB9-5DA8-4264-AE30-7F0C361BCE2F}"/>
          </ac:spMkLst>
        </pc:spChg>
        <pc:graphicFrameChg chg="del">
          <ac:chgData name="365 Pro Plus" userId="8a4ede6a-2f8b-4c6e-b52c-08ce3e3b5c4d" providerId="ADAL" clId="{F10BA664-AC72-4658-B3AD-ABCB8841465F}" dt="2021-08-31T08:22:17.586" v="8315" actId="478"/>
          <ac:graphicFrameMkLst>
            <pc:docMk/>
            <pc:sldMk cId="2827444748" sldId="334"/>
            <ac:graphicFrameMk id="4" creationId="{E67F6DCB-DDE7-4739-8869-47A3F335AF0C}"/>
          </ac:graphicFrameMkLst>
        </pc:graphicFrameChg>
        <pc:graphicFrameChg chg="add mod modGraphic">
          <ac:chgData name="365 Pro Plus" userId="8a4ede6a-2f8b-4c6e-b52c-08ce3e3b5c4d" providerId="ADAL" clId="{F10BA664-AC72-4658-B3AD-ABCB8841465F}" dt="2021-08-31T08:22:55.324" v="8321" actId="113"/>
          <ac:graphicFrameMkLst>
            <pc:docMk/>
            <pc:sldMk cId="2827444748" sldId="334"/>
            <ac:graphicFrameMk id="7" creationId="{6CC13707-69AF-40B5-8077-65F3698E6C96}"/>
          </ac:graphicFrameMkLst>
        </pc:graphicFrameChg>
      </pc:sldChg>
      <pc:sldChg chg="addSp delSp modSp add mod">
        <pc:chgData name="365 Pro Plus" userId="8a4ede6a-2f8b-4c6e-b52c-08ce3e3b5c4d" providerId="ADAL" clId="{F10BA664-AC72-4658-B3AD-ABCB8841465F}" dt="2021-08-31T16:01:22.877" v="9154"/>
        <pc:sldMkLst>
          <pc:docMk/>
          <pc:sldMk cId="3369864220" sldId="335"/>
        </pc:sldMkLst>
        <pc:spChg chg="mod">
          <ac:chgData name="365 Pro Plus" userId="8a4ede6a-2f8b-4c6e-b52c-08ce3e3b5c4d" providerId="ADAL" clId="{F10BA664-AC72-4658-B3AD-ABCB8841465F}" dt="2021-08-31T08:23:43.858" v="8329" actId="20577"/>
          <ac:spMkLst>
            <pc:docMk/>
            <pc:sldMk cId="3369864220" sldId="335"/>
            <ac:spMk id="2" creationId="{AFE9BF35-41D3-4DF8-AC8D-F948D5BC9D80}"/>
          </ac:spMkLst>
        </pc:spChg>
        <pc:spChg chg="mod">
          <ac:chgData name="365 Pro Plus" userId="8a4ede6a-2f8b-4c6e-b52c-08ce3e3b5c4d" providerId="ADAL" clId="{F10BA664-AC72-4658-B3AD-ABCB8841465F}" dt="2021-08-31T16:01:22.877" v="9154"/>
          <ac:spMkLst>
            <pc:docMk/>
            <pc:sldMk cId="3369864220" sldId="335"/>
            <ac:spMk id="3" creationId="{39EB9500-7AAF-4015-B0B7-F898218682F7}"/>
          </ac:spMkLst>
        </pc:spChg>
        <pc:spChg chg="add del">
          <ac:chgData name="365 Pro Plus" userId="8a4ede6a-2f8b-4c6e-b52c-08ce3e3b5c4d" providerId="ADAL" clId="{F10BA664-AC72-4658-B3AD-ABCB8841465F}" dt="2021-08-31T08:26:00.704" v="8364" actId="22"/>
          <ac:spMkLst>
            <pc:docMk/>
            <pc:sldMk cId="3369864220" sldId="335"/>
            <ac:spMk id="6" creationId="{C0272FB1-4E6E-4AE4-A76F-0725F97A3E70}"/>
          </ac:spMkLst>
        </pc:spChg>
        <pc:graphicFrameChg chg="add mod modGraphic">
          <ac:chgData name="365 Pro Plus" userId="8a4ede6a-2f8b-4c6e-b52c-08ce3e3b5c4d" providerId="ADAL" clId="{F10BA664-AC72-4658-B3AD-ABCB8841465F}" dt="2021-08-31T08:26:35.945" v="8376" actId="1076"/>
          <ac:graphicFrameMkLst>
            <pc:docMk/>
            <pc:sldMk cId="3369864220" sldId="335"/>
            <ac:graphicFrameMk id="4" creationId="{01C0826F-56BC-43AA-BD40-A821E14CEB80}"/>
          </ac:graphicFrameMkLst>
        </pc:graphicFrameChg>
      </pc:sldChg>
      <pc:sldChg chg="addSp delSp modSp add mod replId">
        <pc:chgData name="365 Pro Plus" userId="8a4ede6a-2f8b-4c6e-b52c-08ce3e3b5c4d" providerId="ADAL" clId="{F10BA664-AC72-4658-B3AD-ABCB8841465F}" dt="2021-08-31T08:45:20.622" v="8624"/>
        <pc:sldMkLst>
          <pc:docMk/>
          <pc:sldMk cId="834716238" sldId="336"/>
        </pc:sldMkLst>
        <pc:spChg chg="mod">
          <ac:chgData name="365 Pro Plus" userId="8a4ede6a-2f8b-4c6e-b52c-08ce3e3b5c4d" providerId="ADAL" clId="{F10BA664-AC72-4658-B3AD-ABCB8841465F}" dt="2021-08-31T08:45:20.622" v="8624"/>
          <ac:spMkLst>
            <pc:docMk/>
            <pc:sldMk cId="834716238" sldId="336"/>
            <ac:spMk id="2" creationId="{AFE9BF35-41D3-4DF8-AC8D-F948D5BC9D80}"/>
          </ac:spMkLst>
        </pc:spChg>
        <pc:spChg chg="add del mod">
          <ac:chgData name="365 Pro Plus" userId="8a4ede6a-2f8b-4c6e-b52c-08ce3e3b5c4d" providerId="ADAL" clId="{F10BA664-AC72-4658-B3AD-ABCB8841465F}" dt="2021-08-31T08:31:43.729" v="8432"/>
          <ac:spMkLst>
            <pc:docMk/>
            <pc:sldMk cId="834716238" sldId="336"/>
            <ac:spMk id="4" creationId="{1EB81BBB-E754-4803-8864-BC8DCAC3C5B3}"/>
          </ac:spMkLst>
        </pc:spChg>
        <pc:graphicFrameChg chg="add mod modGraphic">
          <ac:chgData name="365 Pro Plus" userId="8a4ede6a-2f8b-4c6e-b52c-08ce3e3b5c4d" providerId="ADAL" clId="{F10BA664-AC72-4658-B3AD-ABCB8841465F}" dt="2021-08-31T08:32:17.649" v="8434" actId="113"/>
          <ac:graphicFrameMkLst>
            <pc:docMk/>
            <pc:sldMk cId="834716238" sldId="336"/>
            <ac:graphicFrameMk id="6" creationId="{31DF3933-6B9D-474C-A8D9-62CE9A0603C2}"/>
          </ac:graphicFrameMkLst>
        </pc:graphicFrameChg>
        <pc:graphicFrameChg chg="del">
          <ac:chgData name="365 Pro Plus" userId="8a4ede6a-2f8b-4c6e-b52c-08ce3e3b5c4d" providerId="ADAL" clId="{F10BA664-AC72-4658-B3AD-ABCB8841465F}" dt="2021-08-31T08:31:34.608" v="8431" actId="478"/>
          <ac:graphicFrameMkLst>
            <pc:docMk/>
            <pc:sldMk cId="834716238" sldId="336"/>
            <ac:graphicFrameMk id="7" creationId="{6CC13707-69AF-40B5-8077-65F3698E6C96}"/>
          </ac:graphicFrameMkLst>
        </pc:graphicFrameChg>
      </pc:sldChg>
      <pc:sldChg chg="delSp modSp add mod">
        <pc:chgData name="365 Pro Plus" userId="8a4ede6a-2f8b-4c6e-b52c-08ce3e3b5c4d" providerId="ADAL" clId="{F10BA664-AC72-4658-B3AD-ABCB8841465F}" dt="2021-08-31T08:30:44.645" v="8430"/>
        <pc:sldMkLst>
          <pc:docMk/>
          <pc:sldMk cId="2653425568" sldId="337"/>
        </pc:sldMkLst>
        <pc:spChg chg="mod">
          <ac:chgData name="365 Pro Plus" userId="8a4ede6a-2f8b-4c6e-b52c-08ce3e3b5c4d" providerId="ADAL" clId="{F10BA664-AC72-4658-B3AD-ABCB8841465F}" dt="2021-08-31T08:30:44.645" v="8430"/>
          <ac:spMkLst>
            <pc:docMk/>
            <pc:sldMk cId="2653425568" sldId="337"/>
            <ac:spMk id="3" creationId="{39EB9500-7AAF-4015-B0B7-F898218682F7}"/>
          </ac:spMkLst>
        </pc:spChg>
        <pc:graphicFrameChg chg="del">
          <ac:chgData name="365 Pro Plus" userId="8a4ede6a-2f8b-4c6e-b52c-08ce3e3b5c4d" providerId="ADAL" clId="{F10BA664-AC72-4658-B3AD-ABCB8841465F}" dt="2021-08-31T08:28:29.374" v="8395" actId="478"/>
          <ac:graphicFrameMkLst>
            <pc:docMk/>
            <pc:sldMk cId="2653425568" sldId="337"/>
            <ac:graphicFrameMk id="4" creationId="{01C0826F-56BC-43AA-BD40-A821E14CEB80}"/>
          </ac:graphicFrameMkLst>
        </pc:graphicFrameChg>
      </pc:sldChg>
      <pc:sldChg chg="modSp add mod ord">
        <pc:chgData name="365 Pro Plus" userId="8a4ede6a-2f8b-4c6e-b52c-08ce3e3b5c4d" providerId="ADAL" clId="{F10BA664-AC72-4658-B3AD-ABCB8841465F}" dt="2021-08-31T08:39:21.982" v="8481" actId="20577"/>
        <pc:sldMkLst>
          <pc:docMk/>
          <pc:sldMk cId="1178326652" sldId="338"/>
        </pc:sldMkLst>
        <pc:spChg chg="mod">
          <ac:chgData name="365 Pro Plus" userId="8a4ede6a-2f8b-4c6e-b52c-08ce3e3b5c4d" providerId="ADAL" clId="{F10BA664-AC72-4658-B3AD-ABCB8841465F}" dt="2021-08-31T08:34:47.033" v="8448" actId="1076"/>
          <ac:spMkLst>
            <pc:docMk/>
            <pc:sldMk cId="1178326652" sldId="338"/>
            <ac:spMk id="2" creationId="{AFE9BF35-41D3-4DF8-AC8D-F948D5BC9D80}"/>
          </ac:spMkLst>
        </pc:spChg>
        <pc:spChg chg="mod">
          <ac:chgData name="365 Pro Plus" userId="8a4ede6a-2f8b-4c6e-b52c-08ce3e3b5c4d" providerId="ADAL" clId="{F10BA664-AC72-4658-B3AD-ABCB8841465F}" dt="2021-08-31T08:39:21.982" v="8481" actId="20577"/>
          <ac:spMkLst>
            <pc:docMk/>
            <pc:sldMk cId="1178326652" sldId="338"/>
            <ac:spMk id="3" creationId="{39EB9500-7AAF-4015-B0B7-F898218682F7}"/>
          </ac:spMkLst>
        </pc:spChg>
      </pc:sldChg>
      <pc:sldChg chg="modSp add mod">
        <pc:chgData name="365 Pro Plus" userId="8a4ede6a-2f8b-4c6e-b52c-08ce3e3b5c4d" providerId="ADAL" clId="{F10BA664-AC72-4658-B3AD-ABCB8841465F}" dt="2021-08-31T08:42:02.612" v="8610" actId="20577"/>
        <pc:sldMkLst>
          <pc:docMk/>
          <pc:sldMk cId="1962620423" sldId="339"/>
        </pc:sldMkLst>
        <pc:spChg chg="mod">
          <ac:chgData name="365 Pro Plus" userId="8a4ede6a-2f8b-4c6e-b52c-08ce3e3b5c4d" providerId="ADAL" clId="{F10BA664-AC72-4658-B3AD-ABCB8841465F}" dt="2021-08-31T08:42:02.612" v="8610" actId="20577"/>
          <ac:spMkLst>
            <pc:docMk/>
            <pc:sldMk cId="1962620423" sldId="339"/>
            <ac:spMk id="3" creationId="{39EB9500-7AAF-4015-B0B7-F898218682F7}"/>
          </ac:spMkLst>
        </pc:spChg>
      </pc:sldChg>
      <pc:sldChg chg="addSp delSp modSp add mod ord">
        <pc:chgData name="365 Pro Plus" userId="8a4ede6a-2f8b-4c6e-b52c-08ce3e3b5c4d" providerId="ADAL" clId="{F10BA664-AC72-4658-B3AD-ABCB8841465F}" dt="2021-08-31T08:45:14.158" v="8623"/>
        <pc:sldMkLst>
          <pc:docMk/>
          <pc:sldMk cId="3044532072" sldId="340"/>
        </pc:sldMkLst>
        <pc:spChg chg="mod">
          <ac:chgData name="365 Pro Plus" userId="8a4ede6a-2f8b-4c6e-b52c-08ce3e3b5c4d" providerId="ADAL" clId="{F10BA664-AC72-4658-B3AD-ABCB8841465F}" dt="2021-08-31T08:45:14.158" v="8623"/>
          <ac:spMkLst>
            <pc:docMk/>
            <pc:sldMk cId="3044532072" sldId="340"/>
            <ac:spMk id="2" creationId="{AFE9BF35-41D3-4DF8-AC8D-F948D5BC9D80}"/>
          </ac:spMkLst>
        </pc:spChg>
        <pc:spChg chg="add del mod">
          <ac:chgData name="365 Pro Plus" userId="8a4ede6a-2f8b-4c6e-b52c-08ce3e3b5c4d" providerId="ADAL" clId="{F10BA664-AC72-4658-B3AD-ABCB8841465F}" dt="2021-08-31T08:42:30.762" v="8615"/>
          <ac:spMkLst>
            <pc:docMk/>
            <pc:sldMk cId="3044532072" sldId="340"/>
            <ac:spMk id="4" creationId="{FC85FDBB-76FC-4491-9E06-BDAD528327FC}"/>
          </ac:spMkLst>
        </pc:spChg>
        <pc:graphicFrameChg chg="del">
          <ac:chgData name="365 Pro Plus" userId="8a4ede6a-2f8b-4c6e-b52c-08ce3e3b5c4d" providerId="ADAL" clId="{F10BA664-AC72-4658-B3AD-ABCB8841465F}" dt="2021-08-31T08:42:26.220" v="8614" actId="478"/>
          <ac:graphicFrameMkLst>
            <pc:docMk/>
            <pc:sldMk cId="3044532072" sldId="340"/>
            <ac:graphicFrameMk id="6" creationId="{31DF3933-6B9D-474C-A8D9-62CE9A0603C2}"/>
          </ac:graphicFrameMkLst>
        </pc:graphicFrameChg>
        <pc:graphicFrameChg chg="add mod modGraphic">
          <ac:chgData name="365 Pro Plus" userId="8a4ede6a-2f8b-4c6e-b52c-08ce3e3b5c4d" providerId="ADAL" clId="{F10BA664-AC72-4658-B3AD-ABCB8841465F}" dt="2021-08-31T08:43:58.353" v="8622" actId="113"/>
          <ac:graphicFrameMkLst>
            <pc:docMk/>
            <pc:sldMk cId="3044532072" sldId="340"/>
            <ac:graphicFrameMk id="7" creationId="{6F425398-28A3-42A3-9999-C6EBB506FB85}"/>
          </ac:graphicFrameMkLst>
        </pc:graphicFrameChg>
      </pc:sldChg>
      <pc:sldChg chg="add del">
        <pc:chgData name="365 Pro Plus" userId="8a4ede6a-2f8b-4c6e-b52c-08ce3e3b5c4d" providerId="ADAL" clId="{F10BA664-AC72-4658-B3AD-ABCB8841465F}" dt="2021-08-31T08:46:17.043" v="8627" actId="2890"/>
        <pc:sldMkLst>
          <pc:docMk/>
          <pc:sldMk cId="237088140" sldId="341"/>
        </pc:sldMkLst>
      </pc:sldChg>
      <pc:sldChg chg="addSp delSp modSp add mod">
        <pc:chgData name="365 Pro Plus" userId="8a4ede6a-2f8b-4c6e-b52c-08ce3e3b5c4d" providerId="ADAL" clId="{F10BA664-AC72-4658-B3AD-ABCB8841465F}" dt="2021-08-31T15:43:42.326" v="8806" actId="20577"/>
        <pc:sldMkLst>
          <pc:docMk/>
          <pc:sldMk cId="1610129623" sldId="341"/>
        </pc:sldMkLst>
        <pc:spChg chg="mod">
          <ac:chgData name="365 Pro Plus" userId="8a4ede6a-2f8b-4c6e-b52c-08ce3e3b5c4d" providerId="ADAL" clId="{F10BA664-AC72-4658-B3AD-ABCB8841465F}" dt="2021-08-31T08:46:36.003" v="8634" actId="20577"/>
          <ac:spMkLst>
            <pc:docMk/>
            <pc:sldMk cId="1610129623" sldId="341"/>
            <ac:spMk id="2" creationId="{AFE9BF35-41D3-4DF8-AC8D-F948D5BC9D80}"/>
          </ac:spMkLst>
        </pc:spChg>
        <pc:spChg chg="mod">
          <ac:chgData name="365 Pro Plus" userId="8a4ede6a-2f8b-4c6e-b52c-08ce3e3b5c4d" providerId="ADAL" clId="{F10BA664-AC72-4658-B3AD-ABCB8841465F}" dt="2021-08-31T15:43:42.326" v="8806" actId="20577"/>
          <ac:spMkLst>
            <pc:docMk/>
            <pc:sldMk cId="1610129623" sldId="341"/>
            <ac:spMk id="3" creationId="{39EB9500-7AAF-4015-B0B7-F898218682F7}"/>
          </ac:spMkLst>
        </pc:spChg>
        <pc:graphicFrameChg chg="add del mod modGraphic">
          <ac:chgData name="365 Pro Plus" userId="8a4ede6a-2f8b-4c6e-b52c-08ce3e3b5c4d" providerId="ADAL" clId="{F10BA664-AC72-4658-B3AD-ABCB8841465F}" dt="2021-08-31T08:51:59.425" v="8786" actId="21"/>
          <ac:graphicFrameMkLst>
            <pc:docMk/>
            <pc:sldMk cId="1610129623" sldId="341"/>
            <ac:graphicFrameMk id="4" creationId="{71E00635-536D-431A-AC90-B97F1B33CB9F}"/>
          </ac:graphicFrameMkLst>
        </pc:graphicFrameChg>
      </pc:sldChg>
      <pc:sldChg chg="add del">
        <pc:chgData name="365 Pro Plus" userId="8a4ede6a-2f8b-4c6e-b52c-08ce3e3b5c4d" providerId="ADAL" clId="{F10BA664-AC72-4658-B3AD-ABCB8841465F}" dt="2021-08-31T08:46:24.322" v="8629" actId="2696"/>
        <pc:sldMkLst>
          <pc:docMk/>
          <pc:sldMk cId="3523136863" sldId="341"/>
        </pc:sldMkLst>
      </pc:sldChg>
      <pc:sldChg chg="addSp delSp modSp add mod">
        <pc:chgData name="365 Pro Plus" userId="8a4ede6a-2f8b-4c6e-b52c-08ce3e3b5c4d" providerId="ADAL" clId="{F10BA664-AC72-4658-B3AD-ABCB8841465F}" dt="2021-08-31T09:01:37.393" v="8804" actId="14100"/>
        <pc:sldMkLst>
          <pc:docMk/>
          <pc:sldMk cId="922122116" sldId="342"/>
        </pc:sldMkLst>
        <pc:spChg chg="mod">
          <ac:chgData name="365 Pro Plus" userId="8a4ede6a-2f8b-4c6e-b52c-08ce3e3b5c4d" providerId="ADAL" clId="{F10BA664-AC72-4658-B3AD-ABCB8841465F}" dt="2021-08-31T08:52:06.177" v="8788" actId="21"/>
          <ac:spMkLst>
            <pc:docMk/>
            <pc:sldMk cId="922122116" sldId="342"/>
            <ac:spMk id="3" creationId="{39EB9500-7AAF-4015-B0B7-F898218682F7}"/>
          </ac:spMkLst>
        </pc:spChg>
        <pc:graphicFrameChg chg="del">
          <ac:chgData name="365 Pro Plus" userId="8a4ede6a-2f8b-4c6e-b52c-08ce3e3b5c4d" providerId="ADAL" clId="{F10BA664-AC72-4658-B3AD-ABCB8841465F}" dt="2021-08-31T08:51:01.581" v="8690" actId="478"/>
          <ac:graphicFrameMkLst>
            <pc:docMk/>
            <pc:sldMk cId="922122116" sldId="342"/>
            <ac:graphicFrameMk id="4" creationId="{71E00635-536D-431A-AC90-B97F1B33CB9F}"/>
          </ac:graphicFrameMkLst>
        </pc:graphicFrameChg>
        <pc:graphicFrameChg chg="add mod modGraphic">
          <ac:chgData name="365 Pro Plus" userId="8a4ede6a-2f8b-4c6e-b52c-08ce3e3b5c4d" providerId="ADAL" clId="{F10BA664-AC72-4658-B3AD-ABCB8841465F}" dt="2021-08-31T09:01:37.393" v="8804" actId="14100"/>
          <ac:graphicFrameMkLst>
            <pc:docMk/>
            <pc:sldMk cId="922122116" sldId="342"/>
            <ac:graphicFrameMk id="5" creationId="{2EB8F563-0FA8-4003-B941-1D2FE3FAAC99}"/>
          </ac:graphicFrameMkLst>
        </pc:graphicFrameChg>
        <pc:graphicFrameChg chg="add mod modGraphic">
          <ac:chgData name="365 Pro Plus" userId="8a4ede6a-2f8b-4c6e-b52c-08ce3e3b5c4d" providerId="ADAL" clId="{F10BA664-AC72-4658-B3AD-ABCB8841465F}" dt="2021-08-31T08:53:05.196" v="8801" actId="113"/>
          <ac:graphicFrameMkLst>
            <pc:docMk/>
            <pc:sldMk cId="922122116" sldId="342"/>
            <ac:graphicFrameMk id="6" creationId="{199D86B5-2A07-45B8-8290-631DA2C0C1BE}"/>
          </ac:graphicFrameMkLst>
        </pc:graphicFrameChg>
      </pc:sldChg>
      <pc:sldChg chg="modSp add mod ord">
        <pc:chgData name="365 Pro Plus" userId="8a4ede6a-2f8b-4c6e-b52c-08ce3e3b5c4d" providerId="ADAL" clId="{F10BA664-AC72-4658-B3AD-ABCB8841465F}" dt="2021-08-31T15:46:16.234" v="8914"/>
        <pc:sldMkLst>
          <pc:docMk/>
          <pc:sldMk cId="149053953" sldId="343"/>
        </pc:sldMkLst>
        <pc:spChg chg="mod">
          <ac:chgData name="365 Pro Plus" userId="8a4ede6a-2f8b-4c6e-b52c-08ce3e3b5c4d" providerId="ADAL" clId="{F10BA664-AC72-4658-B3AD-ABCB8841465F}" dt="2021-08-31T15:45:12.990" v="8841" actId="20577"/>
          <ac:spMkLst>
            <pc:docMk/>
            <pc:sldMk cId="149053953" sldId="343"/>
            <ac:spMk id="2" creationId="{AFE9BF35-41D3-4DF8-AC8D-F948D5BC9D80}"/>
          </ac:spMkLst>
        </pc:spChg>
        <pc:spChg chg="mod">
          <ac:chgData name="365 Pro Plus" userId="8a4ede6a-2f8b-4c6e-b52c-08ce3e3b5c4d" providerId="ADAL" clId="{F10BA664-AC72-4658-B3AD-ABCB8841465F}" dt="2021-08-31T15:46:16.234" v="8914"/>
          <ac:spMkLst>
            <pc:docMk/>
            <pc:sldMk cId="149053953" sldId="343"/>
            <ac:spMk id="3" creationId="{39EB9500-7AAF-4015-B0B7-F898218682F7}"/>
          </ac:spMkLst>
        </pc:spChg>
      </pc:sldChg>
      <pc:sldChg chg="addSp delSp modSp add mod">
        <pc:chgData name="365 Pro Plus" userId="8a4ede6a-2f8b-4c6e-b52c-08ce3e3b5c4d" providerId="ADAL" clId="{F10BA664-AC72-4658-B3AD-ABCB8841465F}" dt="2021-08-31T15:48:42.828" v="8957" actId="208"/>
        <pc:sldMkLst>
          <pc:docMk/>
          <pc:sldMk cId="1327533360" sldId="344"/>
        </pc:sldMkLst>
        <pc:spChg chg="add del mod">
          <ac:chgData name="365 Pro Plus" userId="8a4ede6a-2f8b-4c6e-b52c-08ce3e3b5c4d" providerId="ADAL" clId="{F10BA664-AC72-4658-B3AD-ABCB8841465F}" dt="2021-08-31T15:46:42.380" v="8932" actId="5793"/>
          <ac:spMkLst>
            <pc:docMk/>
            <pc:sldMk cId="1327533360" sldId="344"/>
            <ac:spMk id="3" creationId="{39EB9500-7AAF-4015-B0B7-F898218682F7}"/>
          </ac:spMkLst>
        </pc:spChg>
        <pc:graphicFrameChg chg="add del mod">
          <ac:chgData name="365 Pro Plus" userId="8a4ede6a-2f8b-4c6e-b52c-08ce3e3b5c4d" providerId="ADAL" clId="{F10BA664-AC72-4658-B3AD-ABCB8841465F}" dt="2021-08-31T15:46:36.451" v="8918"/>
          <ac:graphicFrameMkLst>
            <pc:docMk/>
            <pc:sldMk cId="1327533360" sldId="344"/>
            <ac:graphicFrameMk id="4" creationId="{11367E52-FB65-4B4F-8CC5-50D24255AD19}"/>
          </ac:graphicFrameMkLst>
        </pc:graphicFrameChg>
        <pc:graphicFrameChg chg="add mod modGraphic">
          <ac:chgData name="365 Pro Plus" userId="8a4ede6a-2f8b-4c6e-b52c-08ce3e3b5c4d" providerId="ADAL" clId="{F10BA664-AC72-4658-B3AD-ABCB8841465F}" dt="2021-08-31T15:47:52.668" v="8949" actId="1076"/>
          <ac:graphicFrameMkLst>
            <pc:docMk/>
            <pc:sldMk cId="1327533360" sldId="344"/>
            <ac:graphicFrameMk id="5" creationId="{EB48A163-9069-441C-B2E3-E572AF5FB9A6}"/>
          </ac:graphicFrameMkLst>
        </pc:graphicFrameChg>
        <pc:graphicFrameChg chg="add mod modGraphic">
          <ac:chgData name="365 Pro Plus" userId="8a4ede6a-2f8b-4c6e-b52c-08ce3e3b5c4d" providerId="ADAL" clId="{F10BA664-AC72-4658-B3AD-ABCB8841465F}" dt="2021-08-31T15:48:20.055" v="8953" actId="1076"/>
          <ac:graphicFrameMkLst>
            <pc:docMk/>
            <pc:sldMk cId="1327533360" sldId="344"/>
            <ac:graphicFrameMk id="6" creationId="{145A0898-6DA0-4966-8B3F-A080ED40B2AA}"/>
          </ac:graphicFrameMkLst>
        </pc:graphicFrameChg>
        <pc:cxnChg chg="add mod">
          <ac:chgData name="365 Pro Plus" userId="8a4ede6a-2f8b-4c6e-b52c-08ce3e3b5c4d" providerId="ADAL" clId="{F10BA664-AC72-4658-B3AD-ABCB8841465F}" dt="2021-08-31T15:48:42.828" v="8957" actId="208"/>
          <ac:cxnSpMkLst>
            <pc:docMk/>
            <pc:sldMk cId="1327533360" sldId="344"/>
            <ac:cxnSpMk id="8" creationId="{BACB3DAE-B2BD-4C5F-931F-5B5B4D509BF2}"/>
          </ac:cxnSpMkLst>
        </pc:cxnChg>
      </pc:sldChg>
      <pc:sldChg chg="addSp delSp modSp add mod">
        <pc:chgData name="365 Pro Plus" userId="8a4ede6a-2f8b-4c6e-b52c-08ce3e3b5c4d" providerId="ADAL" clId="{F10BA664-AC72-4658-B3AD-ABCB8841465F}" dt="2021-08-31T16:01:22.877" v="9154"/>
        <pc:sldMkLst>
          <pc:docMk/>
          <pc:sldMk cId="1704460915" sldId="345"/>
        </pc:sldMkLst>
        <pc:spChg chg="mod">
          <ac:chgData name="365 Pro Plus" userId="8a4ede6a-2f8b-4c6e-b52c-08ce3e3b5c4d" providerId="ADAL" clId="{F10BA664-AC72-4658-B3AD-ABCB8841465F}" dt="2021-08-31T15:55:54.659" v="9077"/>
          <ac:spMkLst>
            <pc:docMk/>
            <pc:sldMk cId="1704460915" sldId="345"/>
            <ac:spMk id="2" creationId="{FD76DFD8-B864-4D51-84BE-3C5239B31462}"/>
          </ac:spMkLst>
        </pc:spChg>
        <pc:spChg chg="mod">
          <ac:chgData name="365 Pro Plus" userId="8a4ede6a-2f8b-4c6e-b52c-08ce3e3b5c4d" providerId="ADAL" clId="{F10BA664-AC72-4658-B3AD-ABCB8841465F}" dt="2021-08-31T16:01:22.877" v="9154"/>
          <ac:spMkLst>
            <pc:docMk/>
            <pc:sldMk cId="1704460915" sldId="345"/>
            <ac:spMk id="3" creationId="{E4C31EC9-0CDA-4905-BCCA-9C2023AD6BA7}"/>
          </ac:spMkLst>
        </pc:spChg>
        <pc:spChg chg="add mod">
          <ac:chgData name="365 Pro Plus" userId="8a4ede6a-2f8b-4c6e-b52c-08ce3e3b5c4d" providerId="ADAL" clId="{F10BA664-AC72-4658-B3AD-ABCB8841465F}" dt="2021-08-31T15:51:25.039" v="9018" actId="1076"/>
          <ac:spMkLst>
            <pc:docMk/>
            <pc:sldMk cId="1704460915" sldId="345"/>
            <ac:spMk id="5" creationId="{4CDC20B9-7B4C-4498-BE59-DE95B51C3A78}"/>
          </ac:spMkLst>
        </pc:spChg>
        <pc:spChg chg="add del mod">
          <ac:chgData name="365 Pro Plus" userId="8a4ede6a-2f8b-4c6e-b52c-08ce3e3b5c4d" providerId="ADAL" clId="{F10BA664-AC72-4658-B3AD-ABCB8841465F}" dt="2021-08-31T15:55:50.345" v="9066"/>
          <ac:spMkLst>
            <pc:docMk/>
            <pc:sldMk cId="1704460915" sldId="345"/>
            <ac:spMk id="7" creationId="{B7A81BAD-489F-40EA-A71E-29E75452A599}"/>
          </ac:spMkLst>
        </pc:spChg>
        <pc:graphicFrameChg chg="add del mod">
          <ac:chgData name="365 Pro Plus" userId="8a4ede6a-2f8b-4c6e-b52c-08ce3e3b5c4d" providerId="ADAL" clId="{F10BA664-AC72-4658-B3AD-ABCB8841465F}" dt="2021-08-31T15:56:06.125" v="9080" actId="1076"/>
          <ac:graphicFrameMkLst>
            <pc:docMk/>
            <pc:sldMk cId="1704460915" sldId="345"/>
            <ac:graphicFrameMk id="6" creationId="{20C95BB1-D967-4079-920A-97134DCC8E7B}"/>
          </ac:graphicFrameMkLst>
        </pc:graphicFrameChg>
        <pc:graphicFrameChg chg="add del mod">
          <ac:chgData name="365 Pro Plus" userId="8a4ede6a-2f8b-4c6e-b52c-08ce3e3b5c4d" providerId="ADAL" clId="{F10BA664-AC72-4658-B3AD-ABCB8841465F}" dt="2021-08-31T15:55:50.345" v="9066"/>
          <ac:graphicFrameMkLst>
            <pc:docMk/>
            <pc:sldMk cId="1704460915" sldId="345"/>
            <ac:graphicFrameMk id="8" creationId="{0FCCE27A-9E62-4E76-A91C-9E95A0AD617A}"/>
          </ac:graphicFrameMkLst>
        </pc:graphicFrameChg>
        <pc:picChg chg="del">
          <ac:chgData name="365 Pro Plus" userId="8a4ede6a-2f8b-4c6e-b52c-08ce3e3b5c4d" providerId="ADAL" clId="{F10BA664-AC72-4658-B3AD-ABCB8841465F}" dt="2021-08-31T15:51:18.697" v="9016" actId="478"/>
          <ac:picMkLst>
            <pc:docMk/>
            <pc:sldMk cId="1704460915" sldId="345"/>
            <ac:picMk id="4" creationId="{F305997B-7697-4A3E-9B00-5BEB36390EE4}"/>
          </ac:picMkLst>
        </pc:picChg>
      </pc:sldChg>
      <pc:sldChg chg="addSp delSp modSp add mod">
        <pc:chgData name="365 Pro Plus" userId="8a4ede6a-2f8b-4c6e-b52c-08ce3e3b5c4d" providerId="ADAL" clId="{F10BA664-AC72-4658-B3AD-ABCB8841465F}" dt="2021-08-31T16:01:22.877" v="9154"/>
        <pc:sldMkLst>
          <pc:docMk/>
          <pc:sldMk cId="2436447720" sldId="346"/>
        </pc:sldMkLst>
        <pc:spChg chg="mod">
          <ac:chgData name="365 Pro Plus" userId="8a4ede6a-2f8b-4c6e-b52c-08ce3e3b5c4d" providerId="ADAL" clId="{F10BA664-AC72-4658-B3AD-ABCB8841465F}" dt="2021-08-31T15:56:16.820" v="9090" actId="20577"/>
          <ac:spMkLst>
            <pc:docMk/>
            <pc:sldMk cId="2436447720" sldId="346"/>
            <ac:spMk id="2" creationId="{FD76DFD8-B864-4D51-84BE-3C5239B31462}"/>
          </ac:spMkLst>
        </pc:spChg>
        <pc:spChg chg="mod">
          <ac:chgData name="365 Pro Plus" userId="8a4ede6a-2f8b-4c6e-b52c-08ce3e3b5c4d" providerId="ADAL" clId="{F10BA664-AC72-4658-B3AD-ABCB8841465F}" dt="2021-08-31T16:01:22.877" v="9154"/>
          <ac:spMkLst>
            <pc:docMk/>
            <pc:sldMk cId="2436447720" sldId="346"/>
            <ac:spMk id="3" creationId="{E4C31EC9-0CDA-4905-BCCA-9C2023AD6BA7}"/>
          </ac:spMkLst>
        </pc:spChg>
        <pc:spChg chg="add mod">
          <ac:chgData name="365 Pro Plus" userId="8a4ede6a-2f8b-4c6e-b52c-08ce3e3b5c4d" providerId="ADAL" clId="{F10BA664-AC72-4658-B3AD-ABCB8841465F}" dt="2021-08-31T15:56:56.871" v="9098" actId="1076"/>
          <ac:spMkLst>
            <pc:docMk/>
            <pc:sldMk cId="2436447720" sldId="346"/>
            <ac:spMk id="4" creationId="{F645D6FC-844B-4DAF-8BE7-E3EFFA737517}"/>
          </ac:spMkLst>
        </pc:spChg>
        <pc:graphicFrameChg chg="del">
          <ac:chgData name="365 Pro Plus" userId="8a4ede6a-2f8b-4c6e-b52c-08ce3e3b5c4d" providerId="ADAL" clId="{F10BA664-AC72-4658-B3AD-ABCB8841465F}" dt="2021-08-31T15:56:50.371" v="9096" actId="478"/>
          <ac:graphicFrameMkLst>
            <pc:docMk/>
            <pc:sldMk cId="2436447720" sldId="346"/>
            <ac:graphicFrameMk id="6" creationId="{20C95BB1-D967-4079-920A-97134DCC8E7B}"/>
          </ac:graphicFrameMkLst>
        </pc:graphicFrameChg>
        <pc:graphicFrameChg chg="add mod">
          <ac:chgData name="365 Pro Plus" userId="8a4ede6a-2f8b-4c6e-b52c-08ce3e3b5c4d" providerId="ADAL" clId="{F10BA664-AC72-4658-B3AD-ABCB8841465F}" dt="2021-08-31T15:56:56.871" v="9098" actId="1076"/>
          <ac:graphicFrameMkLst>
            <pc:docMk/>
            <pc:sldMk cId="2436447720" sldId="346"/>
            <ac:graphicFrameMk id="7" creationId="{DCF27CD9-9C3E-41B3-954E-64B71C6C96EF}"/>
          </ac:graphicFrameMkLst>
        </pc:graphicFrameChg>
      </pc:sldChg>
      <pc:sldChg chg="add del">
        <pc:chgData name="365 Pro Plus" userId="8a4ede6a-2f8b-4c6e-b52c-08ce3e3b5c4d" providerId="ADAL" clId="{F10BA664-AC72-4658-B3AD-ABCB8841465F}" dt="2021-08-31T15:56:08.362" v="9082" actId="2890"/>
        <pc:sldMkLst>
          <pc:docMk/>
          <pc:sldMk cId="2957143562" sldId="346"/>
        </pc:sldMkLst>
      </pc:sldChg>
      <pc:sldChg chg="addSp delSp modSp add mod">
        <pc:chgData name="365 Pro Plus" userId="8a4ede6a-2f8b-4c6e-b52c-08ce3e3b5c4d" providerId="ADAL" clId="{F10BA664-AC72-4658-B3AD-ABCB8841465F}" dt="2021-08-31T16:01:22.877" v="9154"/>
        <pc:sldMkLst>
          <pc:docMk/>
          <pc:sldMk cId="882256619" sldId="347"/>
        </pc:sldMkLst>
        <pc:spChg chg="mod">
          <ac:chgData name="365 Pro Plus" userId="8a4ede6a-2f8b-4c6e-b52c-08ce3e3b5c4d" providerId="ADAL" clId="{F10BA664-AC72-4658-B3AD-ABCB8841465F}" dt="2021-08-31T15:57:20.557" v="9109" actId="20577"/>
          <ac:spMkLst>
            <pc:docMk/>
            <pc:sldMk cId="882256619" sldId="347"/>
            <ac:spMk id="2" creationId="{FD76DFD8-B864-4D51-84BE-3C5239B31462}"/>
          </ac:spMkLst>
        </pc:spChg>
        <pc:spChg chg="mod">
          <ac:chgData name="365 Pro Plus" userId="8a4ede6a-2f8b-4c6e-b52c-08ce3e3b5c4d" providerId="ADAL" clId="{F10BA664-AC72-4658-B3AD-ABCB8841465F}" dt="2021-08-31T16:01:22.877" v="9154"/>
          <ac:spMkLst>
            <pc:docMk/>
            <pc:sldMk cId="882256619" sldId="347"/>
            <ac:spMk id="3" creationId="{E4C31EC9-0CDA-4905-BCCA-9C2023AD6BA7}"/>
          </ac:spMkLst>
        </pc:spChg>
        <pc:graphicFrameChg chg="del">
          <ac:chgData name="365 Pro Plus" userId="8a4ede6a-2f8b-4c6e-b52c-08ce3e3b5c4d" providerId="ADAL" clId="{F10BA664-AC72-4658-B3AD-ABCB8841465F}" dt="2021-08-31T15:57:49.837" v="9115" actId="478"/>
          <ac:graphicFrameMkLst>
            <pc:docMk/>
            <pc:sldMk cId="882256619" sldId="347"/>
            <ac:graphicFrameMk id="7" creationId="{DCF27CD9-9C3E-41B3-954E-64B71C6C96EF}"/>
          </ac:graphicFrameMkLst>
        </pc:graphicFrameChg>
        <pc:picChg chg="add mod">
          <ac:chgData name="365 Pro Plus" userId="8a4ede6a-2f8b-4c6e-b52c-08ce3e3b5c4d" providerId="ADAL" clId="{F10BA664-AC72-4658-B3AD-ABCB8841465F}" dt="2021-08-31T15:58:04.956" v="9120" actId="1076"/>
          <ac:picMkLst>
            <pc:docMk/>
            <pc:sldMk cId="882256619" sldId="347"/>
            <ac:picMk id="6" creationId="{23445F8E-C28D-4FBF-B86D-F121C9754919}"/>
          </ac:picMkLst>
        </pc:picChg>
      </pc:sldChg>
      <pc:sldChg chg="delSp modSp add mod">
        <pc:chgData name="365 Pro Plus" userId="8a4ede6a-2f8b-4c6e-b52c-08ce3e3b5c4d" providerId="ADAL" clId="{F10BA664-AC72-4658-B3AD-ABCB8841465F}" dt="2021-08-31T16:05:27.381" v="9303"/>
        <pc:sldMkLst>
          <pc:docMk/>
          <pc:sldMk cId="3828618125" sldId="348"/>
        </pc:sldMkLst>
        <pc:spChg chg="mod">
          <ac:chgData name="365 Pro Plus" userId="8a4ede6a-2f8b-4c6e-b52c-08ce3e3b5c4d" providerId="ADAL" clId="{F10BA664-AC72-4658-B3AD-ABCB8841465F}" dt="2021-08-31T16:03:40.513" v="9297" actId="404"/>
          <ac:spMkLst>
            <pc:docMk/>
            <pc:sldMk cId="3828618125" sldId="348"/>
            <ac:spMk id="2" creationId="{FD76DFD8-B864-4D51-84BE-3C5239B31462}"/>
          </ac:spMkLst>
        </pc:spChg>
        <pc:spChg chg="mod">
          <ac:chgData name="365 Pro Plus" userId="8a4ede6a-2f8b-4c6e-b52c-08ce3e3b5c4d" providerId="ADAL" clId="{F10BA664-AC72-4658-B3AD-ABCB8841465F}" dt="2021-08-31T16:05:27.381" v="9303"/>
          <ac:spMkLst>
            <pc:docMk/>
            <pc:sldMk cId="3828618125" sldId="348"/>
            <ac:spMk id="3" creationId="{E4C31EC9-0CDA-4905-BCCA-9C2023AD6BA7}"/>
          </ac:spMkLst>
        </pc:spChg>
        <pc:picChg chg="del">
          <ac:chgData name="365 Pro Plus" userId="8a4ede6a-2f8b-4c6e-b52c-08ce3e3b5c4d" providerId="ADAL" clId="{F10BA664-AC72-4658-B3AD-ABCB8841465F}" dt="2021-08-31T16:04:35.100" v="9298" actId="478"/>
          <ac:picMkLst>
            <pc:docMk/>
            <pc:sldMk cId="3828618125" sldId="348"/>
            <ac:picMk id="6" creationId="{23445F8E-C28D-4FBF-B86D-F121C9754919}"/>
          </ac:picMkLst>
        </pc:picChg>
      </pc:sldChg>
      <pc:sldChg chg="modSp add del mod">
        <pc:chgData name="365 Pro Plus" userId="8a4ede6a-2f8b-4c6e-b52c-08ce3e3b5c4d" providerId="ADAL" clId="{F10BA664-AC72-4658-B3AD-ABCB8841465F}" dt="2021-08-31T16:08:02.452" v="9345" actId="47"/>
        <pc:sldMkLst>
          <pc:docMk/>
          <pc:sldMk cId="2925349083" sldId="349"/>
        </pc:sldMkLst>
        <pc:spChg chg="mod">
          <ac:chgData name="365 Pro Plus" userId="8a4ede6a-2f8b-4c6e-b52c-08ce3e3b5c4d" providerId="ADAL" clId="{F10BA664-AC72-4658-B3AD-ABCB8841465F}" dt="2021-08-31T16:06:56.092" v="9341" actId="12"/>
          <ac:spMkLst>
            <pc:docMk/>
            <pc:sldMk cId="2925349083" sldId="349"/>
            <ac:spMk id="3" creationId="{E4C31EC9-0CDA-4905-BCCA-9C2023AD6BA7}"/>
          </ac:spMkLst>
        </pc:spChg>
      </pc:sldChg>
      <pc:sldChg chg="modSp add mod ord">
        <pc:chgData name="365 Pro Plus" userId="8a4ede6a-2f8b-4c6e-b52c-08ce3e3b5c4d" providerId="ADAL" clId="{F10BA664-AC72-4658-B3AD-ABCB8841465F}" dt="2021-08-31T16:10:12.864" v="9366"/>
        <pc:sldMkLst>
          <pc:docMk/>
          <pc:sldMk cId="3489236980" sldId="350"/>
        </pc:sldMkLst>
        <pc:spChg chg="mod">
          <ac:chgData name="365 Pro Plus" userId="8a4ede6a-2f8b-4c6e-b52c-08ce3e3b5c4d" providerId="ADAL" clId="{F10BA664-AC72-4658-B3AD-ABCB8841465F}" dt="2021-08-31T16:07:56.399" v="9344" actId="27636"/>
          <ac:spMkLst>
            <pc:docMk/>
            <pc:sldMk cId="3489236980" sldId="350"/>
            <ac:spMk id="3" creationId="{E4C31EC9-0CDA-4905-BCCA-9C2023AD6BA7}"/>
          </ac:spMkLst>
        </pc:spChg>
      </pc:sldChg>
      <pc:sldChg chg="addSp modSp add mod">
        <pc:chgData name="365 Pro Plus" userId="8a4ede6a-2f8b-4c6e-b52c-08ce3e3b5c4d" providerId="ADAL" clId="{F10BA664-AC72-4658-B3AD-ABCB8841465F}" dt="2021-08-31T16:10:10.136" v="9364"/>
        <pc:sldMkLst>
          <pc:docMk/>
          <pc:sldMk cId="1973790119" sldId="351"/>
        </pc:sldMkLst>
        <pc:spChg chg="mod">
          <ac:chgData name="365 Pro Plus" userId="8a4ede6a-2f8b-4c6e-b52c-08ce3e3b5c4d" providerId="ADAL" clId="{F10BA664-AC72-4658-B3AD-ABCB8841465F}" dt="2021-08-31T16:09:05.092" v="9360" actId="5793"/>
          <ac:spMkLst>
            <pc:docMk/>
            <pc:sldMk cId="1973790119" sldId="351"/>
            <ac:spMk id="3" creationId="{E4C31EC9-0CDA-4905-BCCA-9C2023AD6BA7}"/>
          </ac:spMkLst>
        </pc:spChg>
        <pc:graphicFrameChg chg="add mod">
          <ac:chgData name="365 Pro Plus" userId="8a4ede6a-2f8b-4c6e-b52c-08ce3e3b5c4d" providerId="ADAL" clId="{F10BA664-AC72-4658-B3AD-ABCB8841465F}" dt="2021-08-31T16:09:12.730" v="9362" actId="1076"/>
          <ac:graphicFrameMkLst>
            <pc:docMk/>
            <pc:sldMk cId="1973790119" sldId="351"/>
            <ac:graphicFrameMk id="6" creationId="{9143BEE1-6A62-4F13-A72E-D601F80A3B56}"/>
          </ac:graphicFrameMkLst>
        </pc:graphicFrameChg>
        <pc:graphicFrameChg chg="add mod">
          <ac:chgData name="365 Pro Plus" userId="8a4ede6a-2f8b-4c6e-b52c-08ce3e3b5c4d" providerId="ADAL" clId="{F10BA664-AC72-4658-B3AD-ABCB8841465F}" dt="2021-08-31T16:10:10.136" v="9364"/>
          <ac:graphicFrameMkLst>
            <pc:docMk/>
            <pc:sldMk cId="1973790119" sldId="351"/>
            <ac:graphicFrameMk id="7" creationId="{A488411A-2994-4FAD-A519-5CFF906B32B0}"/>
          </ac:graphicFrameMkLst>
        </pc:graphicFrameChg>
      </pc:sldChg>
      <pc:sldChg chg="modSp add mod ord">
        <pc:chgData name="365 Pro Plus" userId="8a4ede6a-2f8b-4c6e-b52c-08ce3e3b5c4d" providerId="ADAL" clId="{F10BA664-AC72-4658-B3AD-ABCB8841465F}" dt="2021-08-31T16:26:05.463" v="9558" actId="255"/>
        <pc:sldMkLst>
          <pc:docMk/>
          <pc:sldMk cId="763107813" sldId="352"/>
        </pc:sldMkLst>
        <pc:spChg chg="mod">
          <ac:chgData name="365 Pro Plus" userId="8a4ede6a-2f8b-4c6e-b52c-08ce3e3b5c4d" providerId="ADAL" clId="{F10BA664-AC72-4658-B3AD-ABCB8841465F}" dt="2021-08-31T16:26:05.463" v="9558" actId="255"/>
          <ac:spMkLst>
            <pc:docMk/>
            <pc:sldMk cId="763107813" sldId="352"/>
            <ac:spMk id="3" creationId="{E4C31EC9-0CDA-4905-BCCA-9C2023AD6BA7}"/>
          </ac:spMkLst>
        </pc:spChg>
      </pc:sldChg>
      <pc:sldChg chg="modSp add mod">
        <pc:chgData name="365 Pro Plus" userId="8a4ede6a-2f8b-4c6e-b52c-08ce3e3b5c4d" providerId="ADAL" clId="{F10BA664-AC72-4658-B3AD-ABCB8841465F}" dt="2021-08-31T16:25:38.831" v="9554" actId="255"/>
        <pc:sldMkLst>
          <pc:docMk/>
          <pc:sldMk cId="1176475880" sldId="353"/>
        </pc:sldMkLst>
        <pc:spChg chg="mod">
          <ac:chgData name="365 Pro Plus" userId="8a4ede6a-2f8b-4c6e-b52c-08ce3e3b5c4d" providerId="ADAL" clId="{F10BA664-AC72-4658-B3AD-ABCB8841465F}" dt="2021-08-31T16:25:38.831" v="9554" actId="255"/>
          <ac:spMkLst>
            <pc:docMk/>
            <pc:sldMk cId="1176475880" sldId="353"/>
            <ac:spMk id="3" creationId="{E4C31EC9-0CDA-4905-BCCA-9C2023AD6BA7}"/>
          </ac:spMkLst>
        </pc:spChg>
      </pc:sldChg>
      <pc:sldChg chg="modSp add mod">
        <pc:chgData name="365 Pro Plus" userId="8a4ede6a-2f8b-4c6e-b52c-08ce3e3b5c4d" providerId="ADAL" clId="{F10BA664-AC72-4658-B3AD-ABCB8841465F}" dt="2021-08-31T16:25:30.148" v="9553" actId="20577"/>
        <pc:sldMkLst>
          <pc:docMk/>
          <pc:sldMk cId="2416285433" sldId="354"/>
        </pc:sldMkLst>
        <pc:spChg chg="mod">
          <ac:chgData name="365 Pro Plus" userId="8a4ede6a-2f8b-4c6e-b52c-08ce3e3b5c4d" providerId="ADAL" clId="{F10BA664-AC72-4658-B3AD-ABCB8841465F}" dt="2021-08-31T16:25:30.148" v="9553" actId="20577"/>
          <ac:spMkLst>
            <pc:docMk/>
            <pc:sldMk cId="2416285433" sldId="354"/>
            <ac:spMk id="3" creationId="{E4C31EC9-0CDA-4905-BCCA-9C2023AD6BA7}"/>
          </ac:spMkLst>
        </pc:spChg>
      </pc:sldChg>
      <pc:sldChg chg="addSp delSp modSp add mod">
        <pc:chgData name="365 Pro Plus" userId="8a4ede6a-2f8b-4c6e-b52c-08ce3e3b5c4d" providerId="ADAL" clId="{F10BA664-AC72-4658-B3AD-ABCB8841465F}" dt="2021-08-31T16:25:19.792" v="9551" actId="255"/>
        <pc:sldMkLst>
          <pc:docMk/>
          <pc:sldMk cId="20441962" sldId="355"/>
        </pc:sldMkLst>
        <pc:spChg chg="mod">
          <ac:chgData name="365 Pro Plus" userId="8a4ede6a-2f8b-4c6e-b52c-08ce3e3b5c4d" providerId="ADAL" clId="{F10BA664-AC72-4658-B3AD-ABCB8841465F}" dt="2021-08-31T16:25:19.792" v="9551" actId="255"/>
          <ac:spMkLst>
            <pc:docMk/>
            <pc:sldMk cId="20441962" sldId="355"/>
            <ac:spMk id="3" creationId="{E4C31EC9-0CDA-4905-BCCA-9C2023AD6BA7}"/>
          </ac:spMkLst>
        </pc:spChg>
        <pc:spChg chg="del">
          <ac:chgData name="365 Pro Plus" userId="8a4ede6a-2f8b-4c6e-b52c-08ce3e3b5c4d" providerId="ADAL" clId="{F10BA664-AC72-4658-B3AD-ABCB8841465F}" dt="2021-08-31T16:21:21.141" v="9509" actId="478"/>
          <ac:spMkLst>
            <pc:docMk/>
            <pc:sldMk cId="20441962" sldId="355"/>
            <ac:spMk id="5" creationId="{4CDC20B9-7B4C-4498-BE59-DE95B51C3A78}"/>
          </ac:spMkLst>
        </pc:spChg>
        <pc:picChg chg="add mod">
          <ac:chgData name="365 Pro Plus" userId="8a4ede6a-2f8b-4c6e-b52c-08ce3e3b5c4d" providerId="ADAL" clId="{F10BA664-AC72-4658-B3AD-ABCB8841465F}" dt="2021-08-31T16:23:11.262" v="9525" actId="1076"/>
          <ac:picMkLst>
            <pc:docMk/>
            <pc:sldMk cId="20441962" sldId="355"/>
            <ac:picMk id="6" creationId="{7981EC01-698F-4F18-9F34-CA33F7C3DCC1}"/>
          </ac:picMkLst>
        </pc:picChg>
      </pc:sldChg>
      <pc:sldChg chg="delSp modSp add mod">
        <pc:chgData name="365 Pro Plus" userId="8a4ede6a-2f8b-4c6e-b52c-08ce3e3b5c4d" providerId="ADAL" clId="{F10BA664-AC72-4658-B3AD-ABCB8841465F}" dt="2021-08-31T16:25:13.689" v="9550" actId="255"/>
        <pc:sldMkLst>
          <pc:docMk/>
          <pc:sldMk cId="669401237" sldId="356"/>
        </pc:sldMkLst>
        <pc:spChg chg="mod">
          <ac:chgData name="365 Pro Plus" userId="8a4ede6a-2f8b-4c6e-b52c-08ce3e3b5c4d" providerId="ADAL" clId="{F10BA664-AC72-4658-B3AD-ABCB8841465F}" dt="2021-08-31T16:25:13.689" v="9550" actId="255"/>
          <ac:spMkLst>
            <pc:docMk/>
            <pc:sldMk cId="669401237" sldId="356"/>
            <ac:spMk id="3" creationId="{E4C31EC9-0CDA-4905-BCCA-9C2023AD6BA7}"/>
          </ac:spMkLst>
        </pc:spChg>
        <pc:picChg chg="del">
          <ac:chgData name="365 Pro Plus" userId="8a4ede6a-2f8b-4c6e-b52c-08ce3e3b5c4d" providerId="ADAL" clId="{F10BA664-AC72-4658-B3AD-ABCB8841465F}" dt="2021-08-31T16:23:23.338" v="9528" actId="478"/>
          <ac:picMkLst>
            <pc:docMk/>
            <pc:sldMk cId="669401237" sldId="356"/>
            <ac:picMk id="6" creationId="{7981EC01-698F-4F18-9F34-CA33F7C3DCC1}"/>
          </ac:picMkLst>
        </pc:picChg>
      </pc:sldChg>
      <pc:sldChg chg="modSp add mod">
        <pc:chgData name="365 Pro Plus" userId="8a4ede6a-2f8b-4c6e-b52c-08ce3e3b5c4d" providerId="ADAL" clId="{F10BA664-AC72-4658-B3AD-ABCB8841465F}" dt="2021-08-31T16:32:37.797" v="9999" actId="27636"/>
        <pc:sldMkLst>
          <pc:docMk/>
          <pc:sldMk cId="3938207314" sldId="357"/>
        </pc:sldMkLst>
        <pc:spChg chg="mod">
          <ac:chgData name="365 Pro Plus" userId="8a4ede6a-2f8b-4c6e-b52c-08ce3e3b5c4d" providerId="ADAL" clId="{F10BA664-AC72-4658-B3AD-ABCB8841465F}" dt="2021-08-31T16:29:08.233" v="9595" actId="20577"/>
          <ac:spMkLst>
            <pc:docMk/>
            <pc:sldMk cId="3938207314" sldId="357"/>
            <ac:spMk id="2" creationId="{FD76DFD8-B864-4D51-84BE-3C5239B31462}"/>
          </ac:spMkLst>
        </pc:spChg>
        <pc:spChg chg="mod">
          <ac:chgData name="365 Pro Plus" userId="8a4ede6a-2f8b-4c6e-b52c-08ce3e3b5c4d" providerId="ADAL" clId="{F10BA664-AC72-4658-B3AD-ABCB8841465F}" dt="2021-08-31T16:32:37.797" v="9999" actId="27636"/>
          <ac:spMkLst>
            <pc:docMk/>
            <pc:sldMk cId="3938207314" sldId="357"/>
            <ac:spMk id="3" creationId="{E4C31EC9-0CDA-4905-BCCA-9C2023AD6BA7}"/>
          </ac:spMkLst>
        </pc:spChg>
      </pc:sldChg>
      <pc:sldChg chg="addSp modSp add mod">
        <pc:chgData name="365 Pro Plus" userId="8a4ede6a-2f8b-4c6e-b52c-08ce3e3b5c4d" providerId="ADAL" clId="{F10BA664-AC72-4658-B3AD-ABCB8841465F}" dt="2021-08-31T16:35:33.348" v="10345" actId="14100"/>
        <pc:sldMkLst>
          <pc:docMk/>
          <pc:sldMk cId="1128507640" sldId="358"/>
        </pc:sldMkLst>
        <pc:spChg chg="mod">
          <ac:chgData name="365 Pro Plus" userId="8a4ede6a-2f8b-4c6e-b52c-08ce3e3b5c4d" providerId="ADAL" clId="{F10BA664-AC72-4658-B3AD-ABCB8841465F}" dt="2021-08-31T16:35:26.431" v="10344" actId="20577"/>
          <ac:spMkLst>
            <pc:docMk/>
            <pc:sldMk cId="1128507640" sldId="358"/>
            <ac:spMk id="3" creationId="{E4C31EC9-0CDA-4905-BCCA-9C2023AD6BA7}"/>
          </ac:spMkLst>
        </pc:spChg>
        <pc:picChg chg="add mod">
          <ac:chgData name="365 Pro Plus" userId="8a4ede6a-2f8b-4c6e-b52c-08ce3e3b5c4d" providerId="ADAL" clId="{F10BA664-AC72-4658-B3AD-ABCB8841465F}" dt="2021-08-31T16:35:33.348" v="10345" actId="14100"/>
          <ac:picMkLst>
            <pc:docMk/>
            <pc:sldMk cId="1128507640" sldId="358"/>
            <ac:picMk id="5" creationId="{66DEEDE0-0271-4224-90B8-9CE699237A0A}"/>
          </ac:picMkLst>
        </pc:picChg>
      </pc:sldChg>
      <pc:sldChg chg="modSp new mod">
        <pc:chgData name="365 Pro Plus" userId="8a4ede6a-2f8b-4c6e-b52c-08ce3e3b5c4d" providerId="ADAL" clId="{F10BA664-AC72-4658-B3AD-ABCB8841465F}" dt="2021-08-31T16:44:02.839" v="11023" actId="20577"/>
        <pc:sldMkLst>
          <pc:docMk/>
          <pc:sldMk cId="3331582453" sldId="359"/>
        </pc:sldMkLst>
        <pc:spChg chg="mod">
          <ac:chgData name="365 Pro Plus" userId="8a4ede6a-2f8b-4c6e-b52c-08ce3e3b5c4d" providerId="ADAL" clId="{F10BA664-AC72-4658-B3AD-ABCB8841465F}" dt="2021-08-31T16:37:16.639" v="10353" actId="20577"/>
          <ac:spMkLst>
            <pc:docMk/>
            <pc:sldMk cId="3331582453" sldId="359"/>
            <ac:spMk id="2" creationId="{01EEF225-DE72-49D4-AFA0-69FAEB99E2E2}"/>
          </ac:spMkLst>
        </pc:spChg>
        <pc:spChg chg="mod">
          <ac:chgData name="365 Pro Plus" userId="8a4ede6a-2f8b-4c6e-b52c-08ce3e3b5c4d" providerId="ADAL" clId="{F10BA664-AC72-4658-B3AD-ABCB8841465F}" dt="2021-08-31T16:44:02.839" v="11023" actId="20577"/>
          <ac:spMkLst>
            <pc:docMk/>
            <pc:sldMk cId="3331582453" sldId="359"/>
            <ac:spMk id="3" creationId="{BA15D2F0-A2F6-4AF5-97CC-05DCC1F5FE8A}"/>
          </ac:spMkLst>
        </pc:spChg>
      </pc:sldChg>
    </pc:docChg>
  </pc:docChgLst>
  <pc:docChgLst>
    <pc:chgData name="365 Pro Plus" userId="8a4ede6a-2f8b-4c6e-b52c-08ce3e3b5c4d" providerId="ADAL" clId="{075BB936-E047-4070-81EE-D3B0C3ED3E95}"/>
    <pc:docChg chg="modSld">
      <pc:chgData name="365 Pro Plus" userId="8a4ede6a-2f8b-4c6e-b52c-08ce3e3b5c4d" providerId="ADAL" clId="{075BB936-E047-4070-81EE-D3B0C3ED3E95}" dt="2020-12-03T14:09:52.811" v="1" actId="20577"/>
      <pc:docMkLst>
        <pc:docMk/>
      </pc:docMkLst>
      <pc:sldChg chg="modSp mod">
        <pc:chgData name="365 Pro Plus" userId="8a4ede6a-2f8b-4c6e-b52c-08ce3e3b5c4d" providerId="ADAL" clId="{075BB936-E047-4070-81EE-D3B0C3ED3E95}" dt="2020-12-03T14:02:42.516" v="0" actId="20577"/>
        <pc:sldMkLst>
          <pc:docMk/>
          <pc:sldMk cId="3930945791" sldId="266"/>
        </pc:sldMkLst>
        <pc:spChg chg="mod">
          <ac:chgData name="365 Pro Plus" userId="8a4ede6a-2f8b-4c6e-b52c-08ce3e3b5c4d" providerId="ADAL" clId="{075BB936-E047-4070-81EE-D3B0C3ED3E95}" dt="2020-12-03T14:02:42.516" v="0" actId="20577"/>
          <ac:spMkLst>
            <pc:docMk/>
            <pc:sldMk cId="3930945791" sldId="266"/>
            <ac:spMk id="3" creationId="{00000000-0000-0000-0000-000000000000}"/>
          </ac:spMkLst>
        </pc:spChg>
      </pc:sldChg>
      <pc:sldChg chg="modSp mod">
        <pc:chgData name="365 Pro Plus" userId="8a4ede6a-2f8b-4c6e-b52c-08ce3e3b5c4d" providerId="ADAL" clId="{075BB936-E047-4070-81EE-D3B0C3ED3E95}" dt="2020-12-03T14:09:52.811" v="1" actId="20577"/>
        <pc:sldMkLst>
          <pc:docMk/>
          <pc:sldMk cId="861382456" sldId="269"/>
        </pc:sldMkLst>
        <pc:spChg chg="mod">
          <ac:chgData name="365 Pro Plus" userId="8a4ede6a-2f8b-4c6e-b52c-08ce3e3b5c4d" providerId="ADAL" clId="{075BB936-E047-4070-81EE-D3B0C3ED3E95}" dt="2020-12-03T14:09:52.811" v="1" actId="20577"/>
          <ac:spMkLst>
            <pc:docMk/>
            <pc:sldMk cId="861382456" sldId="269"/>
            <ac:spMk id="3" creationId="{00000000-0000-0000-0000-000000000000}"/>
          </ac:spMkLst>
        </pc:spChg>
      </pc:sldChg>
    </pc:docChg>
  </pc:docChgLst>
  <pc:docChgLst>
    <pc:chgData name="365 Pro Plus" userId="8a4ede6a-2f8b-4c6e-b52c-08ce3e3b5c4d" providerId="ADAL" clId="{F8E4E9AE-9BAF-46D7-BAE7-3AF678358C72}"/>
    <pc:docChg chg="modSld">
      <pc:chgData name="365 Pro Plus" userId="8a4ede6a-2f8b-4c6e-b52c-08ce3e3b5c4d" providerId="ADAL" clId="{F8E4E9AE-9BAF-46D7-BAE7-3AF678358C72}" dt="2021-08-31T17:01:30.099" v="66" actId="20577"/>
      <pc:docMkLst>
        <pc:docMk/>
      </pc:docMkLst>
      <pc:sldChg chg="modSp mod">
        <pc:chgData name="365 Pro Plus" userId="8a4ede6a-2f8b-4c6e-b52c-08ce3e3b5c4d" providerId="ADAL" clId="{F8E4E9AE-9BAF-46D7-BAE7-3AF678358C72}" dt="2021-08-31T17:01:30.099" v="66" actId="20577"/>
        <pc:sldMkLst>
          <pc:docMk/>
          <pc:sldMk cId="0" sldId="256"/>
        </pc:sldMkLst>
        <pc:spChg chg="mod">
          <ac:chgData name="365 Pro Plus" userId="8a4ede6a-2f8b-4c6e-b52c-08ce3e3b5c4d" providerId="ADAL" clId="{F8E4E9AE-9BAF-46D7-BAE7-3AF678358C72}" dt="2021-08-31T17:01:30.099" v="66" actId="20577"/>
          <ac:spMkLst>
            <pc:docMk/>
            <pc:sldMk cId="0" sldId="256"/>
            <ac:spMk id="54" creationId="{00000000-0000-0000-0000-000000000000}"/>
          </ac:spMkLst>
        </pc:spChg>
      </pc:sldChg>
    </pc:docChg>
  </pc:docChgLst>
  <pc:docChgLst>
    <pc:chgData name="365 Pro Plus" userId="8a4ede6a-2f8b-4c6e-b52c-08ce3e3b5c4d" providerId="ADAL" clId="{E91601CC-018A-44E3-BE1A-FBDC3149E008}"/>
    <pc:docChg chg="undo redo custSel addSld delSld modSld sldOrd">
      <pc:chgData name="365 Pro Plus" userId="8a4ede6a-2f8b-4c6e-b52c-08ce3e3b5c4d" providerId="ADAL" clId="{E91601CC-018A-44E3-BE1A-FBDC3149E008}" dt="2021-09-01T05:10:39.161" v="2096" actId="47"/>
      <pc:docMkLst>
        <pc:docMk/>
      </pc:docMkLst>
      <pc:sldChg chg="modSp mod">
        <pc:chgData name="365 Pro Plus" userId="8a4ede6a-2f8b-4c6e-b52c-08ce3e3b5c4d" providerId="ADAL" clId="{E91601CC-018A-44E3-BE1A-FBDC3149E008}" dt="2021-08-31T17:26:18.118" v="268" actId="2711"/>
        <pc:sldMkLst>
          <pc:docMk/>
          <pc:sldMk cId="0" sldId="256"/>
        </pc:sldMkLst>
        <pc:spChg chg="mod">
          <ac:chgData name="365 Pro Plus" userId="8a4ede6a-2f8b-4c6e-b52c-08ce3e3b5c4d" providerId="ADAL" clId="{E91601CC-018A-44E3-BE1A-FBDC3149E008}" dt="2021-08-31T17:26:18.118" v="268" actId="2711"/>
          <ac:spMkLst>
            <pc:docMk/>
            <pc:sldMk cId="0" sldId="256"/>
            <ac:spMk id="2" creationId="{D60CB2C1-C816-4518-B132-46753F9C01AC}"/>
          </ac:spMkLst>
        </pc:spChg>
        <pc:spChg chg="mod">
          <ac:chgData name="365 Pro Plus" userId="8a4ede6a-2f8b-4c6e-b52c-08ce3e3b5c4d" providerId="ADAL" clId="{E91601CC-018A-44E3-BE1A-FBDC3149E008}" dt="2021-08-31T17:26:18.118" v="268" actId="2711"/>
          <ac:spMkLst>
            <pc:docMk/>
            <pc:sldMk cId="0" sldId="256"/>
            <ac:spMk id="54" creationId="{00000000-0000-0000-0000-000000000000}"/>
          </ac:spMkLst>
        </pc:spChg>
      </pc:sldChg>
      <pc:sldChg chg="modSp add del mod">
        <pc:chgData name="365 Pro Plus" userId="8a4ede6a-2f8b-4c6e-b52c-08ce3e3b5c4d" providerId="ADAL" clId="{E91601CC-018A-44E3-BE1A-FBDC3149E008}" dt="2021-08-31T17:26:30.863" v="270" actId="2711"/>
        <pc:sldMkLst>
          <pc:docMk/>
          <pc:sldMk cId="3294539158" sldId="257"/>
        </pc:sldMkLst>
        <pc:spChg chg="mod">
          <ac:chgData name="365 Pro Plus" userId="8a4ede6a-2f8b-4c6e-b52c-08ce3e3b5c4d" providerId="ADAL" clId="{E91601CC-018A-44E3-BE1A-FBDC3149E008}" dt="2021-08-31T17:26:30.863" v="270" actId="2711"/>
          <ac:spMkLst>
            <pc:docMk/>
            <pc:sldMk cId="3294539158" sldId="257"/>
            <ac:spMk id="2" creationId="{6DEE02A0-71D4-44CB-95CD-C4004727DA08}"/>
          </ac:spMkLst>
        </pc:spChg>
        <pc:spChg chg="mod">
          <ac:chgData name="365 Pro Plus" userId="8a4ede6a-2f8b-4c6e-b52c-08ce3e3b5c4d" providerId="ADAL" clId="{E91601CC-018A-44E3-BE1A-FBDC3149E008}" dt="2021-08-31T17:26:30.863" v="270" actId="2711"/>
          <ac:spMkLst>
            <pc:docMk/>
            <pc:sldMk cId="3294539158" sldId="257"/>
            <ac:spMk id="3" creationId="{53428026-1A2C-477E-B416-C86ED237F512}"/>
          </ac:spMkLst>
        </pc:spChg>
      </pc:sldChg>
      <pc:sldChg chg="modSp add mod">
        <pc:chgData name="365 Pro Plus" userId="8a4ede6a-2f8b-4c6e-b52c-08ce3e3b5c4d" providerId="ADAL" clId="{E91601CC-018A-44E3-BE1A-FBDC3149E008}" dt="2021-08-31T17:24:00.948" v="251" actId="2711"/>
        <pc:sldMkLst>
          <pc:docMk/>
          <pc:sldMk cId="4169195282" sldId="258"/>
        </pc:sldMkLst>
        <pc:spChg chg="mod">
          <ac:chgData name="365 Pro Plus" userId="8a4ede6a-2f8b-4c6e-b52c-08ce3e3b5c4d" providerId="ADAL" clId="{E91601CC-018A-44E3-BE1A-FBDC3149E008}" dt="2021-08-31T17:24:00.948" v="251" actId="2711"/>
          <ac:spMkLst>
            <pc:docMk/>
            <pc:sldMk cId="4169195282" sldId="258"/>
            <ac:spMk id="2" creationId="{00000000-0000-0000-0000-000000000000}"/>
          </ac:spMkLst>
        </pc:spChg>
        <pc:spChg chg="mod">
          <ac:chgData name="365 Pro Plus" userId="8a4ede6a-2f8b-4c6e-b52c-08ce3e3b5c4d" providerId="ADAL" clId="{E91601CC-018A-44E3-BE1A-FBDC3149E008}" dt="2021-08-31T17:24:00.948" v="251" actId="2711"/>
          <ac:spMkLst>
            <pc:docMk/>
            <pc:sldMk cId="4169195282" sldId="258"/>
            <ac:spMk id="4" creationId="{00000000-0000-0000-0000-000000000000}"/>
          </ac:spMkLst>
        </pc:spChg>
        <pc:spChg chg="mod">
          <ac:chgData name="365 Pro Plus" userId="8a4ede6a-2f8b-4c6e-b52c-08ce3e3b5c4d" providerId="ADAL" clId="{E91601CC-018A-44E3-BE1A-FBDC3149E008}" dt="2021-08-31T17:24:00.948" v="251" actId="2711"/>
          <ac:spMkLst>
            <pc:docMk/>
            <pc:sldMk cId="4169195282" sldId="258"/>
            <ac:spMk id="6" creationId="{00000000-0000-0000-0000-000000000000}"/>
          </ac:spMkLst>
        </pc:spChg>
        <pc:spChg chg="mod">
          <ac:chgData name="365 Pro Plus" userId="8a4ede6a-2f8b-4c6e-b52c-08ce3e3b5c4d" providerId="ADAL" clId="{E91601CC-018A-44E3-BE1A-FBDC3149E008}" dt="2021-08-31T17:24:00.948" v="251" actId="2711"/>
          <ac:spMkLst>
            <pc:docMk/>
            <pc:sldMk cId="4169195282" sldId="258"/>
            <ac:spMk id="14" creationId="{00000000-0000-0000-0000-000000000000}"/>
          </ac:spMkLst>
        </pc:spChg>
        <pc:spChg chg="mod">
          <ac:chgData name="365 Pro Plus" userId="8a4ede6a-2f8b-4c6e-b52c-08ce3e3b5c4d" providerId="ADAL" clId="{E91601CC-018A-44E3-BE1A-FBDC3149E008}" dt="2021-08-31T17:24:00.948" v="251" actId="2711"/>
          <ac:spMkLst>
            <pc:docMk/>
            <pc:sldMk cId="4169195282" sldId="258"/>
            <ac:spMk id="15" creationId="{00000000-0000-0000-0000-000000000000}"/>
          </ac:spMkLst>
        </pc:spChg>
        <pc:spChg chg="mod">
          <ac:chgData name="365 Pro Plus" userId="8a4ede6a-2f8b-4c6e-b52c-08ce3e3b5c4d" providerId="ADAL" clId="{E91601CC-018A-44E3-BE1A-FBDC3149E008}" dt="2021-08-31T17:24:00.948" v="251" actId="2711"/>
          <ac:spMkLst>
            <pc:docMk/>
            <pc:sldMk cId="4169195282" sldId="258"/>
            <ac:spMk id="16" creationId="{00000000-0000-0000-0000-000000000000}"/>
          </ac:spMkLst>
        </pc:spChg>
      </pc:sldChg>
      <pc:sldChg chg="modSp add mod">
        <pc:chgData name="365 Pro Plus" userId="8a4ede6a-2f8b-4c6e-b52c-08ce3e3b5c4d" providerId="ADAL" clId="{E91601CC-018A-44E3-BE1A-FBDC3149E008}" dt="2021-08-31T17:24:12.715" v="253" actId="2711"/>
        <pc:sldMkLst>
          <pc:docMk/>
          <pc:sldMk cId="2769269185" sldId="259"/>
        </pc:sldMkLst>
        <pc:spChg chg="mod">
          <ac:chgData name="365 Pro Plus" userId="8a4ede6a-2f8b-4c6e-b52c-08ce3e3b5c4d" providerId="ADAL" clId="{E91601CC-018A-44E3-BE1A-FBDC3149E008}" dt="2021-08-31T17:24:12.715" v="253" actId="2711"/>
          <ac:spMkLst>
            <pc:docMk/>
            <pc:sldMk cId="2769269185" sldId="259"/>
            <ac:spMk id="3" creationId="{00000000-0000-0000-0000-000000000000}"/>
          </ac:spMkLst>
        </pc:spChg>
        <pc:spChg chg="mod">
          <ac:chgData name="365 Pro Plus" userId="8a4ede6a-2f8b-4c6e-b52c-08ce3e3b5c4d" providerId="ADAL" clId="{E91601CC-018A-44E3-BE1A-FBDC3149E008}" dt="2021-08-31T17:24:12.715" v="253" actId="2711"/>
          <ac:spMkLst>
            <pc:docMk/>
            <pc:sldMk cId="2769269185" sldId="259"/>
            <ac:spMk id="4" creationId="{00000000-0000-0000-0000-000000000000}"/>
          </ac:spMkLst>
        </pc:spChg>
        <pc:spChg chg="mod">
          <ac:chgData name="365 Pro Plus" userId="8a4ede6a-2f8b-4c6e-b52c-08ce3e3b5c4d" providerId="ADAL" clId="{E91601CC-018A-44E3-BE1A-FBDC3149E008}" dt="2021-08-31T17:24:12.715" v="253" actId="2711"/>
          <ac:spMkLst>
            <pc:docMk/>
            <pc:sldMk cId="2769269185" sldId="259"/>
            <ac:spMk id="8" creationId="{00000000-0000-0000-0000-000000000000}"/>
          </ac:spMkLst>
        </pc:spChg>
        <pc:spChg chg="mod">
          <ac:chgData name="365 Pro Plus" userId="8a4ede6a-2f8b-4c6e-b52c-08ce3e3b5c4d" providerId="ADAL" clId="{E91601CC-018A-44E3-BE1A-FBDC3149E008}" dt="2021-08-31T17:24:12.715" v="253" actId="2711"/>
          <ac:spMkLst>
            <pc:docMk/>
            <pc:sldMk cId="2769269185" sldId="259"/>
            <ac:spMk id="26" creationId="{00000000-0000-0000-0000-000000000000}"/>
          </ac:spMkLst>
        </pc:spChg>
        <pc:spChg chg="mod">
          <ac:chgData name="365 Pro Plus" userId="8a4ede6a-2f8b-4c6e-b52c-08ce3e3b5c4d" providerId="ADAL" clId="{E91601CC-018A-44E3-BE1A-FBDC3149E008}" dt="2021-08-31T17:24:12.715" v="253" actId="2711"/>
          <ac:spMkLst>
            <pc:docMk/>
            <pc:sldMk cId="2769269185" sldId="259"/>
            <ac:spMk id="30" creationId="{00000000-0000-0000-0000-000000000000}"/>
          </ac:spMkLst>
        </pc:spChg>
      </pc:sldChg>
      <pc:sldChg chg="modSp add mod">
        <pc:chgData name="365 Pro Plus" userId="8a4ede6a-2f8b-4c6e-b52c-08ce3e3b5c4d" providerId="ADAL" clId="{E91601CC-018A-44E3-BE1A-FBDC3149E008}" dt="2021-08-31T17:24:17.389" v="254" actId="2711"/>
        <pc:sldMkLst>
          <pc:docMk/>
          <pc:sldMk cId="3456375325" sldId="260"/>
        </pc:sldMkLst>
        <pc:spChg chg="mod">
          <ac:chgData name="365 Pro Plus" userId="8a4ede6a-2f8b-4c6e-b52c-08ce3e3b5c4d" providerId="ADAL" clId="{E91601CC-018A-44E3-BE1A-FBDC3149E008}" dt="2021-08-31T17:24:17.389" v="254" actId="2711"/>
          <ac:spMkLst>
            <pc:docMk/>
            <pc:sldMk cId="3456375325" sldId="260"/>
            <ac:spMk id="7" creationId="{00000000-0000-0000-0000-000000000000}"/>
          </ac:spMkLst>
        </pc:spChg>
        <pc:spChg chg="mod">
          <ac:chgData name="365 Pro Plus" userId="8a4ede6a-2f8b-4c6e-b52c-08ce3e3b5c4d" providerId="ADAL" clId="{E91601CC-018A-44E3-BE1A-FBDC3149E008}" dt="2021-08-31T17:24:17.389" v="254" actId="2711"/>
          <ac:spMkLst>
            <pc:docMk/>
            <pc:sldMk cId="3456375325" sldId="260"/>
            <ac:spMk id="9" creationId="{00000000-0000-0000-0000-000000000000}"/>
          </ac:spMkLst>
        </pc:spChg>
        <pc:spChg chg="mod">
          <ac:chgData name="365 Pro Plus" userId="8a4ede6a-2f8b-4c6e-b52c-08ce3e3b5c4d" providerId="ADAL" clId="{E91601CC-018A-44E3-BE1A-FBDC3149E008}" dt="2021-08-31T17:24:17.389" v="254" actId="2711"/>
          <ac:spMkLst>
            <pc:docMk/>
            <pc:sldMk cId="3456375325" sldId="260"/>
            <ac:spMk id="12" creationId="{00000000-0000-0000-0000-000000000000}"/>
          </ac:spMkLst>
        </pc:spChg>
        <pc:spChg chg="mod">
          <ac:chgData name="365 Pro Plus" userId="8a4ede6a-2f8b-4c6e-b52c-08ce3e3b5c4d" providerId="ADAL" clId="{E91601CC-018A-44E3-BE1A-FBDC3149E008}" dt="2021-08-31T17:24:17.389" v="254" actId="2711"/>
          <ac:spMkLst>
            <pc:docMk/>
            <pc:sldMk cId="3456375325" sldId="260"/>
            <ac:spMk id="13" creationId="{00000000-0000-0000-0000-000000000000}"/>
          </ac:spMkLst>
        </pc:spChg>
        <pc:spChg chg="mod">
          <ac:chgData name="365 Pro Plus" userId="8a4ede6a-2f8b-4c6e-b52c-08ce3e3b5c4d" providerId="ADAL" clId="{E91601CC-018A-44E3-BE1A-FBDC3149E008}" dt="2021-08-31T17:24:17.389" v="254" actId="2711"/>
          <ac:spMkLst>
            <pc:docMk/>
            <pc:sldMk cId="3456375325" sldId="260"/>
            <ac:spMk id="24" creationId="{00000000-0000-0000-0000-000000000000}"/>
          </ac:spMkLst>
        </pc:spChg>
        <pc:spChg chg="mod">
          <ac:chgData name="365 Pro Plus" userId="8a4ede6a-2f8b-4c6e-b52c-08ce3e3b5c4d" providerId="ADAL" clId="{E91601CC-018A-44E3-BE1A-FBDC3149E008}" dt="2021-08-31T17:24:17.389" v="254" actId="2711"/>
          <ac:spMkLst>
            <pc:docMk/>
            <pc:sldMk cId="3456375325" sldId="260"/>
            <ac:spMk id="28" creationId="{00000000-0000-0000-0000-000000000000}"/>
          </ac:spMkLst>
        </pc:spChg>
        <pc:spChg chg="mod">
          <ac:chgData name="365 Pro Plus" userId="8a4ede6a-2f8b-4c6e-b52c-08ce3e3b5c4d" providerId="ADAL" clId="{E91601CC-018A-44E3-BE1A-FBDC3149E008}" dt="2021-08-31T17:24:17.389" v="254" actId="2711"/>
          <ac:spMkLst>
            <pc:docMk/>
            <pc:sldMk cId="3456375325" sldId="260"/>
            <ac:spMk id="36" creationId="{00000000-0000-0000-0000-000000000000}"/>
          </ac:spMkLst>
        </pc:spChg>
        <pc:spChg chg="mod">
          <ac:chgData name="365 Pro Plus" userId="8a4ede6a-2f8b-4c6e-b52c-08ce3e3b5c4d" providerId="ADAL" clId="{E91601CC-018A-44E3-BE1A-FBDC3149E008}" dt="2021-08-31T17:24:17.389" v="254" actId="2711"/>
          <ac:spMkLst>
            <pc:docMk/>
            <pc:sldMk cId="3456375325" sldId="260"/>
            <ac:spMk id="37" creationId="{00000000-0000-0000-0000-000000000000}"/>
          </ac:spMkLst>
        </pc:spChg>
      </pc:sldChg>
      <pc:sldChg chg="modSp add mod">
        <pc:chgData name="365 Pro Plus" userId="8a4ede6a-2f8b-4c6e-b52c-08ce3e3b5c4d" providerId="ADAL" clId="{E91601CC-018A-44E3-BE1A-FBDC3149E008}" dt="2021-08-31T17:24:30.064" v="256" actId="2711"/>
        <pc:sldMkLst>
          <pc:docMk/>
          <pc:sldMk cId="3957028024" sldId="261"/>
        </pc:sldMkLst>
        <pc:spChg chg="mod">
          <ac:chgData name="365 Pro Plus" userId="8a4ede6a-2f8b-4c6e-b52c-08ce3e3b5c4d" providerId="ADAL" clId="{E91601CC-018A-44E3-BE1A-FBDC3149E008}" dt="2021-08-31T17:24:30.064" v="256" actId="2711"/>
          <ac:spMkLst>
            <pc:docMk/>
            <pc:sldMk cId="3957028024" sldId="261"/>
            <ac:spMk id="11" creationId="{00000000-0000-0000-0000-000000000000}"/>
          </ac:spMkLst>
        </pc:spChg>
        <pc:spChg chg="mod">
          <ac:chgData name="365 Pro Plus" userId="8a4ede6a-2f8b-4c6e-b52c-08ce3e3b5c4d" providerId="ADAL" clId="{E91601CC-018A-44E3-BE1A-FBDC3149E008}" dt="2021-08-31T17:24:30.064" v="256" actId="2711"/>
          <ac:spMkLst>
            <pc:docMk/>
            <pc:sldMk cId="3957028024" sldId="261"/>
            <ac:spMk id="12" creationId="{00000000-0000-0000-0000-000000000000}"/>
          </ac:spMkLst>
        </pc:spChg>
        <pc:spChg chg="mod">
          <ac:chgData name="365 Pro Plus" userId="8a4ede6a-2f8b-4c6e-b52c-08ce3e3b5c4d" providerId="ADAL" clId="{E91601CC-018A-44E3-BE1A-FBDC3149E008}" dt="2021-08-31T17:24:30.064" v="256" actId="2711"/>
          <ac:spMkLst>
            <pc:docMk/>
            <pc:sldMk cId="3957028024" sldId="261"/>
            <ac:spMk id="13" creationId="{00000000-0000-0000-0000-000000000000}"/>
          </ac:spMkLst>
        </pc:spChg>
        <pc:spChg chg="mod">
          <ac:chgData name="365 Pro Plus" userId="8a4ede6a-2f8b-4c6e-b52c-08ce3e3b5c4d" providerId="ADAL" clId="{E91601CC-018A-44E3-BE1A-FBDC3149E008}" dt="2021-08-31T17:24:30.064" v="256" actId="2711"/>
          <ac:spMkLst>
            <pc:docMk/>
            <pc:sldMk cId="3957028024" sldId="261"/>
            <ac:spMk id="14" creationId="{00000000-0000-0000-0000-000000000000}"/>
          </ac:spMkLst>
        </pc:spChg>
        <pc:spChg chg="mod">
          <ac:chgData name="365 Pro Plus" userId="8a4ede6a-2f8b-4c6e-b52c-08ce3e3b5c4d" providerId="ADAL" clId="{E91601CC-018A-44E3-BE1A-FBDC3149E008}" dt="2021-08-31T17:24:30.064" v="256" actId="2711"/>
          <ac:spMkLst>
            <pc:docMk/>
            <pc:sldMk cId="3957028024" sldId="261"/>
            <ac:spMk id="17" creationId="{00000000-0000-0000-0000-000000000000}"/>
          </ac:spMkLst>
        </pc:spChg>
        <pc:spChg chg="mod">
          <ac:chgData name="365 Pro Plus" userId="8a4ede6a-2f8b-4c6e-b52c-08ce3e3b5c4d" providerId="ADAL" clId="{E91601CC-018A-44E3-BE1A-FBDC3149E008}" dt="2021-08-31T17:24:30.064" v="256" actId="2711"/>
          <ac:spMkLst>
            <pc:docMk/>
            <pc:sldMk cId="3957028024" sldId="261"/>
            <ac:spMk id="27" creationId="{00000000-0000-0000-0000-000000000000}"/>
          </ac:spMkLst>
        </pc:spChg>
        <pc:spChg chg="mod">
          <ac:chgData name="365 Pro Plus" userId="8a4ede6a-2f8b-4c6e-b52c-08ce3e3b5c4d" providerId="ADAL" clId="{E91601CC-018A-44E3-BE1A-FBDC3149E008}" dt="2021-08-31T17:24:30.064" v="256" actId="2711"/>
          <ac:spMkLst>
            <pc:docMk/>
            <pc:sldMk cId="3957028024" sldId="261"/>
            <ac:spMk id="36" creationId="{00000000-0000-0000-0000-000000000000}"/>
          </ac:spMkLst>
        </pc:spChg>
      </pc:sldChg>
      <pc:sldChg chg="add del">
        <pc:chgData name="365 Pro Plus" userId="8a4ede6a-2f8b-4c6e-b52c-08ce3e3b5c4d" providerId="ADAL" clId="{E91601CC-018A-44E3-BE1A-FBDC3149E008}" dt="2021-09-01T04:25:15.902" v="827" actId="47"/>
        <pc:sldMkLst>
          <pc:docMk/>
          <pc:sldMk cId="1576580136" sldId="262"/>
        </pc:sldMkLst>
      </pc:sldChg>
      <pc:sldChg chg="add del">
        <pc:chgData name="365 Pro Plus" userId="8a4ede6a-2f8b-4c6e-b52c-08ce3e3b5c4d" providerId="ADAL" clId="{E91601CC-018A-44E3-BE1A-FBDC3149E008}" dt="2021-09-01T04:25:15.902" v="827" actId="47"/>
        <pc:sldMkLst>
          <pc:docMk/>
          <pc:sldMk cId="777582941" sldId="263"/>
        </pc:sldMkLst>
      </pc:sldChg>
      <pc:sldChg chg="add del">
        <pc:chgData name="365 Pro Plus" userId="8a4ede6a-2f8b-4c6e-b52c-08ce3e3b5c4d" providerId="ADAL" clId="{E91601CC-018A-44E3-BE1A-FBDC3149E008}" dt="2021-09-01T04:25:15.902" v="827" actId="47"/>
        <pc:sldMkLst>
          <pc:docMk/>
          <pc:sldMk cId="3237433985" sldId="264"/>
        </pc:sldMkLst>
      </pc:sldChg>
      <pc:sldChg chg="add">
        <pc:chgData name="365 Pro Plus" userId="8a4ede6a-2f8b-4c6e-b52c-08ce3e3b5c4d" providerId="ADAL" clId="{E91601CC-018A-44E3-BE1A-FBDC3149E008}" dt="2021-08-31T17:06:11.322" v="64"/>
        <pc:sldMkLst>
          <pc:docMk/>
          <pc:sldMk cId="871019596" sldId="266"/>
        </pc:sldMkLst>
      </pc:sldChg>
      <pc:sldChg chg="modSp add mod">
        <pc:chgData name="365 Pro Plus" userId="8a4ede6a-2f8b-4c6e-b52c-08ce3e3b5c4d" providerId="ADAL" clId="{E91601CC-018A-44E3-BE1A-FBDC3149E008}" dt="2021-08-31T17:25:40.698" v="261" actId="2711"/>
        <pc:sldMkLst>
          <pc:docMk/>
          <pc:sldMk cId="1358416921" sldId="267"/>
        </pc:sldMkLst>
        <pc:spChg chg="mod">
          <ac:chgData name="365 Pro Plus" userId="8a4ede6a-2f8b-4c6e-b52c-08ce3e3b5c4d" providerId="ADAL" clId="{E91601CC-018A-44E3-BE1A-FBDC3149E008}" dt="2021-08-31T17:25:40.698" v="261" actId="2711"/>
          <ac:spMkLst>
            <pc:docMk/>
            <pc:sldMk cId="1358416921" sldId="267"/>
            <ac:spMk id="2" creationId="{00000000-0000-0000-0000-000000000000}"/>
          </ac:spMkLst>
        </pc:spChg>
        <pc:spChg chg="mod">
          <ac:chgData name="365 Pro Plus" userId="8a4ede6a-2f8b-4c6e-b52c-08ce3e3b5c4d" providerId="ADAL" clId="{E91601CC-018A-44E3-BE1A-FBDC3149E008}" dt="2021-08-31T17:25:40.698" v="261" actId="2711"/>
          <ac:spMkLst>
            <pc:docMk/>
            <pc:sldMk cId="1358416921" sldId="267"/>
            <ac:spMk id="4" creationId="{00000000-0000-0000-0000-000000000000}"/>
          </ac:spMkLst>
        </pc:spChg>
        <pc:spChg chg="mod">
          <ac:chgData name="365 Pro Plus" userId="8a4ede6a-2f8b-4c6e-b52c-08ce3e3b5c4d" providerId="ADAL" clId="{E91601CC-018A-44E3-BE1A-FBDC3149E008}" dt="2021-08-31T17:25:40.698" v="261" actId="2711"/>
          <ac:spMkLst>
            <pc:docMk/>
            <pc:sldMk cId="1358416921" sldId="267"/>
            <ac:spMk id="11" creationId="{00000000-0000-0000-0000-000000000000}"/>
          </ac:spMkLst>
        </pc:spChg>
        <pc:spChg chg="mod">
          <ac:chgData name="365 Pro Plus" userId="8a4ede6a-2f8b-4c6e-b52c-08ce3e3b5c4d" providerId="ADAL" clId="{E91601CC-018A-44E3-BE1A-FBDC3149E008}" dt="2021-08-31T17:25:40.698" v="261" actId="2711"/>
          <ac:spMkLst>
            <pc:docMk/>
            <pc:sldMk cId="1358416921" sldId="267"/>
            <ac:spMk id="12" creationId="{00000000-0000-0000-0000-000000000000}"/>
          </ac:spMkLst>
        </pc:spChg>
        <pc:spChg chg="mod">
          <ac:chgData name="365 Pro Plus" userId="8a4ede6a-2f8b-4c6e-b52c-08ce3e3b5c4d" providerId="ADAL" clId="{E91601CC-018A-44E3-BE1A-FBDC3149E008}" dt="2021-08-31T17:25:40.698" v="261" actId="2711"/>
          <ac:spMkLst>
            <pc:docMk/>
            <pc:sldMk cId="1358416921" sldId="267"/>
            <ac:spMk id="13" creationId="{00000000-0000-0000-0000-000000000000}"/>
          </ac:spMkLst>
        </pc:spChg>
        <pc:spChg chg="mod">
          <ac:chgData name="365 Pro Plus" userId="8a4ede6a-2f8b-4c6e-b52c-08ce3e3b5c4d" providerId="ADAL" clId="{E91601CC-018A-44E3-BE1A-FBDC3149E008}" dt="2021-08-31T17:25:40.698" v="261" actId="2711"/>
          <ac:spMkLst>
            <pc:docMk/>
            <pc:sldMk cId="1358416921" sldId="267"/>
            <ac:spMk id="14" creationId="{00000000-0000-0000-0000-000000000000}"/>
          </ac:spMkLst>
        </pc:spChg>
        <pc:spChg chg="mod">
          <ac:chgData name="365 Pro Plus" userId="8a4ede6a-2f8b-4c6e-b52c-08ce3e3b5c4d" providerId="ADAL" clId="{E91601CC-018A-44E3-BE1A-FBDC3149E008}" dt="2021-08-31T17:25:40.698" v="261" actId="2711"/>
          <ac:spMkLst>
            <pc:docMk/>
            <pc:sldMk cId="1358416921" sldId="267"/>
            <ac:spMk id="17" creationId="{00000000-0000-0000-0000-000000000000}"/>
          </ac:spMkLst>
        </pc:spChg>
        <pc:spChg chg="mod">
          <ac:chgData name="365 Pro Plus" userId="8a4ede6a-2f8b-4c6e-b52c-08ce3e3b5c4d" providerId="ADAL" clId="{E91601CC-018A-44E3-BE1A-FBDC3149E008}" dt="2021-08-31T17:25:40.698" v="261" actId="2711"/>
          <ac:spMkLst>
            <pc:docMk/>
            <pc:sldMk cId="1358416921" sldId="267"/>
            <ac:spMk id="27" creationId="{00000000-0000-0000-0000-000000000000}"/>
          </ac:spMkLst>
        </pc:spChg>
        <pc:spChg chg="mod">
          <ac:chgData name="365 Pro Plus" userId="8a4ede6a-2f8b-4c6e-b52c-08ce3e3b5c4d" providerId="ADAL" clId="{E91601CC-018A-44E3-BE1A-FBDC3149E008}" dt="2021-08-31T17:25:40.698" v="261" actId="2711"/>
          <ac:spMkLst>
            <pc:docMk/>
            <pc:sldMk cId="1358416921" sldId="267"/>
            <ac:spMk id="36" creationId="{00000000-0000-0000-0000-000000000000}"/>
          </ac:spMkLst>
        </pc:spChg>
      </pc:sldChg>
      <pc:sldChg chg="modSp add mod">
        <pc:chgData name="365 Pro Plus" userId="8a4ede6a-2f8b-4c6e-b52c-08ce3e3b5c4d" providerId="ADAL" clId="{E91601CC-018A-44E3-BE1A-FBDC3149E008}" dt="2021-08-31T17:25:35.274" v="260" actId="2711"/>
        <pc:sldMkLst>
          <pc:docMk/>
          <pc:sldMk cId="3013068742" sldId="268"/>
        </pc:sldMkLst>
        <pc:spChg chg="mod">
          <ac:chgData name="365 Pro Plus" userId="8a4ede6a-2f8b-4c6e-b52c-08ce3e3b5c4d" providerId="ADAL" clId="{E91601CC-018A-44E3-BE1A-FBDC3149E008}" dt="2021-08-31T17:25:35.274" v="260" actId="2711"/>
          <ac:spMkLst>
            <pc:docMk/>
            <pc:sldMk cId="3013068742" sldId="268"/>
            <ac:spMk id="4" creationId="{00000000-0000-0000-0000-000000000000}"/>
          </ac:spMkLst>
        </pc:spChg>
        <pc:spChg chg="mod">
          <ac:chgData name="365 Pro Plus" userId="8a4ede6a-2f8b-4c6e-b52c-08ce3e3b5c4d" providerId="ADAL" clId="{E91601CC-018A-44E3-BE1A-FBDC3149E008}" dt="2021-08-31T17:25:35.274" v="260" actId="2711"/>
          <ac:spMkLst>
            <pc:docMk/>
            <pc:sldMk cId="3013068742" sldId="268"/>
            <ac:spMk id="11" creationId="{00000000-0000-0000-0000-000000000000}"/>
          </ac:spMkLst>
        </pc:spChg>
        <pc:spChg chg="mod">
          <ac:chgData name="365 Pro Plus" userId="8a4ede6a-2f8b-4c6e-b52c-08ce3e3b5c4d" providerId="ADAL" clId="{E91601CC-018A-44E3-BE1A-FBDC3149E008}" dt="2021-08-31T17:25:35.274" v="260" actId="2711"/>
          <ac:spMkLst>
            <pc:docMk/>
            <pc:sldMk cId="3013068742" sldId="268"/>
            <ac:spMk id="12" creationId="{00000000-0000-0000-0000-000000000000}"/>
          </ac:spMkLst>
        </pc:spChg>
        <pc:spChg chg="mod">
          <ac:chgData name="365 Pro Plus" userId="8a4ede6a-2f8b-4c6e-b52c-08ce3e3b5c4d" providerId="ADAL" clId="{E91601CC-018A-44E3-BE1A-FBDC3149E008}" dt="2021-08-31T17:25:35.274" v="260" actId="2711"/>
          <ac:spMkLst>
            <pc:docMk/>
            <pc:sldMk cId="3013068742" sldId="268"/>
            <ac:spMk id="13" creationId="{00000000-0000-0000-0000-000000000000}"/>
          </ac:spMkLst>
        </pc:spChg>
        <pc:spChg chg="mod">
          <ac:chgData name="365 Pro Plus" userId="8a4ede6a-2f8b-4c6e-b52c-08ce3e3b5c4d" providerId="ADAL" clId="{E91601CC-018A-44E3-BE1A-FBDC3149E008}" dt="2021-08-31T17:25:35.274" v="260" actId="2711"/>
          <ac:spMkLst>
            <pc:docMk/>
            <pc:sldMk cId="3013068742" sldId="268"/>
            <ac:spMk id="14" creationId="{00000000-0000-0000-0000-000000000000}"/>
          </ac:spMkLst>
        </pc:spChg>
        <pc:spChg chg="mod">
          <ac:chgData name="365 Pro Plus" userId="8a4ede6a-2f8b-4c6e-b52c-08ce3e3b5c4d" providerId="ADAL" clId="{E91601CC-018A-44E3-BE1A-FBDC3149E008}" dt="2021-08-31T17:25:35.274" v="260" actId="2711"/>
          <ac:spMkLst>
            <pc:docMk/>
            <pc:sldMk cId="3013068742" sldId="268"/>
            <ac:spMk id="17" creationId="{00000000-0000-0000-0000-000000000000}"/>
          </ac:spMkLst>
        </pc:spChg>
        <pc:spChg chg="mod">
          <ac:chgData name="365 Pro Plus" userId="8a4ede6a-2f8b-4c6e-b52c-08ce3e3b5c4d" providerId="ADAL" clId="{E91601CC-018A-44E3-BE1A-FBDC3149E008}" dt="2021-08-31T17:25:35.274" v="260" actId="2711"/>
          <ac:spMkLst>
            <pc:docMk/>
            <pc:sldMk cId="3013068742" sldId="268"/>
            <ac:spMk id="27" creationId="{00000000-0000-0000-0000-000000000000}"/>
          </ac:spMkLst>
        </pc:spChg>
        <pc:spChg chg="mod">
          <ac:chgData name="365 Pro Plus" userId="8a4ede6a-2f8b-4c6e-b52c-08ce3e3b5c4d" providerId="ADAL" clId="{E91601CC-018A-44E3-BE1A-FBDC3149E008}" dt="2021-08-31T17:25:35.274" v="260" actId="2711"/>
          <ac:spMkLst>
            <pc:docMk/>
            <pc:sldMk cId="3013068742" sldId="268"/>
            <ac:spMk id="36" creationId="{00000000-0000-0000-0000-000000000000}"/>
          </ac:spMkLst>
        </pc:spChg>
      </pc:sldChg>
      <pc:sldChg chg="modSp add mod">
        <pc:chgData name="365 Pro Plus" userId="8a4ede6a-2f8b-4c6e-b52c-08ce3e3b5c4d" providerId="ADAL" clId="{E91601CC-018A-44E3-BE1A-FBDC3149E008}" dt="2021-08-31T17:24:34.853" v="257" actId="2711"/>
        <pc:sldMkLst>
          <pc:docMk/>
          <pc:sldMk cId="1731272018" sldId="269"/>
        </pc:sldMkLst>
        <pc:spChg chg="mod">
          <ac:chgData name="365 Pro Plus" userId="8a4ede6a-2f8b-4c6e-b52c-08ce3e3b5c4d" providerId="ADAL" clId="{E91601CC-018A-44E3-BE1A-FBDC3149E008}" dt="2021-08-31T17:24:34.853" v="257" actId="2711"/>
          <ac:spMkLst>
            <pc:docMk/>
            <pc:sldMk cId="1731272018" sldId="269"/>
            <ac:spMk id="4" creationId="{00000000-0000-0000-0000-000000000000}"/>
          </ac:spMkLst>
        </pc:spChg>
        <pc:spChg chg="mod">
          <ac:chgData name="365 Pro Plus" userId="8a4ede6a-2f8b-4c6e-b52c-08ce3e3b5c4d" providerId="ADAL" clId="{E91601CC-018A-44E3-BE1A-FBDC3149E008}" dt="2021-08-31T17:24:34.853" v="257" actId="2711"/>
          <ac:spMkLst>
            <pc:docMk/>
            <pc:sldMk cId="1731272018" sldId="269"/>
            <ac:spMk id="11" creationId="{00000000-0000-0000-0000-000000000000}"/>
          </ac:spMkLst>
        </pc:spChg>
        <pc:spChg chg="mod">
          <ac:chgData name="365 Pro Plus" userId="8a4ede6a-2f8b-4c6e-b52c-08ce3e3b5c4d" providerId="ADAL" clId="{E91601CC-018A-44E3-BE1A-FBDC3149E008}" dt="2021-08-31T17:24:34.853" v="257" actId="2711"/>
          <ac:spMkLst>
            <pc:docMk/>
            <pc:sldMk cId="1731272018" sldId="269"/>
            <ac:spMk id="12" creationId="{00000000-0000-0000-0000-000000000000}"/>
          </ac:spMkLst>
        </pc:spChg>
        <pc:spChg chg="mod">
          <ac:chgData name="365 Pro Plus" userId="8a4ede6a-2f8b-4c6e-b52c-08ce3e3b5c4d" providerId="ADAL" clId="{E91601CC-018A-44E3-BE1A-FBDC3149E008}" dt="2021-08-31T17:24:34.853" v="257" actId="2711"/>
          <ac:spMkLst>
            <pc:docMk/>
            <pc:sldMk cId="1731272018" sldId="269"/>
            <ac:spMk id="13" creationId="{00000000-0000-0000-0000-000000000000}"/>
          </ac:spMkLst>
        </pc:spChg>
        <pc:spChg chg="mod">
          <ac:chgData name="365 Pro Plus" userId="8a4ede6a-2f8b-4c6e-b52c-08ce3e3b5c4d" providerId="ADAL" clId="{E91601CC-018A-44E3-BE1A-FBDC3149E008}" dt="2021-08-31T17:24:34.853" v="257" actId="2711"/>
          <ac:spMkLst>
            <pc:docMk/>
            <pc:sldMk cId="1731272018" sldId="269"/>
            <ac:spMk id="14" creationId="{00000000-0000-0000-0000-000000000000}"/>
          </ac:spMkLst>
        </pc:spChg>
        <pc:spChg chg="mod">
          <ac:chgData name="365 Pro Plus" userId="8a4ede6a-2f8b-4c6e-b52c-08ce3e3b5c4d" providerId="ADAL" clId="{E91601CC-018A-44E3-BE1A-FBDC3149E008}" dt="2021-08-31T17:24:34.853" v="257" actId="2711"/>
          <ac:spMkLst>
            <pc:docMk/>
            <pc:sldMk cId="1731272018" sldId="269"/>
            <ac:spMk id="17" creationId="{00000000-0000-0000-0000-000000000000}"/>
          </ac:spMkLst>
        </pc:spChg>
        <pc:spChg chg="mod">
          <ac:chgData name="365 Pro Plus" userId="8a4ede6a-2f8b-4c6e-b52c-08ce3e3b5c4d" providerId="ADAL" clId="{E91601CC-018A-44E3-BE1A-FBDC3149E008}" dt="2021-08-31T17:24:34.853" v="257" actId="2711"/>
          <ac:spMkLst>
            <pc:docMk/>
            <pc:sldMk cId="1731272018" sldId="269"/>
            <ac:spMk id="27" creationId="{00000000-0000-0000-0000-000000000000}"/>
          </ac:spMkLst>
        </pc:spChg>
        <pc:spChg chg="mod">
          <ac:chgData name="365 Pro Plus" userId="8a4ede6a-2f8b-4c6e-b52c-08ce3e3b5c4d" providerId="ADAL" clId="{E91601CC-018A-44E3-BE1A-FBDC3149E008}" dt="2021-08-31T17:24:34.853" v="257" actId="2711"/>
          <ac:spMkLst>
            <pc:docMk/>
            <pc:sldMk cId="1731272018" sldId="269"/>
            <ac:spMk id="36" creationId="{00000000-0000-0000-0000-000000000000}"/>
          </ac:spMkLst>
        </pc:spChg>
      </pc:sldChg>
      <pc:sldChg chg="modSp add mod">
        <pc:chgData name="365 Pro Plus" userId="8a4ede6a-2f8b-4c6e-b52c-08ce3e3b5c4d" providerId="ADAL" clId="{E91601CC-018A-44E3-BE1A-FBDC3149E008}" dt="2021-08-31T17:25:25.173" v="259" actId="2711"/>
        <pc:sldMkLst>
          <pc:docMk/>
          <pc:sldMk cId="1404443124" sldId="270"/>
        </pc:sldMkLst>
        <pc:spChg chg="mod">
          <ac:chgData name="365 Pro Plus" userId="8a4ede6a-2f8b-4c6e-b52c-08ce3e3b5c4d" providerId="ADAL" clId="{E91601CC-018A-44E3-BE1A-FBDC3149E008}" dt="2021-08-31T17:25:25.173" v="259" actId="2711"/>
          <ac:spMkLst>
            <pc:docMk/>
            <pc:sldMk cId="1404443124" sldId="270"/>
            <ac:spMk id="4" creationId="{00000000-0000-0000-0000-000000000000}"/>
          </ac:spMkLst>
        </pc:spChg>
        <pc:spChg chg="mod">
          <ac:chgData name="365 Pro Plus" userId="8a4ede6a-2f8b-4c6e-b52c-08ce3e3b5c4d" providerId="ADAL" clId="{E91601CC-018A-44E3-BE1A-FBDC3149E008}" dt="2021-08-31T17:25:25.173" v="259" actId="2711"/>
          <ac:spMkLst>
            <pc:docMk/>
            <pc:sldMk cId="1404443124" sldId="270"/>
            <ac:spMk id="11" creationId="{00000000-0000-0000-0000-000000000000}"/>
          </ac:spMkLst>
        </pc:spChg>
        <pc:spChg chg="mod">
          <ac:chgData name="365 Pro Plus" userId="8a4ede6a-2f8b-4c6e-b52c-08ce3e3b5c4d" providerId="ADAL" clId="{E91601CC-018A-44E3-BE1A-FBDC3149E008}" dt="2021-08-31T17:25:25.173" v="259" actId="2711"/>
          <ac:spMkLst>
            <pc:docMk/>
            <pc:sldMk cId="1404443124" sldId="270"/>
            <ac:spMk id="12" creationId="{00000000-0000-0000-0000-000000000000}"/>
          </ac:spMkLst>
        </pc:spChg>
        <pc:spChg chg="mod">
          <ac:chgData name="365 Pro Plus" userId="8a4ede6a-2f8b-4c6e-b52c-08ce3e3b5c4d" providerId="ADAL" clId="{E91601CC-018A-44E3-BE1A-FBDC3149E008}" dt="2021-08-31T17:25:25.173" v="259" actId="2711"/>
          <ac:spMkLst>
            <pc:docMk/>
            <pc:sldMk cId="1404443124" sldId="270"/>
            <ac:spMk id="13" creationId="{00000000-0000-0000-0000-000000000000}"/>
          </ac:spMkLst>
        </pc:spChg>
        <pc:spChg chg="mod">
          <ac:chgData name="365 Pro Plus" userId="8a4ede6a-2f8b-4c6e-b52c-08ce3e3b5c4d" providerId="ADAL" clId="{E91601CC-018A-44E3-BE1A-FBDC3149E008}" dt="2021-08-31T17:25:25.173" v="259" actId="2711"/>
          <ac:spMkLst>
            <pc:docMk/>
            <pc:sldMk cId="1404443124" sldId="270"/>
            <ac:spMk id="14" creationId="{00000000-0000-0000-0000-000000000000}"/>
          </ac:spMkLst>
        </pc:spChg>
        <pc:spChg chg="mod">
          <ac:chgData name="365 Pro Plus" userId="8a4ede6a-2f8b-4c6e-b52c-08ce3e3b5c4d" providerId="ADAL" clId="{E91601CC-018A-44E3-BE1A-FBDC3149E008}" dt="2021-08-31T17:25:25.173" v="259" actId="2711"/>
          <ac:spMkLst>
            <pc:docMk/>
            <pc:sldMk cId="1404443124" sldId="270"/>
            <ac:spMk id="17" creationId="{00000000-0000-0000-0000-000000000000}"/>
          </ac:spMkLst>
        </pc:spChg>
        <pc:spChg chg="mod">
          <ac:chgData name="365 Pro Plus" userId="8a4ede6a-2f8b-4c6e-b52c-08ce3e3b5c4d" providerId="ADAL" clId="{E91601CC-018A-44E3-BE1A-FBDC3149E008}" dt="2021-08-31T17:25:25.173" v="259" actId="2711"/>
          <ac:spMkLst>
            <pc:docMk/>
            <pc:sldMk cId="1404443124" sldId="270"/>
            <ac:spMk id="27" creationId="{00000000-0000-0000-0000-000000000000}"/>
          </ac:spMkLst>
        </pc:spChg>
        <pc:spChg chg="mod">
          <ac:chgData name="365 Pro Plus" userId="8a4ede6a-2f8b-4c6e-b52c-08ce3e3b5c4d" providerId="ADAL" clId="{E91601CC-018A-44E3-BE1A-FBDC3149E008}" dt="2021-08-31T17:25:25.173" v="259" actId="2711"/>
          <ac:spMkLst>
            <pc:docMk/>
            <pc:sldMk cId="1404443124" sldId="270"/>
            <ac:spMk id="36" creationId="{00000000-0000-0000-0000-000000000000}"/>
          </ac:spMkLst>
        </pc:spChg>
      </pc:sldChg>
      <pc:sldChg chg="modSp add mod">
        <pc:chgData name="365 Pro Plus" userId="8a4ede6a-2f8b-4c6e-b52c-08ce3e3b5c4d" providerId="ADAL" clId="{E91601CC-018A-44E3-BE1A-FBDC3149E008}" dt="2021-08-31T17:24:43.277" v="258" actId="2711"/>
        <pc:sldMkLst>
          <pc:docMk/>
          <pc:sldMk cId="1454581777" sldId="271"/>
        </pc:sldMkLst>
        <pc:spChg chg="mod">
          <ac:chgData name="365 Pro Plus" userId="8a4ede6a-2f8b-4c6e-b52c-08ce3e3b5c4d" providerId="ADAL" clId="{E91601CC-018A-44E3-BE1A-FBDC3149E008}" dt="2021-08-31T17:24:43.277" v="258" actId="2711"/>
          <ac:spMkLst>
            <pc:docMk/>
            <pc:sldMk cId="1454581777" sldId="271"/>
            <ac:spMk id="4" creationId="{00000000-0000-0000-0000-000000000000}"/>
          </ac:spMkLst>
        </pc:spChg>
        <pc:spChg chg="mod">
          <ac:chgData name="365 Pro Plus" userId="8a4ede6a-2f8b-4c6e-b52c-08ce3e3b5c4d" providerId="ADAL" clId="{E91601CC-018A-44E3-BE1A-FBDC3149E008}" dt="2021-08-31T17:24:43.277" v="258" actId="2711"/>
          <ac:spMkLst>
            <pc:docMk/>
            <pc:sldMk cId="1454581777" sldId="271"/>
            <ac:spMk id="11" creationId="{00000000-0000-0000-0000-000000000000}"/>
          </ac:spMkLst>
        </pc:spChg>
        <pc:spChg chg="mod">
          <ac:chgData name="365 Pro Plus" userId="8a4ede6a-2f8b-4c6e-b52c-08ce3e3b5c4d" providerId="ADAL" clId="{E91601CC-018A-44E3-BE1A-FBDC3149E008}" dt="2021-08-31T17:24:43.277" v="258" actId="2711"/>
          <ac:spMkLst>
            <pc:docMk/>
            <pc:sldMk cId="1454581777" sldId="271"/>
            <ac:spMk id="12" creationId="{00000000-0000-0000-0000-000000000000}"/>
          </ac:spMkLst>
        </pc:spChg>
        <pc:spChg chg="mod">
          <ac:chgData name="365 Pro Plus" userId="8a4ede6a-2f8b-4c6e-b52c-08ce3e3b5c4d" providerId="ADAL" clId="{E91601CC-018A-44E3-BE1A-FBDC3149E008}" dt="2021-08-31T17:24:43.277" v="258" actId="2711"/>
          <ac:spMkLst>
            <pc:docMk/>
            <pc:sldMk cId="1454581777" sldId="271"/>
            <ac:spMk id="13" creationId="{00000000-0000-0000-0000-000000000000}"/>
          </ac:spMkLst>
        </pc:spChg>
        <pc:spChg chg="mod">
          <ac:chgData name="365 Pro Plus" userId="8a4ede6a-2f8b-4c6e-b52c-08ce3e3b5c4d" providerId="ADAL" clId="{E91601CC-018A-44E3-BE1A-FBDC3149E008}" dt="2021-08-31T17:24:43.277" v="258" actId="2711"/>
          <ac:spMkLst>
            <pc:docMk/>
            <pc:sldMk cId="1454581777" sldId="271"/>
            <ac:spMk id="14" creationId="{00000000-0000-0000-0000-000000000000}"/>
          </ac:spMkLst>
        </pc:spChg>
        <pc:spChg chg="mod">
          <ac:chgData name="365 Pro Plus" userId="8a4ede6a-2f8b-4c6e-b52c-08ce3e3b5c4d" providerId="ADAL" clId="{E91601CC-018A-44E3-BE1A-FBDC3149E008}" dt="2021-08-31T17:24:43.277" v="258" actId="2711"/>
          <ac:spMkLst>
            <pc:docMk/>
            <pc:sldMk cId="1454581777" sldId="271"/>
            <ac:spMk id="17" creationId="{00000000-0000-0000-0000-000000000000}"/>
          </ac:spMkLst>
        </pc:spChg>
        <pc:spChg chg="mod">
          <ac:chgData name="365 Pro Plus" userId="8a4ede6a-2f8b-4c6e-b52c-08ce3e3b5c4d" providerId="ADAL" clId="{E91601CC-018A-44E3-BE1A-FBDC3149E008}" dt="2021-08-31T17:24:43.277" v="258" actId="2711"/>
          <ac:spMkLst>
            <pc:docMk/>
            <pc:sldMk cId="1454581777" sldId="271"/>
            <ac:spMk id="27" creationId="{00000000-0000-0000-0000-000000000000}"/>
          </ac:spMkLst>
        </pc:spChg>
        <pc:spChg chg="mod">
          <ac:chgData name="365 Pro Plus" userId="8a4ede6a-2f8b-4c6e-b52c-08ce3e3b5c4d" providerId="ADAL" clId="{E91601CC-018A-44E3-BE1A-FBDC3149E008}" dt="2021-08-31T17:24:43.277" v="258" actId="2711"/>
          <ac:spMkLst>
            <pc:docMk/>
            <pc:sldMk cId="1454581777" sldId="271"/>
            <ac:spMk id="36" creationId="{00000000-0000-0000-0000-000000000000}"/>
          </ac:spMkLst>
        </pc:spChg>
      </pc:sldChg>
      <pc:sldChg chg="modSp add mod">
        <pc:chgData name="365 Pro Plus" userId="8a4ede6a-2f8b-4c6e-b52c-08ce3e3b5c4d" providerId="ADAL" clId="{E91601CC-018A-44E3-BE1A-FBDC3149E008}" dt="2021-08-31T17:25:49.250" v="264" actId="2711"/>
        <pc:sldMkLst>
          <pc:docMk/>
          <pc:sldMk cId="2561967974" sldId="272"/>
        </pc:sldMkLst>
        <pc:spChg chg="mod">
          <ac:chgData name="365 Pro Plus" userId="8a4ede6a-2f8b-4c6e-b52c-08ce3e3b5c4d" providerId="ADAL" clId="{E91601CC-018A-44E3-BE1A-FBDC3149E008}" dt="2021-08-31T17:25:49.250" v="264" actId="2711"/>
          <ac:spMkLst>
            <pc:docMk/>
            <pc:sldMk cId="2561967974" sldId="272"/>
            <ac:spMk id="4" creationId="{00000000-0000-0000-0000-000000000000}"/>
          </ac:spMkLst>
        </pc:spChg>
        <pc:spChg chg="mod">
          <ac:chgData name="365 Pro Plus" userId="8a4ede6a-2f8b-4c6e-b52c-08ce3e3b5c4d" providerId="ADAL" clId="{E91601CC-018A-44E3-BE1A-FBDC3149E008}" dt="2021-08-31T17:25:49.250" v="264" actId="2711"/>
          <ac:spMkLst>
            <pc:docMk/>
            <pc:sldMk cId="2561967974" sldId="272"/>
            <ac:spMk id="11" creationId="{00000000-0000-0000-0000-000000000000}"/>
          </ac:spMkLst>
        </pc:spChg>
        <pc:spChg chg="mod">
          <ac:chgData name="365 Pro Plus" userId="8a4ede6a-2f8b-4c6e-b52c-08ce3e3b5c4d" providerId="ADAL" clId="{E91601CC-018A-44E3-BE1A-FBDC3149E008}" dt="2021-08-31T17:25:49.250" v="264" actId="2711"/>
          <ac:spMkLst>
            <pc:docMk/>
            <pc:sldMk cId="2561967974" sldId="272"/>
            <ac:spMk id="12" creationId="{00000000-0000-0000-0000-000000000000}"/>
          </ac:spMkLst>
        </pc:spChg>
        <pc:spChg chg="mod">
          <ac:chgData name="365 Pro Plus" userId="8a4ede6a-2f8b-4c6e-b52c-08ce3e3b5c4d" providerId="ADAL" clId="{E91601CC-018A-44E3-BE1A-FBDC3149E008}" dt="2021-08-31T17:25:49.250" v="264" actId="2711"/>
          <ac:spMkLst>
            <pc:docMk/>
            <pc:sldMk cId="2561967974" sldId="272"/>
            <ac:spMk id="13" creationId="{00000000-0000-0000-0000-000000000000}"/>
          </ac:spMkLst>
        </pc:spChg>
        <pc:spChg chg="mod">
          <ac:chgData name="365 Pro Plus" userId="8a4ede6a-2f8b-4c6e-b52c-08ce3e3b5c4d" providerId="ADAL" clId="{E91601CC-018A-44E3-BE1A-FBDC3149E008}" dt="2021-08-31T17:25:49.250" v="264" actId="2711"/>
          <ac:spMkLst>
            <pc:docMk/>
            <pc:sldMk cId="2561967974" sldId="272"/>
            <ac:spMk id="14" creationId="{00000000-0000-0000-0000-000000000000}"/>
          </ac:spMkLst>
        </pc:spChg>
        <pc:spChg chg="mod">
          <ac:chgData name="365 Pro Plus" userId="8a4ede6a-2f8b-4c6e-b52c-08ce3e3b5c4d" providerId="ADAL" clId="{E91601CC-018A-44E3-BE1A-FBDC3149E008}" dt="2021-08-31T17:25:45.043" v="262" actId="2711"/>
          <ac:spMkLst>
            <pc:docMk/>
            <pc:sldMk cId="2561967974" sldId="272"/>
            <ac:spMk id="17" creationId="{00000000-0000-0000-0000-000000000000}"/>
          </ac:spMkLst>
        </pc:spChg>
        <pc:spChg chg="mod">
          <ac:chgData name="365 Pro Plus" userId="8a4ede6a-2f8b-4c6e-b52c-08ce3e3b5c4d" providerId="ADAL" clId="{E91601CC-018A-44E3-BE1A-FBDC3149E008}" dt="2021-08-31T17:25:49.250" v="264" actId="2711"/>
          <ac:spMkLst>
            <pc:docMk/>
            <pc:sldMk cId="2561967974" sldId="272"/>
            <ac:spMk id="27" creationId="{00000000-0000-0000-0000-000000000000}"/>
          </ac:spMkLst>
        </pc:spChg>
        <pc:spChg chg="mod">
          <ac:chgData name="365 Pro Plus" userId="8a4ede6a-2f8b-4c6e-b52c-08ce3e3b5c4d" providerId="ADAL" clId="{E91601CC-018A-44E3-BE1A-FBDC3149E008}" dt="2021-08-31T17:25:49.250" v="264" actId="2711"/>
          <ac:spMkLst>
            <pc:docMk/>
            <pc:sldMk cId="2561967974" sldId="272"/>
            <ac:spMk id="36" creationId="{00000000-0000-0000-0000-000000000000}"/>
          </ac:spMkLst>
        </pc:spChg>
      </pc:sldChg>
      <pc:sldChg chg="modSp add mod">
        <pc:chgData name="365 Pro Plus" userId="8a4ede6a-2f8b-4c6e-b52c-08ce3e3b5c4d" providerId="ADAL" clId="{E91601CC-018A-44E3-BE1A-FBDC3149E008}" dt="2021-08-31T17:25:54.913" v="265" actId="2711"/>
        <pc:sldMkLst>
          <pc:docMk/>
          <pc:sldMk cId="2104356705" sldId="273"/>
        </pc:sldMkLst>
        <pc:spChg chg="mod">
          <ac:chgData name="365 Pro Plus" userId="8a4ede6a-2f8b-4c6e-b52c-08ce3e3b5c4d" providerId="ADAL" clId="{E91601CC-018A-44E3-BE1A-FBDC3149E008}" dt="2021-08-31T17:25:54.913" v="265" actId="2711"/>
          <ac:spMkLst>
            <pc:docMk/>
            <pc:sldMk cId="2104356705" sldId="273"/>
            <ac:spMk id="4" creationId="{00000000-0000-0000-0000-000000000000}"/>
          </ac:spMkLst>
        </pc:spChg>
        <pc:spChg chg="mod">
          <ac:chgData name="365 Pro Plus" userId="8a4ede6a-2f8b-4c6e-b52c-08ce3e3b5c4d" providerId="ADAL" clId="{E91601CC-018A-44E3-BE1A-FBDC3149E008}" dt="2021-08-31T17:25:54.913" v="265" actId="2711"/>
          <ac:spMkLst>
            <pc:docMk/>
            <pc:sldMk cId="2104356705" sldId="273"/>
            <ac:spMk id="11" creationId="{00000000-0000-0000-0000-000000000000}"/>
          </ac:spMkLst>
        </pc:spChg>
        <pc:spChg chg="mod">
          <ac:chgData name="365 Pro Plus" userId="8a4ede6a-2f8b-4c6e-b52c-08ce3e3b5c4d" providerId="ADAL" clId="{E91601CC-018A-44E3-BE1A-FBDC3149E008}" dt="2021-08-31T17:25:54.913" v="265" actId="2711"/>
          <ac:spMkLst>
            <pc:docMk/>
            <pc:sldMk cId="2104356705" sldId="273"/>
            <ac:spMk id="12" creationId="{00000000-0000-0000-0000-000000000000}"/>
          </ac:spMkLst>
        </pc:spChg>
        <pc:spChg chg="mod">
          <ac:chgData name="365 Pro Plus" userId="8a4ede6a-2f8b-4c6e-b52c-08ce3e3b5c4d" providerId="ADAL" clId="{E91601CC-018A-44E3-BE1A-FBDC3149E008}" dt="2021-08-31T17:25:54.913" v="265" actId="2711"/>
          <ac:spMkLst>
            <pc:docMk/>
            <pc:sldMk cId="2104356705" sldId="273"/>
            <ac:spMk id="13" creationId="{00000000-0000-0000-0000-000000000000}"/>
          </ac:spMkLst>
        </pc:spChg>
        <pc:spChg chg="mod">
          <ac:chgData name="365 Pro Plus" userId="8a4ede6a-2f8b-4c6e-b52c-08ce3e3b5c4d" providerId="ADAL" clId="{E91601CC-018A-44E3-BE1A-FBDC3149E008}" dt="2021-08-31T17:25:54.913" v="265" actId="2711"/>
          <ac:spMkLst>
            <pc:docMk/>
            <pc:sldMk cId="2104356705" sldId="273"/>
            <ac:spMk id="14" creationId="{00000000-0000-0000-0000-000000000000}"/>
          </ac:spMkLst>
        </pc:spChg>
        <pc:spChg chg="mod">
          <ac:chgData name="365 Pro Plus" userId="8a4ede6a-2f8b-4c6e-b52c-08ce3e3b5c4d" providerId="ADAL" clId="{E91601CC-018A-44E3-BE1A-FBDC3149E008}" dt="2021-08-31T17:25:54.913" v="265" actId="2711"/>
          <ac:spMkLst>
            <pc:docMk/>
            <pc:sldMk cId="2104356705" sldId="273"/>
            <ac:spMk id="17" creationId="{00000000-0000-0000-0000-000000000000}"/>
          </ac:spMkLst>
        </pc:spChg>
        <pc:spChg chg="mod">
          <ac:chgData name="365 Pro Plus" userId="8a4ede6a-2f8b-4c6e-b52c-08ce3e3b5c4d" providerId="ADAL" clId="{E91601CC-018A-44E3-BE1A-FBDC3149E008}" dt="2021-08-31T17:25:54.913" v="265" actId="2711"/>
          <ac:spMkLst>
            <pc:docMk/>
            <pc:sldMk cId="2104356705" sldId="273"/>
            <ac:spMk id="27" creationId="{00000000-0000-0000-0000-000000000000}"/>
          </ac:spMkLst>
        </pc:spChg>
        <pc:spChg chg="mod">
          <ac:chgData name="365 Pro Plus" userId="8a4ede6a-2f8b-4c6e-b52c-08ce3e3b5c4d" providerId="ADAL" clId="{E91601CC-018A-44E3-BE1A-FBDC3149E008}" dt="2021-08-31T17:25:54.913" v="265" actId="2711"/>
          <ac:spMkLst>
            <pc:docMk/>
            <pc:sldMk cId="2104356705" sldId="273"/>
            <ac:spMk id="36" creationId="{00000000-0000-0000-0000-000000000000}"/>
          </ac:spMkLst>
        </pc:spChg>
      </pc:sldChg>
      <pc:sldChg chg="modSp add mod">
        <pc:chgData name="365 Pro Plus" userId="8a4ede6a-2f8b-4c6e-b52c-08ce3e3b5c4d" providerId="ADAL" clId="{E91601CC-018A-44E3-BE1A-FBDC3149E008}" dt="2021-08-31T17:28:55.641" v="299" actId="27636"/>
        <pc:sldMkLst>
          <pc:docMk/>
          <pc:sldMk cId="1701403282" sldId="274"/>
        </pc:sldMkLst>
        <pc:spChg chg="mod">
          <ac:chgData name="365 Pro Plus" userId="8a4ede6a-2f8b-4c6e-b52c-08ce3e3b5c4d" providerId="ADAL" clId="{E91601CC-018A-44E3-BE1A-FBDC3149E008}" dt="2021-08-31T17:28:42.014" v="297" actId="2711"/>
          <ac:spMkLst>
            <pc:docMk/>
            <pc:sldMk cId="1701403282" sldId="274"/>
            <ac:spMk id="2" creationId="{CD3A3E3D-5378-462F-89B7-2B229552AF52}"/>
          </ac:spMkLst>
        </pc:spChg>
        <pc:spChg chg="mod">
          <ac:chgData name="365 Pro Plus" userId="8a4ede6a-2f8b-4c6e-b52c-08ce3e3b5c4d" providerId="ADAL" clId="{E91601CC-018A-44E3-BE1A-FBDC3149E008}" dt="2021-08-31T17:28:55.641" v="299" actId="27636"/>
          <ac:spMkLst>
            <pc:docMk/>
            <pc:sldMk cId="1701403282" sldId="274"/>
            <ac:spMk id="3" creationId="{AC470F58-CDE0-4747-A6D1-6FF5A9B5E7E6}"/>
          </ac:spMkLst>
        </pc:spChg>
      </pc:sldChg>
      <pc:sldChg chg="modSp add mod">
        <pc:chgData name="365 Pro Plus" userId="8a4ede6a-2f8b-4c6e-b52c-08ce3e3b5c4d" providerId="ADAL" clId="{E91601CC-018A-44E3-BE1A-FBDC3149E008}" dt="2021-08-31T17:29:03.413" v="300" actId="2711"/>
        <pc:sldMkLst>
          <pc:docMk/>
          <pc:sldMk cId="1795752564" sldId="275"/>
        </pc:sldMkLst>
        <pc:spChg chg="mod">
          <ac:chgData name="365 Pro Plus" userId="8a4ede6a-2f8b-4c6e-b52c-08ce3e3b5c4d" providerId="ADAL" clId="{E91601CC-018A-44E3-BE1A-FBDC3149E008}" dt="2021-08-31T17:29:03.413" v="300" actId="2711"/>
          <ac:spMkLst>
            <pc:docMk/>
            <pc:sldMk cId="1795752564" sldId="275"/>
            <ac:spMk id="2" creationId="{6B27CF70-42EB-4016-A16A-1A8B6F80DC98}"/>
          </ac:spMkLst>
        </pc:spChg>
        <pc:spChg chg="mod">
          <ac:chgData name="365 Pro Plus" userId="8a4ede6a-2f8b-4c6e-b52c-08ce3e3b5c4d" providerId="ADAL" clId="{E91601CC-018A-44E3-BE1A-FBDC3149E008}" dt="2021-08-31T17:29:03.413" v="300" actId="2711"/>
          <ac:spMkLst>
            <pc:docMk/>
            <pc:sldMk cId="1795752564" sldId="275"/>
            <ac:spMk id="8" creationId="{7163A934-DE17-4782-A359-46E2679F186C}"/>
          </ac:spMkLst>
        </pc:spChg>
        <pc:spChg chg="mod">
          <ac:chgData name="365 Pro Plus" userId="8a4ede6a-2f8b-4c6e-b52c-08ce3e3b5c4d" providerId="ADAL" clId="{E91601CC-018A-44E3-BE1A-FBDC3149E008}" dt="2021-08-31T17:29:03.413" v="300" actId="2711"/>
          <ac:spMkLst>
            <pc:docMk/>
            <pc:sldMk cId="1795752564" sldId="275"/>
            <ac:spMk id="10" creationId="{F0349E97-B2B2-4C54-A5A7-F9DB1F176870}"/>
          </ac:spMkLst>
        </pc:spChg>
      </pc:sldChg>
      <pc:sldChg chg="modSp add mod">
        <pc:chgData name="365 Pro Plus" userId="8a4ede6a-2f8b-4c6e-b52c-08ce3e3b5c4d" providerId="ADAL" clId="{E91601CC-018A-44E3-BE1A-FBDC3149E008}" dt="2021-08-31T17:29:08.770" v="301" actId="2711"/>
        <pc:sldMkLst>
          <pc:docMk/>
          <pc:sldMk cId="407018920" sldId="276"/>
        </pc:sldMkLst>
        <pc:spChg chg="mod">
          <ac:chgData name="365 Pro Plus" userId="8a4ede6a-2f8b-4c6e-b52c-08ce3e3b5c4d" providerId="ADAL" clId="{E91601CC-018A-44E3-BE1A-FBDC3149E008}" dt="2021-08-31T17:29:08.770" v="301" actId="2711"/>
          <ac:spMkLst>
            <pc:docMk/>
            <pc:sldMk cId="407018920" sldId="276"/>
            <ac:spMk id="2" creationId="{8E480484-4D1F-4753-BBAE-168AC1F154BE}"/>
          </ac:spMkLst>
        </pc:spChg>
        <pc:spChg chg="mod">
          <ac:chgData name="365 Pro Plus" userId="8a4ede6a-2f8b-4c6e-b52c-08ce3e3b5c4d" providerId="ADAL" clId="{E91601CC-018A-44E3-BE1A-FBDC3149E008}" dt="2021-08-31T17:29:08.770" v="301" actId="2711"/>
          <ac:spMkLst>
            <pc:docMk/>
            <pc:sldMk cId="407018920" sldId="276"/>
            <ac:spMk id="3" creationId="{A6DAA176-9D99-407D-A630-923FDF976A14}"/>
          </ac:spMkLst>
        </pc:spChg>
      </pc:sldChg>
      <pc:sldChg chg="modSp add mod">
        <pc:chgData name="365 Pro Plus" userId="8a4ede6a-2f8b-4c6e-b52c-08ce3e3b5c4d" providerId="ADAL" clId="{E91601CC-018A-44E3-BE1A-FBDC3149E008}" dt="2021-08-31T17:29:13.382" v="302" actId="2711"/>
        <pc:sldMkLst>
          <pc:docMk/>
          <pc:sldMk cId="2941627359" sldId="277"/>
        </pc:sldMkLst>
        <pc:spChg chg="mod">
          <ac:chgData name="365 Pro Plus" userId="8a4ede6a-2f8b-4c6e-b52c-08ce3e3b5c4d" providerId="ADAL" clId="{E91601CC-018A-44E3-BE1A-FBDC3149E008}" dt="2021-08-31T17:29:13.382" v="302" actId="2711"/>
          <ac:spMkLst>
            <pc:docMk/>
            <pc:sldMk cId="2941627359" sldId="277"/>
            <ac:spMk id="2" creationId="{115B641C-249C-4155-9194-D1B37F0FA5DF}"/>
          </ac:spMkLst>
        </pc:spChg>
        <pc:spChg chg="mod">
          <ac:chgData name="365 Pro Plus" userId="8a4ede6a-2f8b-4c6e-b52c-08ce3e3b5c4d" providerId="ADAL" clId="{E91601CC-018A-44E3-BE1A-FBDC3149E008}" dt="2021-08-31T17:29:13.382" v="302" actId="2711"/>
          <ac:spMkLst>
            <pc:docMk/>
            <pc:sldMk cId="2941627359" sldId="277"/>
            <ac:spMk id="3" creationId="{CF9417FA-CABA-4C7D-8B9A-B625C383909A}"/>
          </ac:spMkLst>
        </pc:spChg>
      </pc:sldChg>
      <pc:sldChg chg="modSp add mod">
        <pc:chgData name="365 Pro Plus" userId="8a4ede6a-2f8b-4c6e-b52c-08ce3e3b5c4d" providerId="ADAL" clId="{E91601CC-018A-44E3-BE1A-FBDC3149E008}" dt="2021-08-31T17:26:00.353" v="266" actId="2711"/>
        <pc:sldMkLst>
          <pc:docMk/>
          <pc:sldMk cId="970356636" sldId="278"/>
        </pc:sldMkLst>
        <pc:spChg chg="mod">
          <ac:chgData name="365 Pro Plus" userId="8a4ede6a-2f8b-4c6e-b52c-08ce3e3b5c4d" providerId="ADAL" clId="{E91601CC-018A-44E3-BE1A-FBDC3149E008}" dt="2021-08-31T17:26:00.353" v="266" actId="2711"/>
          <ac:spMkLst>
            <pc:docMk/>
            <pc:sldMk cId="970356636" sldId="278"/>
            <ac:spMk id="3" creationId="{AD3383D2-94B8-47FD-940F-FA3E73ED90B9}"/>
          </ac:spMkLst>
        </pc:spChg>
        <pc:spChg chg="mod">
          <ac:chgData name="365 Pro Plus" userId="8a4ede6a-2f8b-4c6e-b52c-08ce3e3b5c4d" providerId="ADAL" clId="{E91601CC-018A-44E3-BE1A-FBDC3149E008}" dt="2021-08-31T17:26:00.353" v="266" actId="2711"/>
          <ac:spMkLst>
            <pc:docMk/>
            <pc:sldMk cId="970356636" sldId="278"/>
            <ac:spMk id="8" creationId="{C3602F66-6F52-4D66-9DFE-BFAEE4C4F7F8}"/>
          </ac:spMkLst>
        </pc:spChg>
      </pc:sldChg>
      <pc:sldChg chg="modSp add mod">
        <pc:chgData name="365 Pro Plus" userId="8a4ede6a-2f8b-4c6e-b52c-08ce3e3b5c4d" providerId="ADAL" clId="{E91601CC-018A-44E3-BE1A-FBDC3149E008}" dt="2021-08-31T17:29:24.280" v="304" actId="2711"/>
        <pc:sldMkLst>
          <pc:docMk/>
          <pc:sldMk cId="3904511225" sldId="279"/>
        </pc:sldMkLst>
        <pc:spChg chg="mod">
          <ac:chgData name="365 Pro Plus" userId="8a4ede6a-2f8b-4c6e-b52c-08ce3e3b5c4d" providerId="ADAL" clId="{E91601CC-018A-44E3-BE1A-FBDC3149E008}" dt="2021-08-31T17:29:24.280" v="304" actId="2711"/>
          <ac:spMkLst>
            <pc:docMk/>
            <pc:sldMk cId="3904511225" sldId="279"/>
            <ac:spMk id="2" creationId="{91F8A584-2E61-4AF3-A31B-7E806C1D2578}"/>
          </ac:spMkLst>
        </pc:spChg>
        <pc:spChg chg="mod">
          <ac:chgData name="365 Pro Plus" userId="8a4ede6a-2f8b-4c6e-b52c-08ce3e3b5c4d" providerId="ADAL" clId="{E91601CC-018A-44E3-BE1A-FBDC3149E008}" dt="2021-08-31T17:29:24.280" v="304" actId="2711"/>
          <ac:spMkLst>
            <pc:docMk/>
            <pc:sldMk cId="3904511225" sldId="279"/>
            <ac:spMk id="3" creationId="{7AF93E42-6D03-4E7B-A403-A7E40165B548}"/>
          </ac:spMkLst>
        </pc:spChg>
      </pc:sldChg>
      <pc:sldChg chg="modSp add">
        <pc:chgData name="365 Pro Plus" userId="8a4ede6a-2f8b-4c6e-b52c-08ce3e3b5c4d" providerId="ADAL" clId="{E91601CC-018A-44E3-BE1A-FBDC3149E008}" dt="2021-08-31T17:29:28.533" v="305" actId="2711"/>
        <pc:sldMkLst>
          <pc:docMk/>
          <pc:sldMk cId="4193668274" sldId="280"/>
        </pc:sldMkLst>
        <pc:spChg chg="mod">
          <ac:chgData name="365 Pro Plus" userId="8a4ede6a-2f8b-4c6e-b52c-08ce3e3b5c4d" providerId="ADAL" clId="{E91601CC-018A-44E3-BE1A-FBDC3149E008}" dt="2021-08-31T17:29:28.533" v="305" actId="2711"/>
          <ac:spMkLst>
            <pc:docMk/>
            <pc:sldMk cId="4193668274" sldId="280"/>
            <ac:spMk id="2" creationId="{2A3DE461-F486-405C-91C8-72CA1E5E3AEF}"/>
          </ac:spMkLst>
        </pc:spChg>
        <pc:spChg chg="mod">
          <ac:chgData name="365 Pro Plus" userId="8a4ede6a-2f8b-4c6e-b52c-08ce3e3b5c4d" providerId="ADAL" clId="{E91601CC-018A-44E3-BE1A-FBDC3149E008}" dt="2021-08-31T17:29:28.533" v="305" actId="2711"/>
          <ac:spMkLst>
            <pc:docMk/>
            <pc:sldMk cId="4193668274" sldId="280"/>
            <ac:spMk id="3" creationId="{06785C22-76A4-4E32-8675-9A3B0B9BBC59}"/>
          </ac:spMkLst>
        </pc:spChg>
        <pc:graphicFrameChg chg="mod">
          <ac:chgData name="365 Pro Plus" userId="8a4ede6a-2f8b-4c6e-b52c-08ce3e3b5c4d" providerId="ADAL" clId="{E91601CC-018A-44E3-BE1A-FBDC3149E008}" dt="2021-08-31T17:29:28.533" v="305" actId="2711"/>
          <ac:graphicFrameMkLst>
            <pc:docMk/>
            <pc:sldMk cId="4193668274" sldId="280"/>
            <ac:graphicFrameMk id="4" creationId="{54140802-6895-49EB-BEC9-035703975D71}"/>
          </ac:graphicFrameMkLst>
        </pc:graphicFrameChg>
      </pc:sldChg>
      <pc:sldChg chg="modSp add mod">
        <pc:chgData name="365 Pro Plus" userId="8a4ede6a-2f8b-4c6e-b52c-08ce3e3b5c4d" providerId="ADAL" clId="{E91601CC-018A-44E3-BE1A-FBDC3149E008}" dt="2021-08-31T17:29:36.150" v="306" actId="2711"/>
        <pc:sldMkLst>
          <pc:docMk/>
          <pc:sldMk cId="3481521114" sldId="281"/>
        </pc:sldMkLst>
        <pc:spChg chg="mod">
          <ac:chgData name="365 Pro Plus" userId="8a4ede6a-2f8b-4c6e-b52c-08ce3e3b5c4d" providerId="ADAL" clId="{E91601CC-018A-44E3-BE1A-FBDC3149E008}" dt="2021-08-31T17:29:36.150" v="306" actId="2711"/>
          <ac:spMkLst>
            <pc:docMk/>
            <pc:sldMk cId="3481521114" sldId="281"/>
            <ac:spMk id="2" creationId="{3DCD147D-B2F3-4D01-B1DC-7BFBDD2F840E}"/>
          </ac:spMkLst>
        </pc:spChg>
        <pc:spChg chg="mod">
          <ac:chgData name="365 Pro Plus" userId="8a4ede6a-2f8b-4c6e-b52c-08ce3e3b5c4d" providerId="ADAL" clId="{E91601CC-018A-44E3-BE1A-FBDC3149E008}" dt="2021-08-31T17:29:36.150" v="306" actId="2711"/>
          <ac:spMkLst>
            <pc:docMk/>
            <pc:sldMk cId="3481521114" sldId="281"/>
            <ac:spMk id="6" creationId="{BCDCF2AB-51FF-41BB-9B7D-19366A42618A}"/>
          </ac:spMkLst>
        </pc:spChg>
      </pc:sldChg>
      <pc:sldChg chg="add del">
        <pc:chgData name="365 Pro Plus" userId="8a4ede6a-2f8b-4c6e-b52c-08ce3e3b5c4d" providerId="ADAL" clId="{E91601CC-018A-44E3-BE1A-FBDC3149E008}" dt="2021-08-31T17:26:51.686" v="273" actId="47"/>
        <pc:sldMkLst>
          <pc:docMk/>
          <pc:sldMk cId="2039835307" sldId="282"/>
        </pc:sldMkLst>
      </pc:sldChg>
      <pc:sldChg chg="modSp add mod">
        <pc:chgData name="365 Pro Plus" userId="8a4ede6a-2f8b-4c6e-b52c-08ce3e3b5c4d" providerId="ADAL" clId="{E91601CC-018A-44E3-BE1A-FBDC3149E008}" dt="2021-08-31T17:29:40.245" v="307" actId="2711"/>
        <pc:sldMkLst>
          <pc:docMk/>
          <pc:sldMk cId="4015538597" sldId="283"/>
        </pc:sldMkLst>
        <pc:spChg chg="mod">
          <ac:chgData name="365 Pro Plus" userId="8a4ede6a-2f8b-4c6e-b52c-08ce3e3b5c4d" providerId="ADAL" clId="{E91601CC-018A-44E3-BE1A-FBDC3149E008}" dt="2021-08-31T17:29:40.245" v="307" actId="2711"/>
          <ac:spMkLst>
            <pc:docMk/>
            <pc:sldMk cId="4015538597" sldId="283"/>
            <ac:spMk id="2" creationId="{37A31189-F821-4ACD-ADE9-216679B22670}"/>
          </ac:spMkLst>
        </pc:spChg>
        <pc:spChg chg="mod">
          <ac:chgData name="365 Pro Plus" userId="8a4ede6a-2f8b-4c6e-b52c-08ce3e3b5c4d" providerId="ADAL" clId="{E91601CC-018A-44E3-BE1A-FBDC3149E008}" dt="2021-08-31T17:29:40.245" v="307" actId="2711"/>
          <ac:spMkLst>
            <pc:docMk/>
            <pc:sldMk cId="4015538597" sldId="283"/>
            <ac:spMk id="3" creationId="{B73C9A32-194B-42DE-9046-F96DD1518ED4}"/>
          </ac:spMkLst>
        </pc:spChg>
      </pc:sldChg>
      <pc:sldChg chg="modSp add">
        <pc:chgData name="365 Pro Plus" userId="8a4ede6a-2f8b-4c6e-b52c-08ce3e3b5c4d" providerId="ADAL" clId="{E91601CC-018A-44E3-BE1A-FBDC3149E008}" dt="2021-08-31T17:29:45.643" v="308" actId="2711"/>
        <pc:sldMkLst>
          <pc:docMk/>
          <pc:sldMk cId="1871806249" sldId="284"/>
        </pc:sldMkLst>
        <pc:spChg chg="mod">
          <ac:chgData name="365 Pro Plus" userId="8a4ede6a-2f8b-4c6e-b52c-08ce3e3b5c4d" providerId="ADAL" clId="{E91601CC-018A-44E3-BE1A-FBDC3149E008}" dt="2021-08-31T17:29:45.643" v="308" actId="2711"/>
          <ac:spMkLst>
            <pc:docMk/>
            <pc:sldMk cId="1871806249" sldId="284"/>
            <ac:spMk id="2" creationId="{A1DCE553-5C01-4977-A968-7496D9A4FA26}"/>
          </ac:spMkLst>
        </pc:spChg>
        <pc:spChg chg="mod">
          <ac:chgData name="365 Pro Plus" userId="8a4ede6a-2f8b-4c6e-b52c-08ce3e3b5c4d" providerId="ADAL" clId="{E91601CC-018A-44E3-BE1A-FBDC3149E008}" dt="2021-08-31T17:29:45.643" v="308" actId="2711"/>
          <ac:spMkLst>
            <pc:docMk/>
            <pc:sldMk cId="1871806249" sldId="284"/>
            <ac:spMk id="3" creationId="{56D8238E-5273-4627-9A3C-5B56FA658CEB}"/>
          </ac:spMkLst>
        </pc:spChg>
      </pc:sldChg>
      <pc:sldChg chg="modSp add">
        <pc:chgData name="365 Pro Plus" userId="8a4ede6a-2f8b-4c6e-b52c-08ce3e3b5c4d" providerId="ADAL" clId="{E91601CC-018A-44E3-BE1A-FBDC3149E008}" dt="2021-08-31T17:29:55.505" v="309" actId="2711"/>
        <pc:sldMkLst>
          <pc:docMk/>
          <pc:sldMk cId="2202836846" sldId="285"/>
        </pc:sldMkLst>
        <pc:spChg chg="mod">
          <ac:chgData name="365 Pro Plus" userId="8a4ede6a-2f8b-4c6e-b52c-08ce3e3b5c4d" providerId="ADAL" clId="{E91601CC-018A-44E3-BE1A-FBDC3149E008}" dt="2021-08-31T17:29:55.505" v="309" actId="2711"/>
          <ac:spMkLst>
            <pc:docMk/>
            <pc:sldMk cId="2202836846" sldId="285"/>
            <ac:spMk id="2" creationId="{5FF5D69C-9B67-4C3A-9A6E-382880DA62E5}"/>
          </ac:spMkLst>
        </pc:spChg>
        <pc:spChg chg="mod">
          <ac:chgData name="365 Pro Plus" userId="8a4ede6a-2f8b-4c6e-b52c-08ce3e3b5c4d" providerId="ADAL" clId="{E91601CC-018A-44E3-BE1A-FBDC3149E008}" dt="2021-08-31T17:29:55.505" v="309" actId="2711"/>
          <ac:spMkLst>
            <pc:docMk/>
            <pc:sldMk cId="2202836846" sldId="285"/>
            <ac:spMk id="3" creationId="{D81922B9-C74D-48D0-AF65-36B316817CEF}"/>
          </ac:spMkLst>
        </pc:spChg>
      </pc:sldChg>
      <pc:sldChg chg="modSp add">
        <pc:chgData name="365 Pro Plus" userId="8a4ede6a-2f8b-4c6e-b52c-08ce3e3b5c4d" providerId="ADAL" clId="{E91601CC-018A-44E3-BE1A-FBDC3149E008}" dt="2021-08-31T17:30:03.046" v="310" actId="2711"/>
        <pc:sldMkLst>
          <pc:docMk/>
          <pc:sldMk cId="2967215309" sldId="286"/>
        </pc:sldMkLst>
        <pc:spChg chg="mod">
          <ac:chgData name="365 Pro Plus" userId="8a4ede6a-2f8b-4c6e-b52c-08ce3e3b5c4d" providerId="ADAL" clId="{E91601CC-018A-44E3-BE1A-FBDC3149E008}" dt="2021-08-31T17:30:03.046" v="310" actId="2711"/>
          <ac:spMkLst>
            <pc:docMk/>
            <pc:sldMk cId="2967215309" sldId="286"/>
            <ac:spMk id="2" creationId="{B976B043-01FC-47F9-BB0D-E44AA89BF144}"/>
          </ac:spMkLst>
        </pc:spChg>
        <pc:spChg chg="mod">
          <ac:chgData name="365 Pro Plus" userId="8a4ede6a-2f8b-4c6e-b52c-08ce3e3b5c4d" providerId="ADAL" clId="{E91601CC-018A-44E3-BE1A-FBDC3149E008}" dt="2021-08-31T17:30:03.046" v="310" actId="2711"/>
          <ac:spMkLst>
            <pc:docMk/>
            <pc:sldMk cId="2967215309" sldId="286"/>
            <ac:spMk id="3" creationId="{FE1A17F4-627D-4768-A9CE-62B9871D4B9B}"/>
          </ac:spMkLst>
        </pc:spChg>
      </pc:sldChg>
      <pc:sldChg chg="modSp add">
        <pc:chgData name="365 Pro Plus" userId="8a4ede6a-2f8b-4c6e-b52c-08ce3e3b5c4d" providerId="ADAL" clId="{E91601CC-018A-44E3-BE1A-FBDC3149E008}" dt="2021-08-31T17:30:11.488" v="311" actId="2711"/>
        <pc:sldMkLst>
          <pc:docMk/>
          <pc:sldMk cId="1776089260" sldId="287"/>
        </pc:sldMkLst>
        <pc:spChg chg="mod">
          <ac:chgData name="365 Pro Plus" userId="8a4ede6a-2f8b-4c6e-b52c-08ce3e3b5c4d" providerId="ADAL" clId="{E91601CC-018A-44E3-BE1A-FBDC3149E008}" dt="2021-08-31T17:30:11.488" v="311" actId="2711"/>
          <ac:spMkLst>
            <pc:docMk/>
            <pc:sldMk cId="1776089260" sldId="287"/>
            <ac:spMk id="2" creationId="{781C2CA8-AD90-42CA-BFF9-528380D3D20F}"/>
          </ac:spMkLst>
        </pc:spChg>
        <pc:spChg chg="mod">
          <ac:chgData name="365 Pro Plus" userId="8a4ede6a-2f8b-4c6e-b52c-08ce3e3b5c4d" providerId="ADAL" clId="{E91601CC-018A-44E3-BE1A-FBDC3149E008}" dt="2021-08-31T17:30:11.488" v="311" actId="2711"/>
          <ac:spMkLst>
            <pc:docMk/>
            <pc:sldMk cId="1776089260" sldId="287"/>
            <ac:spMk id="3" creationId="{741619CF-851A-4A15-AAE4-B22157594EDB}"/>
          </ac:spMkLst>
        </pc:spChg>
      </pc:sldChg>
      <pc:sldChg chg="modSp add">
        <pc:chgData name="365 Pro Plus" userId="8a4ede6a-2f8b-4c6e-b52c-08ce3e3b5c4d" providerId="ADAL" clId="{E91601CC-018A-44E3-BE1A-FBDC3149E008}" dt="2021-08-31T17:30:17.191" v="312" actId="2711"/>
        <pc:sldMkLst>
          <pc:docMk/>
          <pc:sldMk cId="3099680900" sldId="288"/>
        </pc:sldMkLst>
        <pc:spChg chg="mod">
          <ac:chgData name="365 Pro Plus" userId="8a4ede6a-2f8b-4c6e-b52c-08ce3e3b5c4d" providerId="ADAL" clId="{E91601CC-018A-44E3-BE1A-FBDC3149E008}" dt="2021-08-31T17:30:17.191" v="312" actId="2711"/>
          <ac:spMkLst>
            <pc:docMk/>
            <pc:sldMk cId="3099680900" sldId="288"/>
            <ac:spMk id="2" creationId="{6C489A27-5C87-45A0-BC7F-7BFEF93F4302}"/>
          </ac:spMkLst>
        </pc:spChg>
        <pc:spChg chg="mod">
          <ac:chgData name="365 Pro Plus" userId="8a4ede6a-2f8b-4c6e-b52c-08ce3e3b5c4d" providerId="ADAL" clId="{E91601CC-018A-44E3-BE1A-FBDC3149E008}" dt="2021-08-31T17:30:17.191" v="312" actId="2711"/>
          <ac:spMkLst>
            <pc:docMk/>
            <pc:sldMk cId="3099680900" sldId="288"/>
            <ac:spMk id="3" creationId="{BCB6AB43-6194-4033-BE8C-B74C00415110}"/>
          </ac:spMkLst>
        </pc:spChg>
      </pc:sldChg>
      <pc:sldChg chg="modSp add mod">
        <pc:chgData name="365 Pro Plus" userId="8a4ede6a-2f8b-4c6e-b52c-08ce3e3b5c4d" providerId="ADAL" clId="{E91601CC-018A-44E3-BE1A-FBDC3149E008}" dt="2021-08-31T17:30:27.221" v="313" actId="2711"/>
        <pc:sldMkLst>
          <pc:docMk/>
          <pc:sldMk cId="3055894960" sldId="289"/>
        </pc:sldMkLst>
        <pc:spChg chg="mod">
          <ac:chgData name="365 Pro Plus" userId="8a4ede6a-2f8b-4c6e-b52c-08ce3e3b5c4d" providerId="ADAL" clId="{E91601CC-018A-44E3-BE1A-FBDC3149E008}" dt="2021-08-31T17:30:27.221" v="313" actId="2711"/>
          <ac:spMkLst>
            <pc:docMk/>
            <pc:sldMk cId="3055894960" sldId="289"/>
            <ac:spMk id="2" creationId="{BCF543E2-8BC4-44AB-90C2-871F40D1F230}"/>
          </ac:spMkLst>
        </pc:spChg>
        <pc:spChg chg="mod">
          <ac:chgData name="365 Pro Plus" userId="8a4ede6a-2f8b-4c6e-b52c-08ce3e3b5c4d" providerId="ADAL" clId="{E91601CC-018A-44E3-BE1A-FBDC3149E008}" dt="2021-08-31T17:30:27.221" v="313" actId="2711"/>
          <ac:spMkLst>
            <pc:docMk/>
            <pc:sldMk cId="3055894960" sldId="289"/>
            <ac:spMk id="3" creationId="{EA62E90A-2679-48CA-A6F4-426FD44A088C}"/>
          </ac:spMkLst>
        </pc:spChg>
      </pc:sldChg>
      <pc:sldChg chg="add">
        <pc:chgData name="365 Pro Plus" userId="8a4ede6a-2f8b-4c6e-b52c-08ce3e3b5c4d" providerId="ADAL" clId="{E91601CC-018A-44E3-BE1A-FBDC3149E008}" dt="2021-08-31T17:20:59.417" v="67"/>
        <pc:sldMkLst>
          <pc:docMk/>
          <pc:sldMk cId="4250542986" sldId="290"/>
        </pc:sldMkLst>
      </pc:sldChg>
      <pc:sldChg chg="modSp add">
        <pc:chgData name="365 Pro Plus" userId="8a4ede6a-2f8b-4c6e-b52c-08ce3e3b5c4d" providerId="ADAL" clId="{E91601CC-018A-44E3-BE1A-FBDC3149E008}" dt="2021-08-31T17:30:36.464" v="314" actId="2711"/>
        <pc:sldMkLst>
          <pc:docMk/>
          <pc:sldMk cId="2314053031" sldId="291"/>
        </pc:sldMkLst>
        <pc:spChg chg="mod">
          <ac:chgData name="365 Pro Plus" userId="8a4ede6a-2f8b-4c6e-b52c-08ce3e3b5c4d" providerId="ADAL" clId="{E91601CC-018A-44E3-BE1A-FBDC3149E008}" dt="2021-08-31T17:30:36.464" v="314" actId="2711"/>
          <ac:spMkLst>
            <pc:docMk/>
            <pc:sldMk cId="2314053031" sldId="291"/>
            <ac:spMk id="2" creationId="{5C129610-05BA-4982-88ED-0F38F83ADD31}"/>
          </ac:spMkLst>
        </pc:spChg>
        <pc:spChg chg="mod">
          <ac:chgData name="365 Pro Plus" userId="8a4ede6a-2f8b-4c6e-b52c-08ce3e3b5c4d" providerId="ADAL" clId="{E91601CC-018A-44E3-BE1A-FBDC3149E008}" dt="2021-08-31T17:30:36.464" v="314" actId="2711"/>
          <ac:spMkLst>
            <pc:docMk/>
            <pc:sldMk cId="2314053031" sldId="291"/>
            <ac:spMk id="4" creationId="{BE5D694D-15B7-46D3-832F-9C438FAF73A1}"/>
          </ac:spMkLst>
        </pc:spChg>
        <pc:graphicFrameChg chg="mod">
          <ac:chgData name="365 Pro Plus" userId="8a4ede6a-2f8b-4c6e-b52c-08ce3e3b5c4d" providerId="ADAL" clId="{E91601CC-018A-44E3-BE1A-FBDC3149E008}" dt="2021-08-31T17:30:36.464" v="314" actId="2711"/>
          <ac:graphicFrameMkLst>
            <pc:docMk/>
            <pc:sldMk cId="2314053031" sldId="291"/>
            <ac:graphicFrameMk id="5" creationId="{AADCE867-A32C-4D3C-8005-5D62B709EEA4}"/>
          </ac:graphicFrameMkLst>
        </pc:graphicFrameChg>
      </pc:sldChg>
      <pc:sldChg chg="add">
        <pc:chgData name="365 Pro Plus" userId="8a4ede6a-2f8b-4c6e-b52c-08ce3e3b5c4d" providerId="ADAL" clId="{E91601CC-018A-44E3-BE1A-FBDC3149E008}" dt="2021-08-31T17:20:59.417" v="67"/>
        <pc:sldMkLst>
          <pc:docMk/>
          <pc:sldMk cId="750792020" sldId="292"/>
        </pc:sldMkLst>
      </pc:sldChg>
      <pc:sldChg chg="modSp add mod">
        <pc:chgData name="365 Pro Plus" userId="8a4ede6a-2f8b-4c6e-b52c-08ce3e3b5c4d" providerId="ADAL" clId="{E91601CC-018A-44E3-BE1A-FBDC3149E008}" dt="2021-08-31T17:30:55.299" v="317" actId="2711"/>
        <pc:sldMkLst>
          <pc:docMk/>
          <pc:sldMk cId="1542143666" sldId="293"/>
        </pc:sldMkLst>
        <pc:spChg chg="mod">
          <ac:chgData name="365 Pro Plus" userId="8a4ede6a-2f8b-4c6e-b52c-08ce3e3b5c4d" providerId="ADAL" clId="{E91601CC-018A-44E3-BE1A-FBDC3149E008}" dt="2021-08-31T17:30:55.299" v="317" actId="2711"/>
          <ac:spMkLst>
            <pc:docMk/>
            <pc:sldMk cId="1542143666" sldId="293"/>
            <ac:spMk id="2" creationId="{5FA7A257-A51C-4AF1-9CBD-5C033946D77B}"/>
          </ac:spMkLst>
        </pc:spChg>
        <pc:spChg chg="mod">
          <ac:chgData name="365 Pro Plus" userId="8a4ede6a-2f8b-4c6e-b52c-08ce3e3b5c4d" providerId="ADAL" clId="{E91601CC-018A-44E3-BE1A-FBDC3149E008}" dt="2021-08-31T17:30:55.299" v="317" actId="2711"/>
          <ac:spMkLst>
            <pc:docMk/>
            <pc:sldMk cId="1542143666" sldId="293"/>
            <ac:spMk id="3" creationId="{25FA53B1-485D-437E-A114-9D453B586366}"/>
          </ac:spMkLst>
        </pc:spChg>
      </pc:sldChg>
      <pc:sldChg chg="modSp add">
        <pc:chgData name="365 Pro Plus" userId="8a4ede6a-2f8b-4c6e-b52c-08ce3e3b5c4d" providerId="ADAL" clId="{E91601CC-018A-44E3-BE1A-FBDC3149E008}" dt="2021-08-31T17:30:44.145" v="315" actId="2711"/>
        <pc:sldMkLst>
          <pc:docMk/>
          <pc:sldMk cId="4292955684" sldId="294"/>
        </pc:sldMkLst>
        <pc:spChg chg="mod">
          <ac:chgData name="365 Pro Plus" userId="8a4ede6a-2f8b-4c6e-b52c-08ce3e3b5c4d" providerId="ADAL" clId="{E91601CC-018A-44E3-BE1A-FBDC3149E008}" dt="2021-08-31T17:30:44.145" v="315" actId="2711"/>
          <ac:spMkLst>
            <pc:docMk/>
            <pc:sldMk cId="4292955684" sldId="294"/>
            <ac:spMk id="2" creationId="{5C129610-05BA-4982-88ED-0F38F83ADD31}"/>
          </ac:spMkLst>
        </pc:spChg>
        <pc:spChg chg="mod">
          <ac:chgData name="365 Pro Plus" userId="8a4ede6a-2f8b-4c6e-b52c-08ce3e3b5c4d" providerId="ADAL" clId="{E91601CC-018A-44E3-BE1A-FBDC3149E008}" dt="2021-08-31T17:30:44.145" v="315" actId="2711"/>
          <ac:spMkLst>
            <pc:docMk/>
            <pc:sldMk cId="4292955684" sldId="294"/>
            <ac:spMk id="3" creationId="{2308EDDF-F58A-4C3D-AB62-2A3FB7B4783D}"/>
          </ac:spMkLst>
        </pc:spChg>
        <pc:spChg chg="mod">
          <ac:chgData name="365 Pro Plus" userId="8a4ede6a-2f8b-4c6e-b52c-08ce3e3b5c4d" providerId="ADAL" clId="{E91601CC-018A-44E3-BE1A-FBDC3149E008}" dt="2021-08-31T17:30:44.145" v="315" actId="2711"/>
          <ac:spMkLst>
            <pc:docMk/>
            <pc:sldMk cId="4292955684" sldId="294"/>
            <ac:spMk id="4" creationId="{BE5D694D-15B7-46D3-832F-9C438FAF73A1}"/>
          </ac:spMkLst>
        </pc:spChg>
        <pc:graphicFrameChg chg="mod">
          <ac:chgData name="365 Pro Plus" userId="8a4ede6a-2f8b-4c6e-b52c-08ce3e3b5c4d" providerId="ADAL" clId="{E91601CC-018A-44E3-BE1A-FBDC3149E008}" dt="2021-08-31T17:30:44.145" v="315" actId="2711"/>
          <ac:graphicFrameMkLst>
            <pc:docMk/>
            <pc:sldMk cId="4292955684" sldId="294"/>
            <ac:graphicFrameMk id="6" creationId="{E43F6D3E-6CFF-4B70-B389-7D446E9E5D91}"/>
          </ac:graphicFrameMkLst>
        </pc:graphicFrameChg>
      </pc:sldChg>
      <pc:sldChg chg="add">
        <pc:chgData name="365 Pro Plus" userId="8a4ede6a-2f8b-4c6e-b52c-08ce3e3b5c4d" providerId="ADAL" clId="{E91601CC-018A-44E3-BE1A-FBDC3149E008}" dt="2021-08-31T17:20:59.417" v="67"/>
        <pc:sldMkLst>
          <pc:docMk/>
          <pc:sldMk cId="1690844831" sldId="295"/>
        </pc:sldMkLst>
      </pc:sldChg>
      <pc:sldChg chg="modSp add">
        <pc:chgData name="365 Pro Plus" userId="8a4ede6a-2f8b-4c6e-b52c-08ce3e3b5c4d" providerId="ADAL" clId="{E91601CC-018A-44E3-BE1A-FBDC3149E008}" dt="2021-08-31T17:30:51.331" v="316" actId="2711"/>
        <pc:sldMkLst>
          <pc:docMk/>
          <pc:sldMk cId="2229559587" sldId="296"/>
        </pc:sldMkLst>
        <pc:spChg chg="mod">
          <ac:chgData name="365 Pro Plus" userId="8a4ede6a-2f8b-4c6e-b52c-08ce3e3b5c4d" providerId="ADAL" clId="{E91601CC-018A-44E3-BE1A-FBDC3149E008}" dt="2021-08-31T17:30:51.331" v="316" actId="2711"/>
          <ac:spMkLst>
            <pc:docMk/>
            <pc:sldMk cId="2229559587" sldId="296"/>
            <ac:spMk id="2" creationId="{5C129610-05BA-4982-88ED-0F38F83ADD31}"/>
          </ac:spMkLst>
        </pc:spChg>
        <pc:spChg chg="mod">
          <ac:chgData name="365 Pro Plus" userId="8a4ede6a-2f8b-4c6e-b52c-08ce3e3b5c4d" providerId="ADAL" clId="{E91601CC-018A-44E3-BE1A-FBDC3149E008}" dt="2021-08-31T17:30:51.331" v="316" actId="2711"/>
          <ac:spMkLst>
            <pc:docMk/>
            <pc:sldMk cId="2229559587" sldId="296"/>
            <ac:spMk id="3" creationId="{2308EDDF-F58A-4C3D-AB62-2A3FB7B4783D}"/>
          </ac:spMkLst>
        </pc:spChg>
        <pc:spChg chg="mod">
          <ac:chgData name="365 Pro Plus" userId="8a4ede6a-2f8b-4c6e-b52c-08ce3e3b5c4d" providerId="ADAL" clId="{E91601CC-018A-44E3-BE1A-FBDC3149E008}" dt="2021-08-31T17:30:51.331" v="316" actId="2711"/>
          <ac:spMkLst>
            <pc:docMk/>
            <pc:sldMk cId="2229559587" sldId="296"/>
            <ac:spMk id="4" creationId="{BE5D694D-15B7-46D3-832F-9C438FAF73A1}"/>
          </ac:spMkLst>
        </pc:spChg>
        <pc:spChg chg="mod">
          <ac:chgData name="365 Pro Plus" userId="8a4ede6a-2f8b-4c6e-b52c-08ce3e3b5c4d" providerId="ADAL" clId="{E91601CC-018A-44E3-BE1A-FBDC3149E008}" dt="2021-08-31T17:30:51.331" v="316" actId="2711"/>
          <ac:spMkLst>
            <pc:docMk/>
            <pc:sldMk cId="2229559587" sldId="296"/>
            <ac:spMk id="5" creationId="{FD6CFED0-EA5E-4C66-BD3A-1E83F3DCAFAA}"/>
          </ac:spMkLst>
        </pc:spChg>
        <pc:graphicFrameChg chg="mod">
          <ac:chgData name="365 Pro Plus" userId="8a4ede6a-2f8b-4c6e-b52c-08ce3e3b5c4d" providerId="ADAL" clId="{E91601CC-018A-44E3-BE1A-FBDC3149E008}" dt="2021-08-31T17:30:51.331" v="316" actId="2711"/>
          <ac:graphicFrameMkLst>
            <pc:docMk/>
            <pc:sldMk cId="2229559587" sldId="296"/>
            <ac:graphicFrameMk id="7" creationId="{8044EF0C-9433-4B85-8250-37703B590A4B}"/>
          </ac:graphicFrameMkLst>
        </pc:graphicFrameChg>
      </pc:sldChg>
      <pc:sldChg chg="modSp add mod">
        <pc:chgData name="365 Pro Plus" userId="8a4ede6a-2f8b-4c6e-b52c-08ce3e3b5c4d" providerId="ADAL" clId="{E91601CC-018A-44E3-BE1A-FBDC3149E008}" dt="2021-08-31T17:31:12.659" v="321" actId="404"/>
        <pc:sldMkLst>
          <pc:docMk/>
          <pc:sldMk cId="1832151230" sldId="297"/>
        </pc:sldMkLst>
        <pc:spChg chg="mod">
          <ac:chgData name="365 Pro Plus" userId="8a4ede6a-2f8b-4c6e-b52c-08ce3e3b5c4d" providerId="ADAL" clId="{E91601CC-018A-44E3-BE1A-FBDC3149E008}" dt="2021-08-31T17:31:08.549" v="319" actId="2711"/>
          <ac:spMkLst>
            <pc:docMk/>
            <pc:sldMk cId="1832151230" sldId="297"/>
            <ac:spMk id="2" creationId="{E6A34E7C-9CA5-4998-A5D6-F8632FD0DAE3}"/>
          </ac:spMkLst>
        </pc:spChg>
        <pc:spChg chg="mod">
          <ac:chgData name="365 Pro Plus" userId="8a4ede6a-2f8b-4c6e-b52c-08ce3e3b5c4d" providerId="ADAL" clId="{E91601CC-018A-44E3-BE1A-FBDC3149E008}" dt="2021-08-31T17:31:12.659" v="321" actId="404"/>
          <ac:spMkLst>
            <pc:docMk/>
            <pc:sldMk cId="1832151230" sldId="297"/>
            <ac:spMk id="3" creationId="{590E97F3-865A-486A-9D0C-B15800A34954}"/>
          </ac:spMkLst>
        </pc:spChg>
      </pc:sldChg>
      <pc:sldChg chg="modSp add mod">
        <pc:chgData name="365 Pro Plus" userId="8a4ede6a-2f8b-4c6e-b52c-08ce3e3b5c4d" providerId="ADAL" clId="{E91601CC-018A-44E3-BE1A-FBDC3149E008}" dt="2021-08-31T17:37:50.043" v="365"/>
        <pc:sldMkLst>
          <pc:docMk/>
          <pc:sldMk cId="2181423560" sldId="298"/>
        </pc:sldMkLst>
        <pc:spChg chg="mod">
          <ac:chgData name="365 Pro Plus" userId="8a4ede6a-2f8b-4c6e-b52c-08ce3e3b5c4d" providerId="ADAL" clId="{E91601CC-018A-44E3-BE1A-FBDC3149E008}" dt="2021-08-31T17:37:50.043" v="365"/>
          <ac:spMkLst>
            <pc:docMk/>
            <pc:sldMk cId="2181423560" sldId="298"/>
            <ac:spMk id="3" creationId="{803D6827-DBBC-4606-B74E-FEAB448E1470}"/>
          </ac:spMkLst>
        </pc:spChg>
      </pc:sldChg>
      <pc:sldChg chg="modSp add mod">
        <pc:chgData name="365 Pro Plus" userId="8a4ede6a-2f8b-4c6e-b52c-08ce3e3b5c4d" providerId="ADAL" clId="{E91601CC-018A-44E3-BE1A-FBDC3149E008}" dt="2021-08-31T17:38:06.969" v="366"/>
        <pc:sldMkLst>
          <pc:docMk/>
          <pc:sldMk cId="1134168259" sldId="299"/>
        </pc:sldMkLst>
        <pc:spChg chg="mod">
          <ac:chgData name="365 Pro Plus" userId="8a4ede6a-2f8b-4c6e-b52c-08ce3e3b5c4d" providerId="ADAL" clId="{E91601CC-018A-44E3-BE1A-FBDC3149E008}" dt="2021-08-31T17:31:00.619" v="318" actId="2711"/>
          <ac:spMkLst>
            <pc:docMk/>
            <pc:sldMk cId="1134168259" sldId="299"/>
            <ac:spMk id="2" creationId="{0A98D763-1B09-4579-9FDE-876D5F6D6527}"/>
          </ac:spMkLst>
        </pc:spChg>
        <pc:spChg chg="mod">
          <ac:chgData name="365 Pro Plus" userId="8a4ede6a-2f8b-4c6e-b52c-08ce3e3b5c4d" providerId="ADAL" clId="{E91601CC-018A-44E3-BE1A-FBDC3149E008}" dt="2021-08-31T17:38:06.969" v="366"/>
          <ac:spMkLst>
            <pc:docMk/>
            <pc:sldMk cId="1134168259" sldId="299"/>
            <ac:spMk id="5" creationId="{C342BBAE-15F4-43C2-993C-1E92D26E8FFF}"/>
          </ac:spMkLst>
        </pc:spChg>
      </pc:sldChg>
      <pc:sldChg chg="modSp add mod">
        <pc:chgData name="365 Pro Plus" userId="8a4ede6a-2f8b-4c6e-b52c-08ce3e3b5c4d" providerId="ADAL" clId="{E91601CC-018A-44E3-BE1A-FBDC3149E008}" dt="2021-08-31T17:31:21.874" v="324" actId="404"/>
        <pc:sldMkLst>
          <pc:docMk/>
          <pc:sldMk cId="3963939464" sldId="301"/>
        </pc:sldMkLst>
        <pc:spChg chg="mod">
          <ac:chgData name="365 Pro Plus" userId="8a4ede6a-2f8b-4c6e-b52c-08ce3e3b5c4d" providerId="ADAL" clId="{E91601CC-018A-44E3-BE1A-FBDC3149E008}" dt="2021-08-31T17:31:19.363" v="322" actId="2711"/>
          <ac:spMkLst>
            <pc:docMk/>
            <pc:sldMk cId="3963939464" sldId="301"/>
            <ac:spMk id="2" creationId="{D3D10D5F-3F76-4640-86A3-AB331FA9C26E}"/>
          </ac:spMkLst>
        </pc:spChg>
        <pc:spChg chg="mod">
          <ac:chgData name="365 Pro Plus" userId="8a4ede6a-2f8b-4c6e-b52c-08ce3e3b5c4d" providerId="ADAL" clId="{E91601CC-018A-44E3-BE1A-FBDC3149E008}" dt="2021-08-31T17:31:21.874" v="324" actId="404"/>
          <ac:spMkLst>
            <pc:docMk/>
            <pc:sldMk cId="3963939464" sldId="301"/>
            <ac:spMk id="3" creationId="{AF8EB976-C1C6-40BC-9A6D-777BC9E787D5}"/>
          </ac:spMkLst>
        </pc:spChg>
      </pc:sldChg>
      <pc:sldChg chg="modSp add mod">
        <pc:chgData name="365 Pro Plus" userId="8a4ede6a-2f8b-4c6e-b52c-08ce3e3b5c4d" providerId="ADAL" clId="{E91601CC-018A-44E3-BE1A-FBDC3149E008}" dt="2021-08-31T17:31:38.241" v="330" actId="27636"/>
        <pc:sldMkLst>
          <pc:docMk/>
          <pc:sldMk cId="472603471" sldId="302"/>
        </pc:sldMkLst>
        <pc:spChg chg="mod">
          <ac:chgData name="365 Pro Plus" userId="8a4ede6a-2f8b-4c6e-b52c-08ce3e3b5c4d" providerId="ADAL" clId="{E91601CC-018A-44E3-BE1A-FBDC3149E008}" dt="2021-08-31T17:31:30.097" v="325" actId="2711"/>
          <ac:spMkLst>
            <pc:docMk/>
            <pc:sldMk cId="472603471" sldId="302"/>
            <ac:spMk id="2" creationId="{2D77E775-4034-473E-9B90-C8A1FFD4E547}"/>
          </ac:spMkLst>
        </pc:spChg>
        <pc:spChg chg="mod">
          <ac:chgData name="365 Pro Plus" userId="8a4ede6a-2f8b-4c6e-b52c-08ce3e3b5c4d" providerId="ADAL" clId="{E91601CC-018A-44E3-BE1A-FBDC3149E008}" dt="2021-08-31T17:31:38.241" v="330" actId="27636"/>
          <ac:spMkLst>
            <pc:docMk/>
            <pc:sldMk cId="472603471" sldId="302"/>
            <ac:spMk id="3" creationId="{A8CE9E7D-519C-4B1F-A19E-DDAD687D603A}"/>
          </ac:spMkLst>
        </pc:spChg>
      </pc:sldChg>
      <pc:sldChg chg="modSp add mod">
        <pc:chgData name="365 Pro Plus" userId="8a4ede6a-2f8b-4c6e-b52c-08ce3e3b5c4d" providerId="ADAL" clId="{E91601CC-018A-44E3-BE1A-FBDC3149E008}" dt="2021-08-31T17:31:56.376" v="335" actId="404"/>
        <pc:sldMkLst>
          <pc:docMk/>
          <pc:sldMk cId="3085684910" sldId="304"/>
        </pc:sldMkLst>
        <pc:spChg chg="mod">
          <ac:chgData name="365 Pro Plus" userId="8a4ede6a-2f8b-4c6e-b52c-08ce3e3b5c4d" providerId="ADAL" clId="{E91601CC-018A-44E3-BE1A-FBDC3149E008}" dt="2021-08-31T17:31:45.709" v="331" actId="2711"/>
          <ac:spMkLst>
            <pc:docMk/>
            <pc:sldMk cId="3085684910" sldId="304"/>
            <ac:spMk id="2" creationId="{677FF1EE-D6BB-412D-9EAE-DF32C6E88448}"/>
          </ac:spMkLst>
        </pc:spChg>
        <pc:spChg chg="mod">
          <ac:chgData name="365 Pro Plus" userId="8a4ede6a-2f8b-4c6e-b52c-08ce3e3b5c4d" providerId="ADAL" clId="{E91601CC-018A-44E3-BE1A-FBDC3149E008}" dt="2021-08-31T17:31:56.376" v="335" actId="404"/>
          <ac:spMkLst>
            <pc:docMk/>
            <pc:sldMk cId="3085684910" sldId="304"/>
            <ac:spMk id="5" creationId="{F392192D-01DE-41CA-BF92-C4D581DAD57C}"/>
          </ac:spMkLst>
        </pc:spChg>
        <pc:picChg chg="mod">
          <ac:chgData name="365 Pro Plus" userId="8a4ede6a-2f8b-4c6e-b52c-08ce3e3b5c4d" providerId="ADAL" clId="{E91601CC-018A-44E3-BE1A-FBDC3149E008}" dt="2021-08-31T17:31:45.709" v="331" actId="2711"/>
          <ac:picMkLst>
            <pc:docMk/>
            <pc:sldMk cId="3085684910" sldId="304"/>
            <ac:picMk id="4" creationId="{9AE87FAD-1110-4B16-8232-7E5543AB2893}"/>
          </ac:picMkLst>
        </pc:picChg>
        <pc:picChg chg="mod">
          <ac:chgData name="365 Pro Plus" userId="8a4ede6a-2f8b-4c6e-b52c-08ce3e3b5c4d" providerId="ADAL" clId="{E91601CC-018A-44E3-BE1A-FBDC3149E008}" dt="2021-08-31T17:31:45.709" v="331" actId="2711"/>
          <ac:picMkLst>
            <pc:docMk/>
            <pc:sldMk cId="3085684910" sldId="304"/>
            <ac:picMk id="14338" creationId="{DC97F752-0921-46C5-9060-DECCB4636482}"/>
          </ac:picMkLst>
        </pc:picChg>
      </pc:sldChg>
      <pc:sldChg chg="modSp add mod">
        <pc:chgData name="365 Pro Plus" userId="8a4ede6a-2f8b-4c6e-b52c-08ce3e3b5c4d" providerId="ADAL" clId="{E91601CC-018A-44E3-BE1A-FBDC3149E008}" dt="2021-08-31T17:32:11.498" v="340" actId="1076"/>
        <pc:sldMkLst>
          <pc:docMk/>
          <pc:sldMk cId="441715974" sldId="305"/>
        </pc:sldMkLst>
        <pc:spChg chg="mod">
          <ac:chgData name="365 Pro Plus" userId="8a4ede6a-2f8b-4c6e-b52c-08ce3e3b5c4d" providerId="ADAL" clId="{E91601CC-018A-44E3-BE1A-FBDC3149E008}" dt="2021-08-31T17:32:02.261" v="336" actId="2711"/>
          <ac:spMkLst>
            <pc:docMk/>
            <pc:sldMk cId="441715974" sldId="305"/>
            <ac:spMk id="2" creationId="{18FB7639-D810-4D4D-B015-77CD1367C36A}"/>
          </ac:spMkLst>
        </pc:spChg>
        <pc:spChg chg="mod">
          <ac:chgData name="365 Pro Plus" userId="8a4ede6a-2f8b-4c6e-b52c-08ce3e3b5c4d" providerId="ADAL" clId="{E91601CC-018A-44E3-BE1A-FBDC3149E008}" dt="2021-08-31T17:32:05.802" v="339" actId="404"/>
          <ac:spMkLst>
            <pc:docMk/>
            <pc:sldMk cId="441715974" sldId="305"/>
            <ac:spMk id="5" creationId="{DD60DE94-457F-435E-B170-98DCAE9F7139}"/>
          </ac:spMkLst>
        </pc:spChg>
        <pc:picChg chg="mod">
          <ac:chgData name="365 Pro Plus" userId="8a4ede6a-2f8b-4c6e-b52c-08ce3e3b5c4d" providerId="ADAL" clId="{E91601CC-018A-44E3-BE1A-FBDC3149E008}" dt="2021-08-31T17:32:11.498" v="340" actId="1076"/>
          <ac:picMkLst>
            <pc:docMk/>
            <pc:sldMk cId="441715974" sldId="305"/>
            <ac:picMk id="4" creationId="{E4349D41-C5C5-453D-9F62-DB741EB8753B}"/>
          </ac:picMkLst>
        </pc:picChg>
      </pc:sldChg>
      <pc:sldChg chg="modSp add mod">
        <pc:chgData name="365 Pro Plus" userId="8a4ede6a-2f8b-4c6e-b52c-08ce3e3b5c4d" providerId="ADAL" clId="{E91601CC-018A-44E3-BE1A-FBDC3149E008}" dt="2021-08-31T17:32:18.852" v="341" actId="2711"/>
        <pc:sldMkLst>
          <pc:docMk/>
          <pc:sldMk cId="2276614174" sldId="306"/>
        </pc:sldMkLst>
        <pc:spChg chg="mod">
          <ac:chgData name="365 Pro Plus" userId="8a4ede6a-2f8b-4c6e-b52c-08ce3e3b5c4d" providerId="ADAL" clId="{E91601CC-018A-44E3-BE1A-FBDC3149E008}" dt="2021-08-31T17:32:18.852" v="341" actId="2711"/>
          <ac:spMkLst>
            <pc:docMk/>
            <pc:sldMk cId="2276614174" sldId="306"/>
            <ac:spMk id="2" creationId="{FB4858A9-0376-4AE8-AF23-38A4D8364A73}"/>
          </ac:spMkLst>
        </pc:spChg>
        <pc:spChg chg="mod">
          <ac:chgData name="365 Pro Plus" userId="8a4ede6a-2f8b-4c6e-b52c-08ce3e3b5c4d" providerId="ADAL" clId="{E91601CC-018A-44E3-BE1A-FBDC3149E008}" dt="2021-08-31T17:32:18.852" v="341" actId="2711"/>
          <ac:spMkLst>
            <pc:docMk/>
            <pc:sldMk cId="2276614174" sldId="306"/>
            <ac:spMk id="13" creationId="{9DA18503-DD77-4BC2-8410-0FE56043BBCA}"/>
          </ac:spMkLst>
        </pc:spChg>
      </pc:sldChg>
      <pc:sldChg chg="modSp add del mod">
        <pc:chgData name="365 Pro Plus" userId="8a4ede6a-2f8b-4c6e-b52c-08ce3e3b5c4d" providerId="ADAL" clId="{E91601CC-018A-44E3-BE1A-FBDC3149E008}" dt="2021-08-31T17:26:23.074" v="269" actId="2711"/>
        <pc:sldMkLst>
          <pc:docMk/>
          <pc:sldMk cId="1489046375" sldId="307"/>
        </pc:sldMkLst>
        <pc:spChg chg="mod">
          <ac:chgData name="365 Pro Plus" userId="8a4ede6a-2f8b-4c6e-b52c-08ce3e3b5c4d" providerId="ADAL" clId="{E91601CC-018A-44E3-BE1A-FBDC3149E008}" dt="2021-08-31T17:26:23.074" v="269" actId="2711"/>
          <ac:spMkLst>
            <pc:docMk/>
            <pc:sldMk cId="1489046375" sldId="307"/>
            <ac:spMk id="2" creationId="{D8220EB8-91B2-43B4-9D89-C156E604A1E3}"/>
          </ac:spMkLst>
        </pc:spChg>
        <pc:spChg chg="mod">
          <ac:chgData name="365 Pro Plus" userId="8a4ede6a-2f8b-4c6e-b52c-08ce3e3b5c4d" providerId="ADAL" clId="{E91601CC-018A-44E3-BE1A-FBDC3149E008}" dt="2021-08-31T17:26:23.074" v="269" actId="2711"/>
          <ac:spMkLst>
            <pc:docMk/>
            <pc:sldMk cId="1489046375" sldId="307"/>
            <ac:spMk id="3" creationId="{65B468A6-65AC-4458-9266-57D17ECE4944}"/>
          </ac:spMkLst>
        </pc:spChg>
      </pc:sldChg>
      <pc:sldChg chg="new del">
        <pc:chgData name="365 Pro Plus" userId="8a4ede6a-2f8b-4c6e-b52c-08ce3e3b5c4d" providerId="ADAL" clId="{E91601CC-018A-44E3-BE1A-FBDC3149E008}" dt="2021-08-31T17:06:21.989" v="65" actId="47"/>
        <pc:sldMkLst>
          <pc:docMk/>
          <pc:sldMk cId="671330378" sldId="308"/>
        </pc:sldMkLst>
      </pc:sldChg>
      <pc:sldChg chg="add del">
        <pc:chgData name="365 Pro Plus" userId="8a4ede6a-2f8b-4c6e-b52c-08ce3e3b5c4d" providerId="ADAL" clId="{E91601CC-018A-44E3-BE1A-FBDC3149E008}" dt="2021-08-31T17:02:46.409" v="2" actId="2696"/>
        <pc:sldMkLst>
          <pc:docMk/>
          <pc:sldMk cId="1398075553" sldId="308"/>
        </pc:sldMkLst>
      </pc:sldChg>
      <pc:sldChg chg="modSp add mod">
        <pc:chgData name="365 Pro Plus" userId="8a4ede6a-2f8b-4c6e-b52c-08ce3e3b5c4d" providerId="ADAL" clId="{E91601CC-018A-44E3-BE1A-FBDC3149E008}" dt="2021-08-31T17:32:30.748" v="343" actId="2711"/>
        <pc:sldMkLst>
          <pc:docMk/>
          <pc:sldMk cId="3594816651" sldId="308"/>
        </pc:sldMkLst>
        <pc:spChg chg="mod">
          <ac:chgData name="365 Pro Plus" userId="8a4ede6a-2f8b-4c6e-b52c-08ce3e3b5c4d" providerId="ADAL" clId="{E91601CC-018A-44E3-BE1A-FBDC3149E008}" dt="2021-08-31T17:32:30.748" v="343" actId="2711"/>
          <ac:spMkLst>
            <pc:docMk/>
            <pc:sldMk cId="3594816651" sldId="308"/>
            <ac:spMk id="2" creationId="{698BE203-492D-4F3A-A39A-8EC72F40DD7F}"/>
          </ac:spMkLst>
        </pc:spChg>
        <pc:spChg chg="mod">
          <ac:chgData name="365 Pro Plus" userId="8a4ede6a-2f8b-4c6e-b52c-08ce3e3b5c4d" providerId="ADAL" clId="{E91601CC-018A-44E3-BE1A-FBDC3149E008}" dt="2021-08-31T17:32:30.748" v="343" actId="2711"/>
          <ac:spMkLst>
            <pc:docMk/>
            <pc:sldMk cId="3594816651" sldId="308"/>
            <ac:spMk id="3" creationId="{88A933E0-97CB-4155-A3DC-5FE557C95A00}"/>
          </ac:spMkLst>
        </pc:spChg>
      </pc:sldChg>
      <pc:sldChg chg="del">
        <pc:chgData name="365 Pro Plus" userId="8a4ede6a-2f8b-4c6e-b52c-08ce3e3b5c4d" providerId="ADAL" clId="{E91601CC-018A-44E3-BE1A-FBDC3149E008}" dt="2021-08-31T17:02:46.409" v="2" actId="2696"/>
        <pc:sldMkLst>
          <pc:docMk/>
          <pc:sldMk cId="2831475167" sldId="309"/>
        </pc:sldMkLst>
      </pc:sldChg>
      <pc:sldChg chg="modSp add mod">
        <pc:chgData name="365 Pro Plus" userId="8a4ede6a-2f8b-4c6e-b52c-08ce3e3b5c4d" providerId="ADAL" clId="{E91601CC-018A-44E3-BE1A-FBDC3149E008}" dt="2021-08-31T17:24:07.173" v="252" actId="2711"/>
        <pc:sldMkLst>
          <pc:docMk/>
          <pc:sldMk cId="4218389818" sldId="309"/>
        </pc:sldMkLst>
        <pc:spChg chg="mod">
          <ac:chgData name="365 Pro Plus" userId="8a4ede6a-2f8b-4c6e-b52c-08ce3e3b5c4d" providerId="ADAL" clId="{E91601CC-018A-44E3-BE1A-FBDC3149E008}" dt="2021-08-31T17:24:07.173" v="252" actId="2711"/>
          <ac:spMkLst>
            <pc:docMk/>
            <pc:sldMk cId="4218389818" sldId="309"/>
            <ac:spMk id="20" creationId="{00000000-0000-0000-0000-000000000000}"/>
          </ac:spMkLst>
        </pc:spChg>
        <pc:spChg chg="mod">
          <ac:chgData name="365 Pro Plus" userId="8a4ede6a-2f8b-4c6e-b52c-08ce3e3b5c4d" providerId="ADAL" clId="{E91601CC-018A-44E3-BE1A-FBDC3149E008}" dt="2021-08-31T17:24:07.173" v="252" actId="2711"/>
          <ac:spMkLst>
            <pc:docMk/>
            <pc:sldMk cId="4218389818" sldId="309"/>
            <ac:spMk id="21" creationId="{00000000-0000-0000-0000-000000000000}"/>
          </ac:spMkLst>
        </pc:spChg>
        <pc:spChg chg="mod">
          <ac:chgData name="365 Pro Plus" userId="8a4ede6a-2f8b-4c6e-b52c-08ce3e3b5c4d" providerId="ADAL" clId="{E91601CC-018A-44E3-BE1A-FBDC3149E008}" dt="2021-08-31T17:24:07.173" v="252" actId="2711"/>
          <ac:spMkLst>
            <pc:docMk/>
            <pc:sldMk cId="4218389818" sldId="309"/>
            <ac:spMk id="22" creationId="{00000000-0000-0000-0000-000000000000}"/>
          </ac:spMkLst>
        </pc:spChg>
        <pc:spChg chg="mod">
          <ac:chgData name="365 Pro Plus" userId="8a4ede6a-2f8b-4c6e-b52c-08ce3e3b5c4d" providerId="ADAL" clId="{E91601CC-018A-44E3-BE1A-FBDC3149E008}" dt="2021-08-31T17:24:07.173" v="252" actId="2711"/>
          <ac:spMkLst>
            <pc:docMk/>
            <pc:sldMk cId="4218389818" sldId="309"/>
            <ac:spMk id="23" creationId="{00000000-0000-0000-0000-000000000000}"/>
          </ac:spMkLst>
        </pc:spChg>
        <pc:spChg chg="mod">
          <ac:chgData name="365 Pro Plus" userId="8a4ede6a-2f8b-4c6e-b52c-08ce3e3b5c4d" providerId="ADAL" clId="{E91601CC-018A-44E3-BE1A-FBDC3149E008}" dt="2021-08-31T17:24:07.173" v="252" actId="2711"/>
          <ac:spMkLst>
            <pc:docMk/>
            <pc:sldMk cId="4218389818" sldId="309"/>
            <ac:spMk id="29" creationId="{00000000-0000-0000-0000-000000000000}"/>
          </ac:spMkLst>
        </pc:spChg>
        <pc:spChg chg="mod">
          <ac:chgData name="365 Pro Plus" userId="8a4ede6a-2f8b-4c6e-b52c-08ce3e3b5c4d" providerId="ADAL" clId="{E91601CC-018A-44E3-BE1A-FBDC3149E008}" dt="2021-08-31T17:24:07.173" v="252" actId="2711"/>
          <ac:spMkLst>
            <pc:docMk/>
            <pc:sldMk cId="4218389818" sldId="309"/>
            <ac:spMk id="30" creationId="{00000000-0000-0000-0000-000000000000}"/>
          </ac:spMkLst>
        </pc:spChg>
        <pc:spChg chg="mod">
          <ac:chgData name="365 Pro Plus" userId="8a4ede6a-2f8b-4c6e-b52c-08ce3e3b5c4d" providerId="ADAL" clId="{E91601CC-018A-44E3-BE1A-FBDC3149E008}" dt="2021-08-31T17:24:07.173" v="252" actId="2711"/>
          <ac:spMkLst>
            <pc:docMk/>
            <pc:sldMk cId="4218389818" sldId="309"/>
            <ac:spMk id="32" creationId="{00000000-0000-0000-0000-000000000000}"/>
          </ac:spMkLst>
        </pc:spChg>
        <pc:spChg chg="mod">
          <ac:chgData name="365 Pro Plus" userId="8a4ede6a-2f8b-4c6e-b52c-08ce3e3b5c4d" providerId="ADAL" clId="{E91601CC-018A-44E3-BE1A-FBDC3149E008}" dt="2021-08-31T17:24:07.173" v="252" actId="2711"/>
          <ac:spMkLst>
            <pc:docMk/>
            <pc:sldMk cId="4218389818" sldId="309"/>
            <ac:spMk id="33" creationId="{00000000-0000-0000-0000-000000000000}"/>
          </ac:spMkLst>
        </pc:spChg>
        <pc:spChg chg="mod">
          <ac:chgData name="365 Pro Plus" userId="8a4ede6a-2f8b-4c6e-b52c-08ce3e3b5c4d" providerId="ADAL" clId="{E91601CC-018A-44E3-BE1A-FBDC3149E008}" dt="2021-08-31T17:24:07.173" v="252" actId="2711"/>
          <ac:spMkLst>
            <pc:docMk/>
            <pc:sldMk cId="4218389818" sldId="309"/>
            <ac:spMk id="37" creationId="{00000000-0000-0000-0000-000000000000}"/>
          </ac:spMkLst>
        </pc:spChg>
        <pc:spChg chg="mod">
          <ac:chgData name="365 Pro Plus" userId="8a4ede6a-2f8b-4c6e-b52c-08ce3e3b5c4d" providerId="ADAL" clId="{E91601CC-018A-44E3-BE1A-FBDC3149E008}" dt="2021-08-31T17:24:07.173" v="252" actId="2711"/>
          <ac:spMkLst>
            <pc:docMk/>
            <pc:sldMk cId="4218389818" sldId="309"/>
            <ac:spMk id="39" creationId="{00000000-0000-0000-0000-000000000000}"/>
          </ac:spMkLst>
        </pc:spChg>
        <pc:spChg chg="mod">
          <ac:chgData name="365 Pro Plus" userId="8a4ede6a-2f8b-4c6e-b52c-08ce3e3b5c4d" providerId="ADAL" clId="{E91601CC-018A-44E3-BE1A-FBDC3149E008}" dt="2021-08-31T17:24:07.173" v="252" actId="2711"/>
          <ac:spMkLst>
            <pc:docMk/>
            <pc:sldMk cId="4218389818" sldId="309"/>
            <ac:spMk id="42" creationId="{00000000-0000-0000-0000-000000000000}"/>
          </ac:spMkLst>
        </pc:spChg>
      </pc:sldChg>
      <pc:sldChg chg="modSp add mod">
        <pc:chgData name="365 Pro Plus" userId="8a4ede6a-2f8b-4c6e-b52c-08ce3e3b5c4d" providerId="ADAL" clId="{E91601CC-018A-44E3-BE1A-FBDC3149E008}" dt="2021-08-31T17:24:21.172" v="255" actId="2711"/>
        <pc:sldMkLst>
          <pc:docMk/>
          <pc:sldMk cId="864875283" sldId="310"/>
        </pc:sldMkLst>
        <pc:spChg chg="mod">
          <ac:chgData name="365 Pro Plus" userId="8a4ede6a-2f8b-4c6e-b52c-08ce3e3b5c4d" providerId="ADAL" clId="{E91601CC-018A-44E3-BE1A-FBDC3149E008}" dt="2021-08-31T17:24:21.172" v="255" actId="2711"/>
          <ac:spMkLst>
            <pc:docMk/>
            <pc:sldMk cId="864875283" sldId="310"/>
            <ac:spMk id="2" creationId="{00000000-0000-0000-0000-000000000000}"/>
          </ac:spMkLst>
        </pc:spChg>
        <pc:spChg chg="mod">
          <ac:chgData name="365 Pro Plus" userId="8a4ede6a-2f8b-4c6e-b52c-08ce3e3b5c4d" providerId="ADAL" clId="{E91601CC-018A-44E3-BE1A-FBDC3149E008}" dt="2021-08-31T17:24:21.172" v="255" actId="2711"/>
          <ac:spMkLst>
            <pc:docMk/>
            <pc:sldMk cId="864875283" sldId="310"/>
            <ac:spMk id="3" creationId="{00000000-0000-0000-0000-000000000000}"/>
          </ac:spMkLst>
        </pc:spChg>
        <pc:spChg chg="mod">
          <ac:chgData name="365 Pro Plus" userId="8a4ede6a-2f8b-4c6e-b52c-08ce3e3b5c4d" providerId="ADAL" clId="{E91601CC-018A-44E3-BE1A-FBDC3149E008}" dt="2021-08-31T17:24:21.172" v="255" actId="2711"/>
          <ac:spMkLst>
            <pc:docMk/>
            <pc:sldMk cId="864875283" sldId="310"/>
            <ac:spMk id="7" creationId="{00000000-0000-0000-0000-000000000000}"/>
          </ac:spMkLst>
        </pc:spChg>
        <pc:spChg chg="mod">
          <ac:chgData name="365 Pro Plus" userId="8a4ede6a-2f8b-4c6e-b52c-08ce3e3b5c4d" providerId="ADAL" clId="{E91601CC-018A-44E3-BE1A-FBDC3149E008}" dt="2021-08-31T17:24:21.172" v="255" actId="2711"/>
          <ac:spMkLst>
            <pc:docMk/>
            <pc:sldMk cId="864875283" sldId="310"/>
            <ac:spMk id="13" creationId="{00000000-0000-0000-0000-000000000000}"/>
          </ac:spMkLst>
        </pc:spChg>
        <pc:spChg chg="mod">
          <ac:chgData name="365 Pro Plus" userId="8a4ede6a-2f8b-4c6e-b52c-08ce3e3b5c4d" providerId="ADAL" clId="{E91601CC-018A-44E3-BE1A-FBDC3149E008}" dt="2021-08-31T17:24:21.172" v="255" actId="2711"/>
          <ac:spMkLst>
            <pc:docMk/>
            <pc:sldMk cId="864875283" sldId="310"/>
            <ac:spMk id="15" creationId="{00000000-0000-0000-0000-000000000000}"/>
          </ac:spMkLst>
        </pc:spChg>
        <pc:spChg chg="mod">
          <ac:chgData name="365 Pro Plus" userId="8a4ede6a-2f8b-4c6e-b52c-08ce3e3b5c4d" providerId="ADAL" clId="{E91601CC-018A-44E3-BE1A-FBDC3149E008}" dt="2021-08-31T17:24:21.172" v="255" actId="2711"/>
          <ac:spMkLst>
            <pc:docMk/>
            <pc:sldMk cId="864875283" sldId="310"/>
            <ac:spMk id="16" creationId="{00000000-0000-0000-0000-000000000000}"/>
          </ac:spMkLst>
        </pc:spChg>
        <pc:spChg chg="mod">
          <ac:chgData name="365 Pro Plus" userId="8a4ede6a-2f8b-4c6e-b52c-08ce3e3b5c4d" providerId="ADAL" clId="{E91601CC-018A-44E3-BE1A-FBDC3149E008}" dt="2021-08-31T17:24:21.172" v="255" actId="2711"/>
          <ac:spMkLst>
            <pc:docMk/>
            <pc:sldMk cId="864875283" sldId="310"/>
            <ac:spMk id="17" creationId="{00000000-0000-0000-0000-000000000000}"/>
          </ac:spMkLst>
        </pc:spChg>
        <pc:spChg chg="mod">
          <ac:chgData name="365 Pro Plus" userId="8a4ede6a-2f8b-4c6e-b52c-08ce3e3b5c4d" providerId="ADAL" clId="{E91601CC-018A-44E3-BE1A-FBDC3149E008}" dt="2021-08-31T17:24:21.172" v="255" actId="2711"/>
          <ac:spMkLst>
            <pc:docMk/>
            <pc:sldMk cId="864875283" sldId="310"/>
            <ac:spMk id="24" creationId="{00000000-0000-0000-0000-000000000000}"/>
          </ac:spMkLst>
        </pc:spChg>
        <pc:spChg chg="mod">
          <ac:chgData name="365 Pro Plus" userId="8a4ede6a-2f8b-4c6e-b52c-08ce3e3b5c4d" providerId="ADAL" clId="{E91601CC-018A-44E3-BE1A-FBDC3149E008}" dt="2021-08-31T17:24:21.172" v="255" actId="2711"/>
          <ac:spMkLst>
            <pc:docMk/>
            <pc:sldMk cId="864875283" sldId="310"/>
            <ac:spMk id="28" creationId="{00000000-0000-0000-0000-000000000000}"/>
          </ac:spMkLst>
        </pc:spChg>
        <pc:spChg chg="mod">
          <ac:chgData name="365 Pro Plus" userId="8a4ede6a-2f8b-4c6e-b52c-08ce3e3b5c4d" providerId="ADAL" clId="{E91601CC-018A-44E3-BE1A-FBDC3149E008}" dt="2021-08-31T17:24:21.172" v="255" actId="2711"/>
          <ac:spMkLst>
            <pc:docMk/>
            <pc:sldMk cId="864875283" sldId="310"/>
            <ac:spMk id="36" creationId="{00000000-0000-0000-0000-000000000000}"/>
          </ac:spMkLst>
        </pc:spChg>
        <pc:spChg chg="mod">
          <ac:chgData name="365 Pro Plus" userId="8a4ede6a-2f8b-4c6e-b52c-08ce3e3b5c4d" providerId="ADAL" clId="{E91601CC-018A-44E3-BE1A-FBDC3149E008}" dt="2021-08-31T17:24:21.172" v="255" actId="2711"/>
          <ac:spMkLst>
            <pc:docMk/>
            <pc:sldMk cId="864875283" sldId="310"/>
            <ac:spMk id="37" creationId="{00000000-0000-0000-0000-000000000000}"/>
          </ac:spMkLst>
        </pc:spChg>
      </pc:sldChg>
      <pc:sldChg chg="del">
        <pc:chgData name="365 Pro Plus" userId="8a4ede6a-2f8b-4c6e-b52c-08ce3e3b5c4d" providerId="ADAL" clId="{E91601CC-018A-44E3-BE1A-FBDC3149E008}" dt="2021-08-31T17:02:46.409" v="2" actId="2696"/>
        <pc:sldMkLst>
          <pc:docMk/>
          <pc:sldMk cId="1766615146" sldId="310"/>
        </pc:sldMkLst>
      </pc:sldChg>
      <pc:sldChg chg="new del">
        <pc:chgData name="365 Pro Plus" userId="8a4ede6a-2f8b-4c6e-b52c-08ce3e3b5c4d" providerId="ADAL" clId="{E91601CC-018A-44E3-BE1A-FBDC3149E008}" dt="2021-08-31T17:21:07.920" v="71" actId="47"/>
        <pc:sldMkLst>
          <pc:docMk/>
          <pc:sldMk cId="771217208" sldId="311"/>
        </pc:sldMkLst>
      </pc:sldChg>
      <pc:sldChg chg="del">
        <pc:chgData name="365 Pro Plus" userId="8a4ede6a-2f8b-4c6e-b52c-08ce3e3b5c4d" providerId="ADAL" clId="{E91601CC-018A-44E3-BE1A-FBDC3149E008}" dt="2021-08-31T17:02:46.409" v="2" actId="2696"/>
        <pc:sldMkLst>
          <pc:docMk/>
          <pc:sldMk cId="1238599840" sldId="311"/>
        </pc:sldMkLst>
      </pc:sldChg>
      <pc:sldChg chg="modSp add mod">
        <pc:chgData name="365 Pro Plus" userId="8a4ede6a-2f8b-4c6e-b52c-08ce3e3b5c4d" providerId="ADAL" clId="{E91601CC-018A-44E3-BE1A-FBDC3149E008}" dt="2021-08-31T17:26:07.850" v="267" actId="2711"/>
        <pc:sldMkLst>
          <pc:docMk/>
          <pc:sldMk cId="98729556" sldId="312"/>
        </pc:sldMkLst>
        <pc:spChg chg="mod">
          <ac:chgData name="365 Pro Plus" userId="8a4ede6a-2f8b-4c6e-b52c-08ce3e3b5c4d" providerId="ADAL" clId="{E91601CC-018A-44E3-BE1A-FBDC3149E008}" dt="2021-08-31T17:26:07.850" v="267" actId="2711"/>
          <ac:spMkLst>
            <pc:docMk/>
            <pc:sldMk cId="98729556" sldId="312"/>
            <ac:spMk id="2" creationId="{0A98D763-1B09-4579-9FDE-876D5F6D6527}"/>
          </ac:spMkLst>
        </pc:spChg>
        <pc:spChg chg="mod">
          <ac:chgData name="365 Pro Plus" userId="8a4ede6a-2f8b-4c6e-b52c-08ce3e3b5c4d" providerId="ADAL" clId="{E91601CC-018A-44E3-BE1A-FBDC3149E008}" dt="2021-08-31T17:26:07.850" v="267" actId="2711"/>
          <ac:spMkLst>
            <pc:docMk/>
            <pc:sldMk cId="98729556" sldId="312"/>
            <ac:spMk id="3" creationId="{803D6827-DBBC-4606-B74E-FEAB448E1470}"/>
          </ac:spMkLst>
        </pc:spChg>
      </pc:sldChg>
      <pc:sldChg chg="del">
        <pc:chgData name="365 Pro Plus" userId="8a4ede6a-2f8b-4c6e-b52c-08ce3e3b5c4d" providerId="ADAL" clId="{E91601CC-018A-44E3-BE1A-FBDC3149E008}" dt="2021-08-31T17:02:46.409" v="2" actId="2696"/>
        <pc:sldMkLst>
          <pc:docMk/>
          <pc:sldMk cId="1450044693" sldId="312"/>
        </pc:sldMkLst>
      </pc:sldChg>
      <pc:sldChg chg="add del">
        <pc:chgData name="365 Pro Plus" userId="8a4ede6a-2f8b-4c6e-b52c-08ce3e3b5c4d" providerId="ADAL" clId="{E91601CC-018A-44E3-BE1A-FBDC3149E008}" dt="2021-08-31T17:26:48.322" v="272" actId="47"/>
        <pc:sldMkLst>
          <pc:docMk/>
          <pc:sldMk cId="135594703" sldId="313"/>
        </pc:sldMkLst>
      </pc:sldChg>
      <pc:sldChg chg="del">
        <pc:chgData name="365 Pro Plus" userId="8a4ede6a-2f8b-4c6e-b52c-08ce3e3b5c4d" providerId="ADAL" clId="{E91601CC-018A-44E3-BE1A-FBDC3149E008}" dt="2021-08-31T17:02:46.409" v="2" actId="2696"/>
        <pc:sldMkLst>
          <pc:docMk/>
          <pc:sldMk cId="2538836170" sldId="313"/>
        </pc:sldMkLst>
      </pc:sldChg>
      <pc:sldChg chg="del">
        <pc:chgData name="365 Pro Plus" userId="8a4ede6a-2f8b-4c6e-b52c-08ce3e3b5c4d" providerId="ADAL" clId="{E91601CC-018A-44E3-BE1A-FBDC3149E008}" dt="2021-08-31T17:02:46.409" v="2" actId="2696"/>
        <pc:sldMkLst>
          <pc:docMk/>
          <pc:sldMk cId="3010768399" sldId="314"/>
        </pc:sldMkLst>
      </pc:sldChg>
      <pc:sldChg chg="modSp add">
        <pc:chgData name="365 Pro Plus" userId="8a4ede6a-2f8b-4c6e-b52c-08ce3e3b5c4d" providerId="ADAL" clId="{E91601CC-018A-44E3-BE1A-FBDC3149E008}" dt="2021-08-31T17:27:02.622" v="274" actId="2711"/>
        <pc:sldMkLst>
          <pc:docMk/>
          <pc:sldMk cId="3958868680" sldId="314"/>
        </pc:sldMkLst>
        <pc:spChg chg="mod">
          <ac:chgData name="365 Pro Plus" userId="8a4ede6a-2f8b-4c6e-b52c-08ce3e3b5c4d" providerId="ADAL" clId="{E91601CC-018A-44E3-BE1A-FBDC3149E008}" dt="2021-08-31T17:27:02.622" v="274" actId="2711"/>
          <ac:spMkLst>
            <pc:docMk/>
            <pc:sldMk cId="3958868680" sldId="314"/>
            <ac:spMk id="2" creationId="{0EFFE5BF-2C4B-4852-A464-8D737D2DFACD}"/>
          </ac:spMkLst>
        </pc:spChg>
        <pc:spChg chg="mod">
          <ac:chgData name="365 Pro Plus" userId="8a4ede6a-2f8b-4c6e-b52c-08ce3e3b5c4d" providerId="ADAL" clId="{E91601CC-018A-44E3-BE1A-FBDC3149E008}" dt="2021-08-31T17:27:02.622" v="274" actId="2711"/>
          <ac:spMkLst>
            <pc:docMk/>
            <pc:sldMk cId="3958868680" sldId="314"/>
            <ac:spMk id="3" creationId="{D5E0BC37-00BB-4414-B3CF-C6612711D46C}"/>
          </ac:spMkLst>
        </pc:spChg>
        <pc:spChg chg="mod">
          <ac:chgData name="365 Pro Plus" userId="8a4ede6a-2f8b-4c6e-b52c-08ce3e3b5c4d" providerId="ADAL" clId="{E91601CC-018A-44E3-BE1A-FBDC3149E008}" dt="2021-08-31T17:27:02.622" v="274" actId="2711"/>
          <ac:spMkLst>
            <pc:docMk/>
            <pc:sldMk cId="3958868680" sldId="314"/>
            <ac:spMk id="4" creationId="{73B6615E-3BF8-48AF-9D42-5449992D3A4B}"/>
          </ac:spMkLst>
        </pc:spChg>
        <pc:graphicFrameChg chg="mod">
          <ac:chgData name="365 Pro Plus" userId="8a4ede6a-2f8b-4c6e-b52c-08ce3e3b5c4d" providerId="ADAL" clId="{E91601CC-018A-44E3-BE1A-FBDC3149E008}" dt="2021-08-31T17:27:02.622" v="274" actId="2711"/>
          <ac:graphicFrameMkLst>
            <pc:docMk/>
            <pc:sldMk cId="3958868680" sldId="314"/>
            <ac:graphicFrameMk id="5" creationId="{78AC88EC-2233-408C-9494-987D80DC09B4}"/>
          </ac:graphicFrameMkLst>
        </pc:graphicFrameChg>
      </pc:sldChg>
      <pc:sldChg chg="modSp add mod modNotesTx">
        <pc:chgData name="365 Pro Plus" userId="8a4ede6a-2f8b-4c6e-b52c-08ce3e3b5c4d" providerId="ADAL" clId="{E91601CC-018A-44E3-BE1A-FBDC3149E008}" dt="2021-08-31T17:27:17.111" v="280" actId="20577"/>
        <pc:sldMkLst>
          <pc:docMk/>
          <pc:sldMk cId="1098848756" sldId="315"/>
        </pc:sldMkLst>
        <pc:spChg chg="mod">
          <ac:chgData name="365 Pro Plus" userId="8a4ede6a-2f8b-4c6e-b52c-08ce3e3b5c4d" providerId="ADAL" clId="{E91601CC-018A-44E3-BE1A-FBDC3149E008}" dt="2021-08-31T17:27:07.309" v="275" actId="2711"/>
          <ac:spMkLst>
            <pc:docMk/>
            <pc:sldMk cId="1098848756" sldId="315"/>
            <ac:spMk id="2" creationId="{52D1D453-0E5C-4790-A274-6D6977647A21}"/>
          </ac:spMkLst>
        </pc:spChg>
        <pc:spChg chg="mod">
          <ac:chgData name="365 Pro Plus" userId="8a4ede6a-2f8b-4c6e-b52c-08ce3e3b5c4d" providerId="ADAL" clId="{E91601CC-018A-44E3-BE1A-FBDC3149E008}" dt="2021-08-31T17:27:13.042" v="279" actId="404"/>
          <ac:spMkLst>
            <pc:docMk/>
            <pc:sldMk cId="1098848756" sldId="315"/>
            <ac:spMk id="3" creationId="{1BB43090-EA3E-4D32-BC40-62765B410B9C}"/>
          </ac:spMkLst>
        </pc:spChg>
      </pc:sldChg>
      <pc:sldChg chg="del">
        <pc:chgData name="365 Pro Plus" userId="8a4ede6a-2f8b-4c6e-b52c-08ce3e3b5c4d" providerId="ADAL" clId="{E91601CC-018A-44E3-BE1A-FBDC3149E008}" dt="2021-08-31T17:02:46.409" v="2" actId="2696"/>
        <pc:sldMkLst>
          <pc:docMk/>
          <pc:sldMk cId="3253262058" sldId="315"/>
        </pc:sldMkLst>
      </pc:sldChg>
      <pc:sldChg chg="del">
        <pc:chgData name="365 Pro Plus" userId="8a4ede6a-2f8b-4c6e-b52c-08ce3e3b5c4d" providerId="ADAL" clId="{E91601CC-018A-44E3-BE1A-FBDC3149E008}" dt="2021-08-31T17:02:46.409" v="2" actId="2696"/>
        <pc:sldMkLst>
          <pc:docMk/>
          <pc:sldMk cId="685339852" sldId="316"/>
        </pc:sldMkLst>
      </pc:sldChg>
      <pc:sldChg chg="modSp add mod">
        <pc:chgData name="365 Pro Plus" userId="8a4ede6a-2f8b-4c6e-b52c-08ce3e3b5c4d" providerId="ADAL" clId="{E91601CC-018A-44E3-BE1A-FBDC3149E008}" dt="2021-08-31T17:27:24.986" v="281" actId="2711"/>
        <pc:sldMkLst>
          <pc:docMk/>
          <pc:sldMk cId="2300188830" sldId="316"/>
        </pc:sldMkLst>
        <pc:spChg chg="mod">
          <ac:chgData name="365 Pro Plus" userId="8a4ede6a-2f8b-4c6e-b52c-08ce3e3b5c4d" providerId="ADAL" clId="{E91601CC-018A-44E3-BE1A-FBDC3149E008}" dt="2021-08-31T17:27:24.986" v="281" actId="2711"/>
          <ac:spMkLst>
            <pc:docMk/>
            <pc:sldMk cId="2300188830" sldId="316"/>
            <ac:spMk id="2" creationId="{32C80AFA-83F1-4DC8-A76B-C5C73F0B9130}"/>
          </ac:spMkLst>
        </pc:spChg>
        <pc:spChg chg="mod">
          <ac:chgData name="365 Pro Plus" userId="8a4ede6a-2f8b-4c6e-b52c-08ce3e3b5c4d" providerId="ADAL" clId="{E91601CC-018A-44E3-BE1A-FBDC3149E008}" dt="2021-08-31T17:27:24.986" v="281" actId="2711"/>
          <ac:spMkLst>
            <pc:docMk/>
            <pc:sldMk cId="2300188830" sldId="316"/>
            <ac:spMk id="3" creationId="{9D8788AA-26DD-48C9-A10C-E63AC2E3124D}"/>
          </ac:spMkLst>
        </pc:spChg>
        <pc:spChg chg="mod">
          <ac:chgData name="365 Pro Plus" userId="8a4ede6a-2f8b-4c6e-b52c-08ce3e3b5c4d" providerId="ADAL" clId="{E91601CC-018A-44E3-BE1A-FBDC3149E008}" dt="2021-08-31T17:27:24.986" v="281" actId="2711"/>
          <ac:spMkLst>
            <pc:docMk/>
            <pc:sldMk cId="2300188830" sldId="316"/>
            <ac:spMk id="8" creationId="{420CE6C4-81E5-4DCE-9DE2-FE07E07560E6}"/>
          </ac:spMkLst>
        </pc:spChg>
        <pc:graphicFrameChg chg="mod">
          <ac:chgData name="365 Pro Plus" userId="8a4ede6a-2f8b-4c6e-b52c-08ce3e3b5c4d" providerId="ADAL" clId="{E91601CC-018A-44E3-BE1A-FBDC3149E008}" dt="2021-08-31T17:27:24.986" v="281" actId="2711"/>
          <ac:graphicFrameMkLst>
            <pc:docMk/>
            <pc:sldMk cId="2300188830" sldId="316"/>
            <ac:graphicFrameMk id="9" creationId="{24F16F55-E42F-48BC-B848-9EEEF8517293}"/>
          </ac:graphicFrameMkLst>
        </pc:graphicFrameChg>
      </pc:sldChg>
      <pc:sldChg chg="del">
        <pc:chgData name="365 Pro Plus" userId="8a4ede6a-2f8b-4c6e-b52c-08ce3e3b5c4d" providerId="ADAL" clId="{E91601CC-018A-44E3-BE1A-FBDC3149E008}" dt="2021-08-31T17:02:46.409" v="2" actId="2696"/>
        <pc:sldMkLst>
          <pc:docMk/>
          <pc:sldMk cId="2352969552" sldId="317"/>
        </pc:sldMkLst>
      </pc:sldChg>
      <pc:sldChg chg="modSp add mod">
        <pc:chgData name="365 Pro Plus" userId="8a4ede6a-2f8b-4c6e-b52c-08ce3e3b5c4d" providerId="ADAL" clId="{E91601CC-018A-44E3-BE1A-FBDC3149E008}" dt="2021-08-31T17:27:33.693" v="285" actId="404"/>
        <pc:sldMkLst>
          <pc:docMk/>
          <pc:sldMk cId="2901811463" sldId="317"/>
        </pc:sldMkLst>
        <pc:spChg chg="mod">
          <ac:chgData name="365 Pro Plus" userId="8a4ede6a-2f8b-4c6e-b52c-08ce3e3b5c4d" providerId="ADAL" clId="{E91601CC-018A-44E3-BE1A-FBDC3149E008}" dt="2021-08-31T17:27:30.247" v="282" actId="2711"/>
          <ac:spMkLst>
            <pc:docMk/>
            <pc:sldMk cId="2901811463" sldId="317"/>
            <ac:spMk id="2" creationId="{29DC3055-E89A-459F-90EE-9E3BEAC944F1}"/>
          </ac:spMkLst>
        </pc:spChg>
        <pc:spChg chg="mod">
          <ac:chgData name="365 Pro Plus" userId="8a4ede6a-2f8b-4c6e-b52c-08ce3e3b5c4d" providerId="ADAL" clId="{E91601CC-018A-44E3-BE1A-FBDC3149E008}" dt="2021-08-31T17:27:33.693" v="285" actId="404"/>
          <ac:spMkLst>
            <pc:docMk/>
            <pc:sldMk cId="2901811463" sldId="317"/>
            <ac:spMk id="3" creationId="{41A02132-BE44-459F-90A5-9B7D549AEAE2}"/>
          </ac:spMkLst>
        </pc:spChg>
      </pc:sldChg>
      <pc:sldChg chg="modSp add mod">
        <pc:chgData name="365 Pro Plus" userId="8a4ede6a-2f8b-4c6e-b52c-08ce3e3b5c4d" providerId="ADAL" clId="{E91601CC-018A-44E3-BE1A-FBDC3149E008}" dt="2021-08-31T17:27:45.614" v="288" actId="404"/>
        <pc:sldMkLst>
          <pc:docMk/>
          <pc:sldMk cId="837492554" sldId="318"/>
        </pc:sldMkLst>
        <pc:spChg chg="mod">
          <ac:chgData name="365 Pro Plus" userId="8a4ede6a-2f8b-4c6e-b52c-08ce3e3b5c4d" providerId="ADAL" clId="{E91601CC-018A-44E3-BE1A-FBDC3149E008}" dt="2021-08-31T17:27:41.978" v="286" actId="2711"/>
          <ac:spMkLst>
            <pc:docMk/>
            <pc:sldMk cId="837492554" sldId="318"/>
            <ac:spMk id="2" creationId="{8D79FB83-4335-458B-B9E2-BCFE87100355}"/>
          </ac:spMkLst>
        </pc:spChg>
        <pc:spChg chg="mod">
          <ac:chgData name="365 Pro Plus" userId="8a4ede6a-2f8b-4c6e-b52c-08ce3e3b5c4d" providerId="ADAL" clId="{E91601CC-018A-44E3-BE1A-FBDC3149E008}" dt="2021-08-31T17:27:45.614" v="288" actId="404"/>
          <ac:spMkLst>
            <pc:docMk/>
            <pc:sldMk cId="837492554" sldId="318"/>
            <ac:spMk id="3" creationId="{A6F7C961-6826-4E80-9556-BC9E872DCECB}"/>
          </ac:spMkLst>
        </pc:spChg>
      </pc:sldChg>
      <pc:sldChg chg="del">
        <pc:chgData name="365 Pro Plus" userId="8a4ede6a-2f8b-4c6e-b52c-08ce3e3b5c4d" providerId="ADAL" clId="{E91601CC-018A-44E3-BE1A-FBDC3149E008}" dt="2021-08-31T17:02:46.409" v="2" actId="2696"/>
        <pc:sldMkLst>
          <pc:docMk/>
          <pc:sldMk cId="3347402643" sldId="318"/>
        </pc:sldMkLst>
      </pc:sldChg>
      <pc:sldChg chg="del">
        <pc:chgData name="365 Pro Plus" userId="8a4ede6a-2f8b-4c6e-b52c-08ce3e3b5c4d" providerId="ADAL" clId="{E91601CC-018A-44E3-BE1A-FBDC3149E008}" dt="2021-08-31T17:02:46.409" v="2" actId="2696"/>
        <pc:sldMkLst>
          <pc:docMk/>
          <pc:sldMk cId="957004168" sldId="319"/>
        </pc:sldMkLst>
      </pc:sldChg>
      <pc:sldChg chg="modSp add mod">
        <pc:chgData name="365 Pro Plus" userId="8a4ede6a-2f8b-4c6e-b52c-08ce3e3b5c4d" providerId="ADAL" clId="{E91601CC-018A-44E3-BE1A-FBDC3149E008}" dt="2021-08-31T17:28:01.686" v="290" actId="255"/>
        <pc:sldMkLst>
          <pc:docMk/>
          <pc:sldMk cId="2056109897" sldId="319"/>
        </pc:sldMkLst>
        <pc:spChg chg="mod">
          <ac:chgData name="365 Pro Plus" userId="8a4ede6a-2f8b-4c6e-b52c-08ce3e3b5c4d" providerId="ADAL" clId="{E91601CC-018A-44E3-BE1A-FBDC3149E008}" dt="2021-08-31T17:27:54.006" v="289" actId="2711"/>
          <ac:spMkLst>
            <pc:docMk/>
            <pc:sldMk cId="2056109897" sldId="319"/>
            <ac:spMk id="2" creationId="{0A4247D5-F35C-4906-BCCB-C93C4DEACF49}"/>
          </ac:spMkLst>
        </pc:spChg>
        <pc:spChg chg="mod">
          <ac:chgData name="365 Pro Plus" userId="8a4ede6a-2f8b-4c6e-b52c-08ce3e3b5c4d" providerId="ADAL" clId="{E91601CC-018A-44E3-BE1A-FBDC3149E008}" dt="2021-08-31T17:28:01.686" v="290" actId="255"/>
          <ac:spMkLst>
            <pc:docMk/>
            <pc:sldMk cId="2056109897" sldId="319"/>
            <ac:spMk id="3" creationId="{3038A399-13EF-4B09-B8B9-6572B4286CB6}"/>
          </ac:spMkLst>
        </pc:spChg>
      </pc:sldChg>
      <pc:sldChg chg="del">
        <pc:chgData name="365 Pro Plus" userId="8a4ede6a-2f8b-4c6e-b52c-08ce3e3b5c4d" providerId="ADAL" clId="{E91601CC-018A-44E3-BE1A-FBDC3149E008}" dt="2021-08-31T17:02:46.409" v="2" actId="2696"/>
        <pc:sldMkLst>
          <pc:docMk/>
          <pc:sldMk cId="1831459223" sldId="320"/>
        </pc:sldMkLst>
      </pc:sldChg>
      <pc:sldChg chg="modSp add mod">
        <pc:chgData name="365 Pro Plus" userId="8a4ede6a-2f8b-4c6e-b52c-08ce3e3b5c4d" providerId="ADAL" clId="{E91601CC-018A-44E3-BE1A-FBDC3149E008}" dt="2021-08-31T17:28:17.517" v="294" actId="27636"/>
        <pc:sldMkLst>
          <pc:docMk/>
          <pc:sldMk cId="3311769473" sldId="320"/>
        </pc:sldMkLst>
        <pc:spChg chg="mod">
          <ac:chgData name="365 Pro Plus" userId="8a4ede6a-2f8b-4c6e-b52c-08ce3e3b5c4d" providerId="ADAL" clId="{E91601CC-018A-44E3-BE1A-FBDC3149E008}" dt="2021-08-31T17:28:10.334" v="291" actId="2711"/>
          <ac:spMkLst>
            <pc:docMk/>
            <pc:sldMk cId="3311769473" sldId="320"/>
            <ac:spMk id="2" creationId="{9CB48950-C316-4888-BE28-2161C35AB3E8}"/>
          </ac:spMkLst>
        </pc:spChg>
        <pc:spChg chg="mod">
          <ac:chgData name="365 Pro Plus" userId="8a4ede6a-2f8b-4c6e-b52c-08ce3e3b5c4d" providerId="ADAL" clId="{E91601CC-018A-44E3-BE1A-FBDC3149E008}" dt="2021-08-31T17:28:17.517" v="294" actId="27636"/>
          <ac:spMkLst>
            <pc:docMk/>
            <pc:sldMk cId="3311769473" sldId="320"/>
            <ac:spMk id="3" creationId="{C6D32A17-FD8C-498B-A883-51BDDB013A8B}"/>
          </ac:spMkLst>
        </pc:spChg>
      </pc:sldChg>
      <pc:sldChg chg="del">
        <pc:chgData name="365 Pro Plus" userId="8a4ede6a-2f8b-4c6e-b52c-08ce3e3b5c4d" providerId="ADAL" clId="{E91601CC-018A-44E3-BE1A-FBDC3149E008}" dt="2021-08-31T17:02:46.409" v="2" actId="2696"/>
        <pc:sldMkLst>
          <pc:docMk/>
          <pc:sldMk cId="1200906979" sldId="321"/>
        </pc:sldMkLst>
      </pc:sldChg>
      <pc:sldChg chg="modSp add">
        <pc:chgData name="365 Pro Plus" userId="8a4ede6a-2f8b-4c6e-b52c-08ce3e3b5c4d" providerId="ADAL" clId="{E91601CC-018A-44E3-BE1A-FBDC3149E008}" dt="2021-08-31T17:28:24.106" v="295" actId="2711"/>
        <pc:sldMkLst>
          <pc:docMk/>
          <pc:sldMk cId="3345252283" sldId="321"/>
        </pc:sldMkLst>
        <pc:spChg chg="mod">
          <ac:chgData name="365 Pro Plus" userId="8a4ede6a-2f8b-4c6e-b52c-08ce3e3b5c4d" providerId="ADAL" clId="{E91601CC-018A-44E3-BE1A-FBDC3149E008}" dt="2021-08-31T17:28:24.106" v="295" actId="2711"/>
          <ac:spMkLst>
            <pc:docMk/>
            <pc:sldMk cId="3345252283" sldId="321"/>
            <ac:spMk id="2" creationId="{68FD52E1-57BC-4BB2-BEAC-D9B33F709838}"/>
          </ac:spMkLst>
        </pc:spChg>
        <pc:spChg chg="mod">
          <ac:chgData name="365 Pro Plus" userId="8a4ede6a-2f8b-4c6e-b52c-08ce3e3b5c4d" providerId="ADAL" clId="{E91601CC-018A-44E3-BE1A-FBDC3149E008}" dt="2021-08-31T17:28:24.106" v="295" actId="2711"/>
          <ac:spMkLst>
            <pc:docMk/>
            <pc:sldMk cId="3345252283" sldId="321"/>
            <ac:spMk id="3" creationId="{E8AC3820-58A0-4528-AD20-5C0DC454DE92}"/>
          </ac:spMkLst>
        </pc:spChg>
        <pc:spChg chg="mod">
          <ac:chgData name="365 Pro Plus" userId="8a4ede6a-2f8b-4c6e-b52c-08ce3e3b5c4d" providerId="ADAL" clId="{E91601CC-018A-44E3-BE1A-FBDC3149E008}" dt="2021-08-31T17:28:24.106" v="295" actId="2711"/>
          <ac:spMkLst>
            <pc:docMk/>
            <pc:sldMk cId="3345252283" sldId="321"/>
            <ac:spMk id="8" creationId="{53DFBE56-DE70-42D1-8B9A-30B486084C5C}"/>
          </ac:spMkLst>
        </pc:spChg>
        <pc:picChg chg="mod">
          <ac:chgData name="365 Pro Plus" userId="8a4ede6a-2f8b-4c6e-b52c-08ce3e3b5c4d" providerId="ADAL" clId="{E91601CC-018A-44E3-BE1A-FBDC3149E008}" dt="2021-08-31T17:28:24.106" v="295" actId="2711"/>
          <ac:picMkLst>
            <pc:docMk/>
            <pc:sldMk cId="3345252283" sldId="321"/>
            <ac:picMk id="5" creationId="{01E3408F-132B-4ED7-9749-FFA9A0F49DC9}"/>
          </ac:picMkLst>
        </pc:picChg>
      </pc:sldChg>
      <pc:sldChg chg="del">
        <pc:chgData name="365 Pro Plus" userId="8a4ede6a-2f8b-4c6e-b52c-08ce3e3b5c4d" providerId="ADAL" clId="{E91601CC-018A-44E3-BE1A-FBDC3149E008}" dt="2021-08-31T17:02:46.409" v="2" actId="2696"/>
        <pc:sldMkLst>
          <pc:docMk/>
          <pc:sldMk cId="1182326432" sldId="322"/>
        </pc:sldMkLst>
      </pc:sldChg>
      <pc:sldChg chg="modSp add mod">
        <pc:chgData name="365 Pro Plus" userId="8a4ede6a-2f8b-4c6e-b52c-08ce3e3b5c4d" providerId="ADAL" clId="{E91601CC-018A-44E3-BE1A-FBDC3149E008}" dt="2021-08-31T17:28:35.620" v="296" actId="2711"/>
        <pc:sldMkLst>
          <pc:docMk/>
          <pc:sldMk cId="2657142167" sldId="322"/>
        </pc:sldMkLst>
        <pc:spChg chg="mod">
          <ac:chgData name="365 Pro Plus" userId="8a4ede6a-2f8b-4c6e-b52c-08ce3e3b5c4d" providerId="ADAL" clId="{E91601CC-018A-44E3-BE1A-FBDC3149E008}" dt="2021-08-31T17:28:35.620" v="296" actId="2711"/>
          <ac:spMkLst>
            <pc:docMk/>
            <pc:sldMk cId="2657142167" sldId="322"/>
            <ac:spMk id="2" creationId="{8FF8F853-C7E6-4203-8C44-5EA0A6419D59}"/>
          </ac:spMkLst>
        </pc:spChg>
        <pc:spChg chg="mod">
          <ac:chgData name="365 Pro Plus" userId="8a4ede6a-2f8b-4c6e-b52c-08ce3e3b5c4d" providerId="ADAL" clId="{E91601CC-018A-44E3-BE1A-FBDC3149E008}" dt="2021-08-31T17:28:35.620" v="296" actId="2711"/>
          <ac:spMkLst>
            <pc:docMk/>
            <pc:sldMk cId="2657142167" sldId="322"/>
            <ac:spMk id="3" creationId="{7C09FB8B-7211-49A9-927D-09816F06CABB}"/>
          </ac:spMkLst>
        </pc:spChg>
      </pc:sldChg>
      <pc:sldChg chg="modSp add mod">
        <pc:chgData name="365 Pro Plus" userId="8a4ede6a-2f8b-4c6e-b52c-08ce3e3b5c4d" providerId="ADAL" clId="{E91601CC-018A-44E3-BE1A-FBDC3149E008}" dt="2021-08-31T17:29:19.350" v="303" actId="2711"/>
        <pc:sldMkLst>
          <pc:docMk/>
          <pc:sldMk cId="314932738" sldId="323"/>
        </pc:sldMkLst>
        <pc:spChg chg="mod">
          <ac:chgData name="365 Pro Plus" userId="8a4ede6a-2f8b-4c6e-b52c-08ce3e3b5c4d" providerId="ADAL" clId="{E91601CC-018A-44E3-BE1A-FBDC3149E008}" dt="2021-08-31T17:29:19.350" v="303" actId="2711"/>
          <ac:spMkLst>
            <pc:docMk/>
            <pc:sldMk cId="314932738" sldId="323"/>
            <ac:spMk id="2" creationId="{FB20B117-6B1C-4134-B633-9E35D3A72F07}"/>
          </ac:spMkLst>
        </pc:spChg>
        <pc:spChg chg="mod">
          <ac:chgData name="365 Pro Plus" userId="8a4ede6a-2f8b-4c6e-b52c-08ce3e3b5c4d" providerId="ADAL" clId="{E91601CC-018A-44E3-BE1A-FBDC3149E008}" dt="2021-08-31T17:29:19.350" v="303" actId="2711"/>
          <ac:spMkLst>
            <pc:docMk/>
            <pc:sldMk cId="314932738" sldId="323"/>
            <ac:spMk id="3" creationId="{E04B00F5-A3E6-4D03-A4BD-9214AEE56EE3}"/>
          </ac:spMkLst>
        </pc:spChg>
      </pc:sldChg>
      <pc:sldChg chg="del">
        <pc:chgData name="365 Pro Plus" userId="8a4ede6a-2f8b-4c6e-b52c-08ce3e3b5c4d" providerId="ADAL" clId="{E91601CC-018A-44E3-BE1A-FBDC3149E008}" dt="2021-08-31T17:02:46.409" v="2" actId="2696"/>
        <pc:sldMkLst>
          <pc:docMk/>
          <pc:sldMk cId="3722823132" sldId="323"/>
        </pc:sldMkLst>
      </pc:sldChg>
      <pc:sldChg chg="del">
        <pc:chgData name="365 Pro Plus" userId="8a4ede6a-2f8b-4c6e-b52c-08ce3e3b5c4d" providerId="ADAL" clId="{E91601CC-018A-44E3-BE1A-FBDC3149E008}" dt="2021-08-31T17:02:46.409" v="2" actId="2696"/>
        <pc:sldMkLst>
          <pc:docMk/>
          <pc:sldMk cId="454923318" sldId="324"/>
        </pc:sldMkLst>
      </pc:sldChg>
      <pc:sldChg chg="modSp add">
        <pc:chgData name="365 Pro Plus" userId="8a4ede6a-2f8b-4c6e-b52c-08ce3e3b5c4d" providerId="ADAL" clId="{E91601CC-018A-44E3-BE1A-FBDC3149E008}" dt="2021-08-31T17:32:25.573" v="342" actId="2711"/>
        <pc:sldMkLst>
          <pc:docMk/>
          <pc:sldMk cId="4114123374" sldId="324"/>
        </pc:sldMkLst>
        <pc:spChg chg="mod">
          <ac:chgData name="365 Pro Plus" userId="8a4ede6a-2f8b-4c6e-b52c-08ce3e3b5c4d" providerId="ADAL" clId="{E91601CC-018A-44E3-BE1A-FBDC3149E008}" dt="2021-08-31T17:32:25.573" v="342" actId="2711"/>
          <ac:spMkLst>
            <pc:docMk/>
            <pc:sldMk cId="4114123374" sldId="324"/>
            <ac:spMk id="2" creationId="{F12F28A9-7FD5-4E68-8FBE-8604A3613731}"/>
          </ac:spMkLst>
        </pc:spChg>
        <pc:spChg chg="mod">
          <ac:chgData name="365 Pro Plus" userId="8a4ede6a-2f8b-4c6e-b52c-08ce3e3b5c4d" providerId="ADAL" clId="{E91601CC-018A-44E3-BE1A-FBDC3149E008}" dt="2021-08-31T17:32:25.573" v="342" actId="2711"/>
          <ac:spMkLst>
            <pc:docMk/>
            <pc:sldMk cId="4114123374" sldId="324"/>
            <ac:spMk id="3" creationId="{F9A57C58-DA04-45D9-B369-C85BD06CA459}"/>
          </ac:spMkLst>
        </pc:spChg>
        <pc:picChg chg="mod">
          <ac:chgData name="365 Pro Plus" userId="8a4ede6a-2f8b-4c6e-b52c-08ce3e3b5c4d" providerId="ADAL" clId="{E91601CC-018A-44E3-BE1A-FBDC3149E008}" dt="2021-08-31T17:32:25.573" v="342" actId="2711"/>
          <ac:picMkLst>
            <pc:docMk/>
            <pc:sldMk cId="4114123374" sldId="324"/>
            <ac:picMk id="15362" creationId="{9D57D72D-F070-4D35-BF95-BC964705C5C8}"/>
          </ac:picMkLst>
        </pc:picChg>
      </pc:sldChg>
      <pc:sldChg chg="del">
        <pc:chgData name="365 Pro Plus" userId="8a4ede6a-2f8b-4c6e-b52c-08ce3e3b5c4d" providerId="ADAL" clId="{E91601CC-018A-44E3-BE1A-FBDC3149E008}" dt="2021-08-31T17:02:46.409" v="2" actId="2696"/>
        <pc:sldMkLst>
          <pc:docMk/>
          <pc:sldMk cId="422901895" sldId="325"/>
        </pc:sldMkLst>
      </pc:sldChg>
      <pc:sldChg chg="add">
        <pc:chgData name="365 Pro Plus" userId="8a4ede6a-2f8b-4c6e-b52c-08ce3e3b5c4d" providerId="ADAL" clId="{E91601CC-018A-44E3-BE1A-FBDC3149E008}" dt="2021-08-31T17:20:59.417" v="67"/>
        <pc:sldMkLst>
          <pc:docMk/>
          <pc:sldMk cId="964030280" sldId="325"/>
        </pc:sldMkLst>
      </pc:sldChg>
      <pc:sldChg chg="modSp add mod">
        <pc:chgData name="365 Pro Plus" userId="8a4ede6a-2f8b-4c6e-b52c-08ce3e3b5c4d" providerId="ADAL" clId="{E91601CC-018A-44E3-BE1A-FBDC3149E008}" dt="2021-08-31T17:32:39.383" v="344" actId="2711"/>
        <pc:sldMkLst>
          <pc:docMk/>
          <pc:sldMk cId="713216595" sldId="326"/>
        </pc:sldMkLst>
        <pc:spChg chg="mod">
          <ac:chgData name="365 Pro Plus" userId="8a4ede6a-2f8b-4c6e-b52c-08ce3e3b5c4d" providerId="ADAL" clId="{E91601CC-018A-44E3-BE1A-FBDC3149E008}" dt="2021-08-31T17:32:39.383" v="344" actId="2711"/>
          <ac:spMkLst>
            <pc:docMk/>
            <pc:sldMk cId="713216595" sldId="326"/>
            <ac:spMk id="2" creationId="{D84345EE-32D5-4CD3-872B-C4DF936D1647}"/>
          </ac:spMkLst>
        </pc:spChg>
        <pc:spChg chg="mod">
          <ac:chgData name="365 Pro Plus" userId="8a4ede6a-2f8b-4c6e-b52c-08ce3e3b5c4d" providerId="ADAL" clId="{E91601CC-018A-44E3-BE1A-FBDC3149E008}" dt="2021-08-31T17:32:39.383" v="344" actId="2711"/>
          <ac:spMkLst>
            <pc:docMk/>
            <pc:sldMk cId="713216595" sldId="326"/>
            <ac:spMk id="3" creationId="{962DA0E4-B095-42D0-BEF8-B7BDD510EFCA}"/>
          </ac:spMkLst>
        </pc:spChg>
      </pc:sldChg>
      <pc:sldChg chg="del">
        <pc:chgData name="365 Pro Plus" userId="8a4ede6a-2f8b-4c6e-b52c-08ce3e3b5c4d" providerId="ADAL" clId="{E91601CC-018A-44E3-BE1A-FBDC3149E008}" dt="2021-08-31T17:02:46.409" v="2" actId="2696"/>
        <pc:sldMkLst>
          <pc:docMk/>
          <pc:sldMk cId="1714048452" sldId="326"/>
        </pc:sldMkLst>
      </pc:sldChg>
      <pc:sldChg chg="modSp add mod">
        <pc:chgData name="365 Pro Plus" userId="8a4ede6a-2f8b-4c6e-b52c-08ce3e3b5c4d" providerId="ADAL" clId="{E91601CC-018A-44E3-BE1A-FBDC3149E008}" dt="2021-08-31T17:33:11.180" v="350" actId="12"/>
        <pc:sldMkLst>
          <pc:docMk/>
          <pc:sldMk cId="1948324833" sldId="327"/>
        </pc:sldMkLst>
        <pc:spChg chg="mod">
          <ac:chgData name="365 Pro Plus" userId="8a4ede6a-2f8b-4c6e-b52c-08ce3e3b5c4d" providerId="ADAL" clId="{E91601CC-018A-44E3-BE1A-FBDC3149E008}" dt="2021-08-31T17:32:47.899" v="345" actId="2711"/>
          <ac:spMkLst>
            <pc:docMk/>
            <pc:sldMk cId="1948324833" sldId="327"/>
            <ac:spMk id="2" creationId="{D84345EE-32D5-4CD3-872B-C4DF936D1647}"/>
          </ac:spMkLst>
        </pc:spChg>
        <pc:spChg chg="mod">
          <ac:chgData name="365 Pro Plus" userId="8a4ede6a-2f8b-4c6e-b52c-08ce3e3b5c4d" providerId="ADAL" clId="{E91601CC-018A-44E3-BE1A-FBDC3149E008}" dt="2021-08-31T17:33:11.180" v="350" actId="12"/>
          <ac:spMkLst>
            <pc:docMk/>
            <pc:sldMk cId="1948324833" sldId="327"/>
            <ac:spMk id="3" creationId="{962DA0E4-B095-42D0-BEF8-B7BDD510EFCA}"/>
          </ac:spMkLst>
        </pc:spChg>
        <pc:spChg chg="mod">
          <ac:chgData name="365 Pro Plus" userId="8a4ede6a-2f8b-4c6e-b52c-08ce3e3b5c4d" providerId="ADAL" clId="{E91601CC-018A-44E3-BE1A-FBDC3149E008}" dt="2021-08-31T17:32:51.618" v="346" actId="20577"/>
          <ac:spMkLst>
            <pc:docMk/>
            <pc:sldMk cId="1948324833" sldId="327"/>
            <ac:spMk id="7" creationId="{B8A008A0-EFDD-4ECB-9F28-70B49F7146D3}"/>
          </ac:spMkLst>
        </pc:spChg>
      </pc:sldChg>
      <pc:sldChg chg="modSp add mod">
        <pc:chgData name="365 Pro Plus" userId="8a4ede6a-2f8b-4c6e-b52c-08ce3e3b5c4d" providerId="ADAL" clId="{E91601CC-018A-44E3-BE1A-FBDC3149E008}" dt="2021-08-31T17:33:17.078" v="351" actId="2711"/>
        <pc:sldMkLst>
          <pc:docMk/>
          <pc:sldMk cId="3496469748" sldId="328"/>
        </pc:sldMkLst>
        <pc:spChg chg="mod">
          <ac:chgData name="365 Pro Plus" userId="8a4ede6a-2f8b-4c6e-b52c-08ce3e3b5c4d" providerId="ADAL" clId="{E91601CC-018A-44E3-BE1A-FBDC3149E008}" dt="2021-08-31T17:33:17.078" v="351" actId="2711"/>
          <ac:spMkLst>
            <pc:docMk/>
            <pc:sldMk cId="3496469748" sldId="328"/>
            <ac:spMk id="2" creationId="{D84345EE-32D5-4CD3-872B-C4DF936D1647}"/>
          </ac:spMkLst>
        </pc:spChg>
        <pc:spChg chg="mod">
          <ac:chgData name="365 Pro Plus" userId="8a4ede6a-2f8b-4c6e-b52c-08ce3e3b5c4d" providerId="ADAL" clId="{E91601CC-018A-44E3-BE1A-FBDC3149E008}" dt="2021-08-31T17:33:17.078" v="351" actId="2711"/>
          <ac:spMkLst>
            <pc:docMk/>
            <pc:sldMk cId="3496469748" sldId="328"/>
            <ac:spMk id="3" creationId="{962DA0E4-B095-42D0-BEF8-B7BDD510EFCA}"/>
          </ac:spMkLst>
        </pc:spChg>
      </pc:sldChg>
      <pc:sldChg chg="del">
        <pc:chgData name="365 Pro Plus" userId="8a4ede6a-2f8b-4c6e-b52c-08ce3e3b5c4d" providerId="ADAL" clId="{E91601CC-018A-44E3-BE1A-FBDC3149E008}" dt="2021-08-31T17:02:46.409" v="2" actId="2696"/>
        <pc:sldMkLst>
          <pc:docMk/>
          <pc:sldMk cId="3696247069" sldId="328"/>
        </pc:sldMkLst>
      </pc:sldChg>
      <pc:sldChg chg="del">
        <pc:chgData name="365 Pro Plus" userId="8a4ede6a-2f8b-4c6e-b52c-08ce3e3b5c4d" providerId="ADAL" clId="{E91601CC-018A-44E3-BE1A-FBDC3149E008}" dt="2021-08-31T17:02:46.409" v="2" actId="2696"/>
        <pc:sldMkLst>
          <pc:docMk/>
          <pc:sldMk cId="463703727" sldId="329"/>
        </pc:sldMkLst>
      </pc:sldChg>
      <pc:sldChg chg="modSp add mod">
        <pc:chgData name="365 Pro Plus" userId="8a4ede6a-2f8b-4c6e-b52c-08ce3e3b5c4d" providerId="ADAL" clId="{E91601CC-018A-44E3-BE1A-FBDC3149E008}" dt="2021-08-31T17:33:23.938" v="352" actId="2711"/>
        <pc:sldMkLst>
          <pc:docMk/>
          <pc:sldMk cId="903168156" sldId="329"/>
        </pc:sldMkLst>
        <pc:spChg chg="mod">
          <ac:chgData name="365 Pro Plus" userId="8a4ede6a-2f8b-4c6e-b52c-08ce3e3b5c4d" providerId="ADAL" clId="{E91601CC-018A-44E3-BE1A-FBDC3149E008}" dt="2021-08-31T17:33:23.938" v="352" actId="2711"/>
          <ac:spMkLst>
            <pc:docMk/>
            <pc:sldMk cId="903168156" sldId="329"/>
            <ac:spMk id="2" creationId="{D84345EE-32D5-4CD3-872B-C4DF936D1647}"/>
          </ac:spMkLst>
        </pc:spChg>
        <pc:spChg chg="mod">
          <ac:chgData name="365 Pro Plus" userId="8a4ede6a-2f8b-4c6e-b52c-08ce3e3b5c4d" providerId="ADAL" clId="{E91601CC-018A-44E3-BE1A-FBDC3149E008}" dt="2021-08-31T17:33:23.938" v="352" actId="2711"/>
          <ac:spMkLst>
            <pc:docMk/>
            <pc:sldMk cId="903168156" sldId="329"/>
            <ac:spMk id="3" creationId="{962DA0E4-B095-42D0-BEF8-B7BDD510EFCA}"/>
          </ac:spMkLst>
        </pc:spChg>
      </pc:sldChg>
      <pc:sldChg chg="modSp add mod">
        <pc:chgData name="365 Pro Plus" userId="8a4ede6a-2f8b-4c6e-b52c-08ce3e3b5c4d" providerId="ADAL" clId="{E91601CC-018A-44E3-BE1A-FBDC3149E008}" dt="2021-08-31T17:33:28.102" v="353" actId="2711"/>
        <pc:sldMkLst>
          <pc:docMk/>
          <pc:sldMk cId="2350735292" sldId="330"/>
        </pc:sldMkLst>
        <pc:spChg chg="mod">
          <ac:chgData name="365 Pro Plus" userId="8a4ede6a-2f8b-4c6e-b52c-08ce3e3b5c4d" providerId="ADAL" clId="{E91601CC-018A-44E3-BE1A-FBDC3149E008}" dt="2021-08-31T17:33:28.102" v="353" actId="2711"/>
          <ac:spMkLst>
            <pc:docMk/>
            <pc:sldMk cId="2350735292" sldId="330"/>
            <ac:spMk id="2" creationId="{D84345EE-32D5-4CD3-872B-C4DF936D1647}"/>
          </ac:spMkLst>
        </pc:spChg>
        <pc:spChg chg="mod">
          <ac:chgData name="365 Pro Plus" userId="8a4ede6a-2f8b-4c6e-b52c-08ce3e3b5c4d" providerId="ADAL" clId="{E91601CC-018A-44E3-BE1A-FBDC3149E008}" dt="2021-08-31T17:33:28.102" v="353" actId="2711"/>
          <ac:spMkLst>
            <pc:docMk/>
            <pc:sldMk cId="2350735292" sldId="330"/>
            <ac:spMk id="3" creationId="{962DA0E4-B095-42D0-BEF8-B7BDD510EFCA}"/>
          </ac:spMkLst>
        </pc:spChg>
      </pc:sldChg>
      <pc:sldChg chg="del">
        <pc:chgData name="365 Pro Plus" userId="8a4ede6a-2f8b-4c6e-b52c-08ce3e3b5c4d" providerId="ADAL" clId="{E91601CC-018A-44E3-BE1A-FBDC3149E008}" dt="2021-08-31T17:02:46.409" v="2" actId="2696"/>
        <pc:sldMkLst>
          <pc:docMk/>
          <pc:sldMk cId="4025669108" sldId="330"/>
        </pc:sldMkLst>
      </pc:sldChg>
      <pc:sldChg chg="modSp add mod">
        <pc:chgData name="365 Pro Plus" userId="8a4ede6a-2f8b-4c6e-b52c-08ce3e3b5c4d" providerId="ADAL" clId="{E91601CC-018A-44E3-BE1A-FBDC3149E008}" dt="2021-08-31T17:33:52.467" v="356" actId="2711"/>
        <pc:sldMkLst>
          <pc:docMk/>
          <pc:sldMk cId="1347311354" sldId="331"/>
        </pc:sldMkLst>
        <pc:spChg chg="mod">
          <ac:chgData name="365 Pro Plus" userId="8a4ede6a-2f8b-4c6e-b52c-08ce3e3b5c4d" providerId="ADAL" clId="{E91601CC-018A-44E3-BE1A-FBDC3149E008}" dt="2021-08-31T17:33:52.467" v="356" actId="2711"/>
          <ac:spMkLst>
            <pc:docMk/>
            <pc:sldMk cId="1347311354" sldId="331"/>
            <ac:spMk id="2" creationId="{D84345EE-32D5-4CD3-872B-C4DF936D1647}"/>
          </ac:spMkLst>
        </pc:spChg>
        <pc:spChg chg="mod">
          <ac:chgData name="365 Pro Plus" userId="8a4ede6a-2f8b-4c6e-b52c-08ce3e3b5c4d" providerId="ADAL" clId="{E91601CC-018A-44E3-BE1A-FBDC3149E008}" dt="2021-08-31T17:33:52.467" v="356" actId="2711"/>
          <ac:spMkLst>
            <pc:docMk/>
            <pc:sldMk cId="1347311354" sldId="331"/>
            <ac:spMk id="3" creationId="{962DA0E4-B095-42D0-BEF8-B7BDD510EFCA}"/>
          </ac:spMkLst>
        </pc:spChg>
      </pc:sldChg>
      <pc:sldChg chg="del">
        <pc:chgData name="365 Pro Plus" userId="8a4ede6a-2f8b-4c6e-b52c-08ce3e3b5c4d" providerId="ADAL" clId="{E91601CC-018A-44E3-BE1A-FBDC3149E008}" dt="2021-08-31T17:02:46.409" v="2" actId="2696"/>
        <pc:sldMkLst>
          <pc:docMk/>
          <pc:sldMk cId="3260537341" sldId="331"/>
        </pc:sldMkLst>
      </pc:sldChg>
      <pc:sldChg chg="del">
        <pc:chgData name="365 Pro Plus" userId="8a4ede6a-2f8b-4c6e-b52c-08ce3e3b5c4d" providerId="ADAL" clId="{E91601CC-018A-44E3-BE1A-FBDC3149E008}" dt="2021-08-31T17:02:46.409" v="2" actId="2696"/>
        <pc:sldMkLst>
          <pc:docMk/>
          <pc:sldMk cId="325071462" sldId="332"/>
        </pc:sldMkLst>
      </pc:sldChg>
      <pc:sldChg chg="modSp add mod">
        <pc:chgData name="365 Pro Plus" userId="8a4ede6a-2f8b-4c6e-b52c-08ce3e3b5c4d" providerId="ADAL" clId="{E91601CC-018A-44E3-BE1A-FBDC3149E008}" dt="2021-08-31T17:34:04.374" v="358" actId="14734"/>
        <pc:sldMkLst>
          <pc:docMk/>
          <pc:sldMk cId="3344912347" sldId="332"/>
        </pc:sldMkLst>
        <pc:spChg chg="mod">
          <ac:chgData name="365 Pro Plus" userId="8a4ede6a-2f8b-4c6e-b52c-08ce3e3b5c4d" providerId="ADAL" clId="{E91601CC-018A-44E3-BE1A-FBDC3149E008}" dt="2021-08-31T17:33:57.838" v="357" actId="2711"/>
          <ac:spMkLst>
            <pc:docMk/>
            <pc:sldMk cId="3344912347" sldId="332"/>
            <ac:spMk id="2" creationId="{D84345EE-32D5-4CD3-872B-C4DF936D1647}"/>
          </ac:spMkLst>
        </pc:spChg>
        <pc:spChg chg="mod">
          <ac:chgData name="365 Pro Plus" userId="8a4ede6a-2f8b-4c6e-b52c-08ce3e3b5c4d" providerId="ADAL" clId="{E91601CC-018A-44E3-BE1A-FBDC3149E008}" dt="2021-08-31T17:33:57.838" v="357" actId="2711"/>
          <ac:spMkLst>
            <pc:docMk/>
            <pc:sldMk cId="3344912347" sldId="332"/>
            <ac:spMk id="3" creationId="{962DA0E4-B095-42D0-BEF8-B7BDD510EFCA}"/>
          </ac:spMkLst>
        </pc:spChg>
        <pc:graphicFrameChg chg="modGraphic">
          <ac:chgData name="365 Pro Plus" userId="8a4ede6a-2f8b-4c6e-b52c-08ce3e3b5c4d" providerId="ADAL" clId="{E91601CC-018A-44E3-BE1A-FBDC3149E008}" dt="2021-08-31T17:34:04.374" v="358" actId="14734"/>
          <ac:graphicFrameMkLst>
            <pc:docMk/>
            <pc:sldMk cId="3344912347" sldId="332"/>
            <ac:graphicFrameMk id="5" creationId="{3A105F97-F328-4996-BA52-8350CE986805}"/>
          </ac:graphicFrameMkLst>
        </pc:graphicFrameChg>
      </pc:sldChg>
      <pc:sldChg chg="modSp add mod">
        <pc:chgData name="365 Pro Plus" userId="8a4ede6a-2f8b-4c6e-b52c-08ce3e3b5c4d" providerId="ADAL" clId="{E91601CC-018A-44E3-BE1A-FBDC3149E008}" dt="2021-08-31T17:34:12.056" v="359" actId="2711"/>
        <pc:sldMkLst>
          <pc:docMk/>
          <pc:sldMk cId="3675571930" sldId="333"/>
        </pc:sldMkLst>
        <pc:spChg chg="mod">
          <ac:chgData name="365 Pro Plus" userId="8a4ede6a-2f8b-4c6e-b52c-08ce3e3b5c4d" providerId="ADAL" clId="{E91601CC-018A-44E3-BE1A-FBDC3149E008}" dt="2021-08-31T17:34:12.056" v="359" actId="2711"/>
          <ac:spMkLst>
            <pc:docMk/>
            <pc:sldMk cId="3675571930" sldId="333"/>
            <ac:spMk id="2" creationId="{D84345EE-32D5-4CD3-872B-C4DF936D1647}"/>
          </ac:spMkLst>
        </pc:spChg>
        <pc:spChg chg="mod">
          <ac:chgData name="365 Pro Plus" userId="8a4ede6a-2f8b-4c6e-b52c-08ce3e3b5c4d" providerId="ADAL" clId="{E91601CC-018A-44E3-BE1A-FBDC3149E008}" dt="2021-08-31T17:34:12.056" v="359" actId="2711"/>
          <ac:spMkLst>
            <pc:docMk/>
            <pc:sldMk cId="3675571930" sldId="333"/>
            <ac:spMk id="3" creationId="{962DA0E4-B095-42D0-BEF8-B7BDD510EFCA}"/>
          </ac:spMkLst>
        </pc:spChg>
      </pc:sldChg>
      <pc:sldChg chg="del">
        <pc:chgData name="365 Pro Plus" userId="8a4ede6a-2f8b-4c6e-b52c-08ce3e3b5c4d" providerId="ADAL" clId="{E91601CC-018A-44E3-BE1A-FBDC3149E008}" dt="2021-08-31T17:02:46.409" v="2" actId="2696"/>
        <pc:sldMkLst>
          <pc:docMk/>
          <pc:sldMk cId="3684606904" sldId="333"/>
        </pc:sldMkLst>
      </pc:sldChg>
      <pc:sldChg chg="modSp add mod">
        <pc:chgData name="365 Pro Plus" userId="8a4ede6a-2f8b-4c6e-b52c-08ce3e3b5c4d" providerId="ADAL" clId="{E91601CC-018A-44E3-BE1A-FBDC3149E008}" dt="2021-08-31T17:34:17.864" v="360" actId="2711"/>
        <pc:sldMkLst>
          <pc:docMk/>
          <pc:sldMk cId="1769680411" sldId="334"/>
        </pc:sldMkLst>
        <pc:spChg chg="mod">
          <ac:chgData name="365 Pro Plus" userId="8a4ede6a-2f8b-4c6e-b52c-08ce3e3b5c4d" providerId="ADAL" clId="{E91601CC-018A-44E3-BE1A-FBDC3149E008}" dt="2021-08-31T17:34:17.864" v="360" actId="2711"/>
          <ac:spMkLst>
            <pc:docMk/>
            <pc:sldMk cId="1769680411" sldId="334"/>
            <ac:spMk id="2" creationId="{D84345EE-32D5-4CD3-872B-C4DF936D1647}"/>
          </ac:spMkLst>
        </pc:spChg>
        <pc:spChg chg="mod">
          <ac:chgData name="365 Pro Plus" userId="8a4ede6a-2f8b-4c6e-b52c-08ce3e3b5c4d" providerId="ADAL" clId="{E91601CC-018A-44E3-BE1A-FBDC3149E008}" dt="2021-08-31T17:34:17.864" v="360" actId="2711"/>
          <ac:spMkLst>
            <pc:docMk/>
            <pc:sldMk cId="1769680411" sldId="334"/>
            <ac:spMk id="3" creationId="{962DA0E4-B095-42D0-BEF8-B7BDD510EFCA}"/>
          </ac:spMkLst>
        </pc:spChg>
      </pc:sldChg>
      <pc:sldChg chg="del">
        <pc:chgData name="365 Pro Plus" userId="8a4ede6a-2f8b-4c6e-b52c-08ce3e3b5c4d" providerId="ADAL" clId="{E91601CC-018A-44E3-BE1A-FBDC3149E008}" dt="2021-08-31T17:02:46.409" v="2" actId="2696"/>
        <pc:sldMkLst>
          <pc:docMk/>
          <pc:sldMk cId="2827444748" sldId="334"/>
        </pc:sldMkLst>
      </pc:sldChg>
      <pc:sldChg chg="modSp add mod">
        <pc:chgData name="365 Pro Plus" userId="8a4ede6a-2f8b-4c6e-b52c-08ce3e3b5c4d" providerId="ADAL" clId="{E91601CC-018A-44E3-BE1A-FBDC3149E008}" dt="2021-08-31T17:34:27.528" v="363" actId="404"/>
        <pc:sldMkLst>
          <pc:docMk/>
          <pc:sldMk cId="796439548" sldId="335"/>
        </pc:sldMkLst>
        <pc:spChg chg="mod">
          <ac:chgData name="365 Pro Plus" userId="8a4ede6a-2f8b-4c6e-b52c-08ce3e3b5c4d" providerId="ADAL" clId="{E91601CC-018A-44E3-BE1A-FBDC3149E008}" dt="2021-08-31T17:34:23.696" v="361" actId="2711"/>
          <ac:spMkLst>
            <pc:docMk/>
            <pc:sldMk cId="796439548" sldId="335"/>
            <ac:spMk id="2" creationId="{53DB3B9E-0946-4C05-B8FD-53181A308FB1}"/>
          </ac:spMkLst>
        </pc:spChg>
        <pc:spChg chg="mod">
          <ac:chgData name="365 Pro Plus" userId="8a4ede6a-2f8b-4c6e-b52c-08ce3e3b5c4d" providerId="ADAL" clId="{E91601CC-018A-44E3-BE1A-FBDC3149E008}" dt="2021-08-31T17:34:27.528" v="363" actId="404"/>
          <ac:spMkLst>
            <pc:docMk/>
            <pc:sldMk cId="796439548" sldId="335"/>
            <ac:spMk id="3" creationId="{DDECD5AE-A79F-41A9-8EE2-614DA44944CE}"/>
          </ac:spMkLst>
        </pc:spChg>
      </pc:sldChg>
      <pc:sldChg chg="del">
        <pc:chgData name="365 Pro Plus" userId="8a4ede6a-2f8b-4c6e-b52c-08ce3e3b5c4d" providerId="ADAL" clId="{E91601CC-018A-44E3-BE1A-FBDC3149E008}" dt="2021-08-31T17:02:46.409" v="2" actId="2696"/>
        <pc:sldMkLst>
          <pc:docMk/>
          <pc:sldMk cId="3369864220" sldId="335"/>
        </pc:sldMkLst>
      </pc:sldChg>
      <pc:sldChg chg="del">
        <pc:chgData name="365 Pro Plus" userId="8a4ede6a-2f8b-4c6e-b52c-08ce3e3b5c4d" providerId="ADAL" clId="{E91601CC-018A-44E3-BE1A-FBDC3149E008}" dt="2021-08-31T17:02:46.409" v="2" actId="2696"/>
        <pc:sldMkLst>
          <pc:docMk/>
          <pc:sldMk cId="834716238" sldId="336"/>
        </pc:sldMkLst>
      </pc:sldChg>
      <pc:sldChg chg="modSp add mod">
        <pc:chgData name="365 Pro Plus" userId="8a4ede6a-2f8b-4c6e-b52c-08ce3e3b5c4d" providerId="ADAL" clId="{E91601CC-018A-44E3-BE1A-FBDC3149E008}" dt="2021-08-31T17:26:36.047" v="271" actId="2711"/>
        <pc:sldMkLst>
          <pc:docMk/>
          <pc:sldMk cId="2551707790" sldId="336"/>
        </pc:sldMkLst>
        <pc:spChg chg="mod">
          <ac:chgData name="365 Pro Plus" userId="8a4ede6a-2f8b-4c6e-b52c-08ce3e3b5c4d" providerId="ADAL" clId="{E91601CC-018A-44E3-BE1A-FBDC3149E008}" dt="2021-08-31T17:26:36.047" v="271" actId="2711"/>
          <ac:spMkLst>
            <pc:docMk/>
            <pc:sldMk cId="2551707790" sldId="336"/>
            <ac:spMk id="2" creationId="{0A98D763-1B09-4579-9FDE-876D5F6D6527}"/>
          </ac:spMkLst>
        </pc:spChg>
        <pc:spChg chg="mod">
          <ac:chgData name="365 Pro Plus" userId="8a4ede6a-2f8b-4c6e-b52c-08ce3e3b5c4d" providerId="ADAL" clId="{E91601CC-018A-44E3-BE1A-FBDC3149E008}" dt="2021-08-31T17:26:36.047" v="271" actId="2711"/>
          <ac:spMkLst>
            <pc:docMk/>
            <pc:sldMk cId="2551707790" sldId="336"/>
            <ac:spMk id="3" creationId="{803D6827-DBBC-4606-B74E-FEAB448E1470}"/>
          </ac:spMkLst>
        </pc:spChg>
      </pc:sldChg>
      <pc:sldChg chg="modSp add mod ord">
        <pc:chgData name="365 Pro Plus" userId="8a4ede6a-2f8b-4c6e-b52c-08ce3e3b5c4d" providerId="ADAL" clId="{E91601CC-018A-44E3-BE1A-FBDC3149E008}" dt="2021-08-31T17:38:33.896" v="390" actId="20577"/>
        <pc:sldMkLst>
          <pc:docMk/>
          <pc:sldMk cId="344769977" sldId="337"/>
        </pc:sldMkLst>
        <pc:spChg chg="mod">
          <ac:chgData name="365 Pro Plus" userId="8a4ede6a-2f8b-4c6e-b52c-08ce3e3b5c4d" providerId="ADAL" clId="{E91601CC-018A-44E3-BE1A-FBDC3149E008}" dt="2021-08-31T17:38:33.896" v="390" actId="20577"/>
          <ac:spMkLst>
            <pc:docMk/>
            <pc:sldMk cId="344769977" sldId="337"/>
            <ac:spMk id="2" creationId="{0A98D763-1B09-4579-9FDE-876D5F6D6527}"/>
          </ac:spMkLst>
        </pc:spChg>
      </pc:sldChg>
      <pc:sldChg chg="del">
        <pc:chgData name="365 Pro Plus" userId="8a4ede6a-2f8b-4c6e-b52c-08ce3e3b5c4d" providerId="ADAL" clId="{E91601CC-018A-44E3-BE1A-FBDC3149E008}" dt="2021-08-31T17:02:46.409" v="2" actId="2696"/>
        <pc:sldMkLst>
          <pc:docMk/>
          <pc:sldMk cId="2653425568" sldId="337"/>
        </pc:sldMkLst>
      </pc:sldChg>
      <pc:sldChg chg="add del">
        <pc:chgData name="365 Pro Plus" userId="8a4ede6a-2f8b-4c6e-b52c-08ce3e3b5c4d" providerId="ADAL" clId="{E91601CC-018A-44E3-BE1A-FBDC3149E008}" dt="2021-08-31T17:38:22.024" v="367" actId="47"/>
        <pc:sldMkLst>
          <pc:docMk/>
          <pc:sldMk cId="3734244866" sldId="337"/>
        </pc:sldMkLst>
      </pc:sldChg>
      <pc:sldChg chg="del">
        <pc:chgData name="365 Pro Plus" userId="8a4ede6a-2f8b-4c6e-b52c-08ce3e3b5c4d" providerId="ADAL" clId="{E91601CC-018A-44E3-BE1A-FBDC3149E008}" dt="2021-08-31T17:02:46.409" v="2" actId="2696"/>
        <pc:sldMkLst>
          <pc:docMk/>
          <pc:sldMk cId="1178326652" sldId="338"/>
        </pc:sldMkLst>
      </pc:sldChg>
      <pc:sldChg chg="modSp add mod">
        <pc:chgData name="365 Pro Plus" userId="8a4ede6a-2f8b-4c6e-b52c-08ce3e3b5c4d" providerId="ADAL" clId="{E91601CC-018A-44E3-BE1A-FBDC3149E008}" dt="2021-08-31T17:40:37.396" v="408" actId="20577"/>
        <pc:sldMkLst>
          <pc:docMk/>
          <pc:sldMk cId="4024728980" sldId="338"/>
        </pc:sldMkLst>
        <pc:spChg chg="mod">
          <ac:chgData name="365 Pro Plus" userId="8a4ede6a-2f8b-4c6e-b52c-08ce3e3b5c4d" providerId="ADAL" clId="{E91601CC-018A-44E3-BE1A-FBDC3149E008}" dt="2021-08-31T17:39:47.481" v="396"/>
          <ac:spMkLst>
            <pc:docMk/>
            <pc:sldMk cId="4024728980" sldId="338"/>
            <ac:spMk id="2" creationId="{53DB3B9E-0946-4C05-B8FD-53181A308FB1}"/>
          </ac:spMkLst>
        </pc:spChg>
        <pc:spChg chg="mod">
          <ac:chgData name="365 Pro Plus" userId="8a4ede6a-2f8b-4c6e-b52c-08ce3e3b5c4d" providerId="ADAL" clId="{E91601CC-018A-44E3-BE1A-FBDC3149E008}" dt="2021-08-31T17:40:37.396" v="408" actId="20577"/>
          <ac:spMkLst>
            <pc:docMk/>
            <pc:sldMk cId="4024728980" sldId="338"/>
            <ac:spMk id="3" creationId="{DDECD5AE-A79F-41A9-8EE2-614DA44944CE}"/>
          </ac:spMkLst>
        </pc:spChg>
      </pc:sldChg>
      <pc:sldChg chg="del">
        <pc:chgData name="365 Pro Plus" userId="8a4ede6a-2f8b-4c6e-b52c-08ce3e3b5c4d" providerId="ADAL" clId="{E91601CC-018A-44E3-BE1A-FBDC3149E008}" dt="2021-08-31T17:02:46.409" v="2" actId="2696"/>
        <pc:sldMkLst>
          <pc:docMk/>
          <pc:sldMk cId="1962620423" sldId="339"/>
        </pc:sldMkLst>
      </pc:sldChg>
      <pc:sldChg chg="add del">
        <pc:chgData name="365 Pro Plus" userId="8a4ede6a-2f8b-4c6e-b52c-08ce3e3b5c4d" providerId="ADAL" clId="{E91601CC-018A-44E3-BE1A-FBDC3149E008}" dt="2021-08-31T18:07:30.673" v="428" actId="47"/>
        <pc:sldMkLst>
          <pc:docMk/>
          <pc:sldMk cId="3809331048" sldId="339"/>
        </pc:sldMkLst>
      </pc:sldChg>
      <pc:sldChg chg="add del">
        <pc:chgData name="365 Pro Plus" userId="8a4ede6a-2f8b-4c6e-b52c-08ce3e3b5c4d" providerId="ADAL" clId="{E91601CC-018A-44E3-BE1A-FBDC3149E008}" dt="2021-08-31T18:07:32.905" v="429" actId="47"/>
        <pc:sldMkLst>
          <pc:docMk/>
          <pc:sldMk cId="2587764346" sldId="340"/>
        </pc:sldMkLst>
      </pc:sldChg>
      <pc:sldChg chg="del">
        <pc:chgData name="365 Pro Plus" userId="8a4ede6a-2f8b-4c6e-b52c-08ce3e3b5c4d" providerId="ADAL" clId="{E91601CC-018A-44E3-BE1A-FBDC3149E008}" dt="2021-08-31T17:02:46.409" v="2" actId="2696"/>
        <pc:sldMkLst>
          <pc:docMk/>
          <pc:sldMk cId="3044532072" sldId="340"/>
        </pc:sldMkLst>
      </pc:sldChg>
      <pc:sldChg chg="modSp add del mod">
        <pc:chgData name="365 Pro Plus" userId="8a4ede6a-2f8b-4c6e-b52c-08ce3e3b5c4d" providerId="ADAL" clId="{E91601CC-018A-44E3-BE1A-FBDC3149E008}" dt="2021-08-31T18:09:29.157" v="459" actId="47"/>
        <pc:sldMkLst>
          <pc:docMk/>
          <pc:sldMk cId="788987560" sldId="341"/>
        </pc:sldMkLst>
        <pc:spChg chg="mod">
          <ac:chgData name="365 Pro Plus" userId="8a4ede6a-2f8b-4c6e-b52c-08ce3e3b5c4d" providerId="ADAL" clId="{E91601CC-018A-44E3-BE1A-FBDC3149E008}" dt="2021-08-31T18:06:23.906" v="410" actId="27636"/>
          <ac:spMkLst>
            <pc:docMk/>
            <pc:sldMk cId="788987560" sldId="341"/>
            <ac:spMk id="4" creationId="{00000000-0000-0000-0000-000000000000}"/>
          </ac:spMkLst>
        </pc:spChg>
      </pc:sldChg>
      <pc:sldChg chg="del">
        <pc:chgData name="365 Pro Plus" userId="8a4ede6a-2f8b-4c6e-b52c-08ce3e3b5c4d" providerId="ADAL" clId="{E91601CC-018A-44E3-BE1A-FBDC3149E008}" dt="2021-08-31T17:02:46.409" v="2" actId="2696"/>
        <pc:sldMkLst>
          <pc:docMk/>
          <pc:sldMk cId="1610129623" sldId="341"/>
        </pc:sldMkLst>
      </pc:sldChg>
      <pc:sldChg chg="del">
        <pc:chgData name="365 Pro Plus" userId="8a4ede6a-2f8b-4c6e-b52c-08ce3e3b5c4d" providerId="ADAL" clId="{E91601CC-018A-44E3-BE1A-FBDC3149E008}" dt="2021-08-31T17:02:46.409" v="2" actId="2696"/>
        <pc:sldMkLst>
          <pc:docMk/>
          <pc:sldMk cId="922122116" sldId="342"/>
        </pc:sldMkLst>
      </pc:sldChg>
      <pc:sldChg chg="modSp add del mod">
        <pc:chgData name="365 Pro Plus" userId="8a4ede6a-2f8b-4c6e-b52c-08ce3e3b5c4d" providerId="ADAL" clId="{E91601CC-018A-44E3-BE1A-FBDC3149E008}" dt="2021-08-31T18:10:06.073" v="471" actId="47"/>
        <pc:sldMkLst>
          <pc:docMk/>
          <pc:sldMk cId="1946051753" sldId="342"/>
        </pc:sldMkLst>
        <pc:spChg chg="mod">
          <ac:chgData name="365 Pro Plus" userId="8a4ede6a-2f8b-4c6e-b52c-08ce3e3b5c4d" providerId="ADAL" clId="{E91601CC-018A-44E3-BE1A-FBDC3149E008}" dt="2021-08-31T18:09:36.208" v="460" actId="2711"/>
          <ac:spMkLst>
            <pc:docMk/>
            <pc:sldMk cId="1946051753" sldId="342"/>
            <ac:spMk id="6" creationId="{00000000-0000-0000-0000-000000000000}"/>
          </ac:spMkLst>
        </pc:spChg>
        <pc:spChg chg="mod">
          <ac:chgData name="365 Pro Plus" userId="8a4ede6a-2f8b-4c6e-b52c-08ce3e3b5c4d" providerId="ADAL" clId="{E91601CC-018A-44E3-BE1A-FBDC3149E008}" dt="2021-08-31T18:09:36.208" v="460" actId="2711"/>
          <ac:spMkLst>
            <pc:docMk/>
            <pc:sldMk cId="1946051753" sldId="342"/>
            <ac:spMk id="9" creationId="{00000000-0000-0000-0000-000000000000}"/>
          </ac:spMkLst>
        </pc:spChg>
        <pc:spChg chg="mod">
          <ac:chgData name="365 Pro Plus" userId="8a4ede6a-2f8b-4c6e-b52c-08ce3e3b5c4d" providerId="ADAL" clId="{E91601CC-018A-44E3-BE1A-FBDC3149E008}" dt="2021-08-31T18:09:36.208" v="460" actId="2711"/>
          <ac:spMkLst>
            <pc:docMk/>
            <pc:sldMk cId="1946051753" sldId="342"/>
            <ac:spMk id="10" creationId="{00000000-0000-0000-0000-000000000000}"/>
          </ac:spMkLst>
        </pc:spChg>
        <pc:spChg chg="mod">
          <ac:chgData name="365 Pro Plus" userId="8a4ede6a-2f8b-4c6e-b52c-08ce3e3b5c4d" providerId="ADAL" clId="{E91601CC-018A-44E3-BE1A-FBDC3149E008}" dt="2021-08-31T18:09:36.208" v="460" actId="2711"/>
          <ac:spMkLst>
            <pc:docMk/>
            <pc:sldMk cId="1946051753" sldId="342"/>
            <ac:spMk id="12" creationId="{00000000-0000-0000-0000-000000000000}"/>
          </ac:spMkLst>
        </pc:spChg>
        <pc:spChg chg="mod">
          <ac:chgData name="365 Pro Plus" userId="8a4ede6a-2f8b-4c6e-b52c-08ce3e3b5c4d" providerId="ADAL" clId="{E91601CC-018A-44E3-BE1A-FBDC3149E008}" dt="2021-08-31T18:09:36.208" v="460" actId="2711"/>
          <ac:spMkLst>
            <pc:docMk/>
            <pc:sldMk cId="1946051753" sldId="342"/>
            <ac:spMk id="13" creationId="{00000000-0000-0000-0000-000000000000}"/>
          </ac:spMkLst>
        </pc:spChg>
        <pc:spChg chg="mod">
          <ac:chgData name="365 Pro Plus" userId="8a4ede6a-2f8b-4c6e-b52c-08ce3e3b5c4d" providerId="ADAL" clId="{E91601CC-018A-44E3-BE1A-FBDC3149E008}" dt="2021-08-31T18:09:36.208" v="460" actId="2711"/>
          <ac:spMkLst>
            <pc:docMk/>
            <pc:sldMk cId="1946051753" sldId="342"/>
            <ac:spMk id="14" creationId="{00000000-0000-0000-0000-000000000000}"/>
          </ac:spMkLst>
        </pc:spChg>
        <pc:spChg chg="mod">
          <ac:chgData name="365 Pro Plus" userId="8a4ede6a-2f8b-4c6e-b52c-08ce3e3b5c4d" providerId="ADAL" clId="{E91601CC-018A-44E3-BE1A-FBDC3149E008}" dt="2021-08-31T18:09:36.208" v="460" actId="2711"/>
          <ac:spMkLst>
            <pc:docMk/>
            <pc:sldMk cId="1946051753" sldId="342"/>
            <ac:spMk id="15" creationId="{00000000-0000-0000-0000-000000000000}"/>
          </ac:spMkLst>
        </pc:spChg>
      </pc:sldChg>
      <pc:sldChg chg="del">
        <pc:chgData name="365 Pro Plus" userId="8a4ede6a-2f8b-4c6e-b52c-08ce3e3b5c4d" providerId="ADAL" clId="{E91601CC-018A-44E3-BE1A-FBDC3149E008}" dt="2021-08-31T17:02:46.409" v="2" actId="2696"/>
        <pc:sldMkLst>
          <pc:docMk/>
          <pc:sldMk cId="149053953" sldId="343"/>
        </pc:sldMkLst>
      </pc:sldChg>
      <pc:sldChg chg="add del">
        <pc:chgData name="365 Pro Plus" userId="8a4ede6a-2f8b-4c6e-b52c-08ce3e3b5c4d" providerId="ADAL" clId="{E91601CC-018A-44E3-BE1A-FBDC3149E008}" dt="2021-08-31T18:14:20.556" v="582" actId="47"/>
        <pc:sldMkLst>
          <pc:docMk/>
          <pc:sldMk cId="4009181730" sldId="343"/>
        </pc:sldMkLst>
      </pc:sldChg>
      <pc:sldChg chg="del">
        <pc:chgData name="365 Pro Plus" userId="8a4ede6a-2f8b-4c6e-b52c-08ce3e3b5c4d" providerId="ADAL" clId="{E91601CC-018A-44E3-BE1A-FBDC3149E008}" dt="2021-08-31T17:02:46.409" v="2" actId="2696"/>
        <pc:sldMkLst>
          <pc:docMk/>
          <pc:sldMk cId="1327533360" sldId="344"/>
        </pc:sldMkLst>
      </pc:sldChg>
      <pc:sldChg chg="modSp add del mod">
        <pc:chgData name="365 Pro Plus" userId="8a4ede6a-2f8b-4c6e-b52c-08ce3e3b5c4d" providerId="ADAL" clId="{E91601CC-018A-44E3-BE1A-FBDC3149E008}" dt="2021-08-31T18:17:16.087" v="726" actId="47"/>
        <pc:sldMkLst>
          <pc:docMk/>
          <pc:sldMk cId="4063451963" sldId="344"/>
        </pc:sldMkLst>
        <pc:spChg chg="mod">
          <ac:chgData name="365 Pro Plus" userId="8a4ede6a-2f8b-4c6e-b52c-08ce3e3b5c4d" providerId="ADAL" clId="{E91601CC-018A-44E3-BE1A-FBDC3149E008}" dt="2021-08-31T18:15:16.189" v="599" actId="14100"/>
          <ac:spMkLst>
            <pc:docMk/>
            <pc:sldMk cId="4063451963" sldId="344"/>
            <ac:spMk id="30" creationId="{00000000-0000-0000-0000-000000000000}"/>
          </ac:spMkLst>
        </pc:spChg>
      </pc:sldChg>
      <pc:sldChg chg="add del">
        <pc:chgData name="365 Pro Plus" userId="8a4ede6a-2f8b-4c6e-b52c-08ce3e3b5c4d" providerId="ADAL" clId="{E91601CC-018A-44E3-BE1A-FBDC3149E008}" dt="2021-09-01T04:25:15.902" v="827" actId="47"/>
        <pc:sldMkLst>
          <pc:docMk/>
          <pc:sldMk cId="1542886399" sldId="345"/>
        </pc:sldMkLst>
      </pc:sldChg>
      <pc:sldChg chg="del">
        <pc:chgData name="365 Pro Plus" userId="8a4ede6a-2f8b-4c6e-b52c-08ce3e3b5c4d" providerId="ADAL" clId="{E91601CC-018A-44E3-BE1A-FBDC3149E008}" dt="2021-08-31T17:02:46.409" v="2" actId="2696"/>
        <pc:sldMkLst>
          <pc:docMk/>
          <pc:sldMk cId="1704460915" sldId="345"/>
        </pc:sldMkLst>
      </pc:sldChg>
      <pc:sldChg chg="add del">
        <pc:chgData name="365 Pro Plus" userId="8a4ede6a-2f8b-4c6e-b52c-08ce3e3b5c4d" providerId="ADAL" clId="{E91601CC-018A-44E3-BE1A-FBDC3149E008}" dt="2021-09-01T04:53:08.656" v="1145" actId="47"/>
        <pc:sldMkLst>
          <pc:docMk/>
          <pc:sldMk cId="1814690336" sldId="346"/>
        </pc:sldMkLst>
      </pc:sldChg>
      <pc:sldChg chg="del">
        <pc:chgData name="365 Pro Plus" userId="8a4ede6a-2f8b-4c6e-b52c-08ce3e3b5c4d" providerId="ADAL" clId="{E91601CC-018A-44E3-BE1A-FBDC3149E008}" dt="2021-08-31T17:02:46.409" v="2" actId="2696"/>
        <pc:sldMkLst>
          <pc:docMk/>
          <pc:sldMk cId="2436447720" sldId="346"/>
        </pc:sldMkLst>
      </pc:sldChg>
      <pc:sldChg chg="del">
        <pc:chgData name="365 Pro Plus" userId="8a4ede6a-2f8b-4c6e-b52c-08ce3e3b5c4d" providerId="ADAL" clId="{E91601CC-018A-44E3-BE1A-FBDC3149E008}" dt="2021-08-31T17:02:46.409" v="2" actId="2696"/>
        <pc:sldMkLst>
          <pc:docMk/>
          <pc:sldMk cId="882256619" sldId="347"/>
        </pc:sldMkLst>
      </pc:sldChg>
      <pc:sldChg chg="modSp add mod">
        <pc:chgData name="365 Pro Plus" userId="8a4ede6a-2f8b-4c6e-b52c-08ce3e3b5c4d" providerId="ADAL" clId="{E91601CC-018A-44E3-BE1A-FBDC3149E008}" dt="2021-09-01T04:53:22.662" v="1149" actId="404"/>
        <pc:sldMkLst>
          <pc:docMk/>
          <pc:sldMk cId="2710071382" sldId="347"/>
        </pc:sldMkLst>
        <pc:spChg chg="mod">
          <ac:chgData name="365 Pro Plus" userId="8a4ede6a-2f8b-4c6e-b52c-08ce3e3b5c4d" providerId="ADAL" clId="{E91601CC-018A-44E3-BE1A-FBDC3149E008}" dt="2021-09-01T04:53:22.662" v="1149" actId="404"/>
          <ac:spMkLst>
            <pc:docMk/>
            <pc:sldMk cId="2710071382" sldId="347"/>
            <ac:spMk id="3" creationId="{00000000-0000-0000-0000-000000000000}"/>
          </ac:spMkLst>
        </pc:spChg>
      </pc:sldChg>
      <pc:sldChg chg="add del">
        <pc:chgData name="365 Pro Plus" userId="8a4ede6a-2f8b-4c6e-b52c-08ce3e3b5c4d" providerId="ADAL" clId="{E91601CC-018A-44E3-BE1A-FBDC3149E008}" dt="2021-09-01T04:53:32.653" v="1150" actId="47"/>
        <pc:sldMkLst>
          <pc:docMk/>
          <pc:sldMk cId="2438826598" sldId="348"/>
        </pc:sldMkLst>
      </pc:sldChg>
      <pc:sldChg chg="del">
        <pc:chgData name="365 Pro Plus" userId="8a4ede6a-2f8b-4c6e-b52c-08ce3e3b5c4d" providerId="ADAL" clId="{E91601CC-018A-44E3-BE1A-FBDC3149E008}" dt="2021-08-31T17:02:46.409" v="2" actId="2696"/>
        <pc:sldMkLst>
          <pc:docMk/>
          <pc:sldMk cId="3828618125" sldId="348"/>
        </pc:sldMkLst>
      </pc:sldChg>
      <pc:sldChg chg="add">
        <pc:chgData name="365 Pro Plus" userId="8a4ede6a-2f8b-4c6e-b52c-08ce3e3b5c4d" providerId="ADAL" clId="{E91601CC-018A-44E3-BE1A-FBDC3149E008}" dt="2021-09-01T05:01:20.458" v="1708"/>
        <pc:sldMkLst>
          <pc:docMk/>
          <pc:sldMk cId="2977256447" sldId="349"/>
        </pc:sldMkLst>
      </pc:sldChg>
      <pc:sldChg chg="addSp delSp modSp add del mod ord modClrScheme chgLayout">
        <pc:chgData name="365 Pro Plus" userId="8a4ede6a-2f8b-4c6e-b52c-08ce3e3b5c4d" providerId="ADAL" clId="{E91601CC-018A-44E3-BE1A-FBDC3149E008}" dt="2021-09-01T05:01:17.428" v="1707" actId="2696"/>
        <pc:sldMkLst>
          <pc:docMk/>
          <pc:sldMk cId="3207903663" sldId="349"/>
        </pc:sldMkLst>
        <pc:spChg chg="mod ord">
          <ac:chgData name="365 Pro Plus" userId="8a4ede6a-2f8b-4c6e-b52c-08ce3e3b5c4d" providerId="ADAL" clId="{E91601CC-018A-44E3-BE1A-FBDC3149E008}" dt="2021-09-01T04:57:18.842" v="1583" actId="700"/>
          <ac:spMkLst>
            <pc:docMk/>
            <pc:sldMk cId="3207903663" sldId="349"/>
            <ac:spMk id="2" creationId="{00000000-0000-0000-0000-000000000000}"/>
          </ac:spMkLst>
        </pc:spChg>
        <pc:spChg chg="del mod">
          <ac:chgData name="365 Pro Plus" userId="8a4ede6a-2f8b-4c6e-b52c-08ce3e3b5c4d" providerId="ADAL" clId="{E91601CC-018A-44E3-BE1A-FBDC3149E008}" dt="2021-09-01T04:57:13.038" v="1582" actId="478"/>
          <ac:spMkLst>
            <pc:docMk/>
            <pc:sldMk cId="3207903663" sldId="349"/>
            <ac:spMk id="3" creationId="{00000000-0000-0000-0000-000000000000}"/>
          </ac:spMkLst>
        </pc:spChg>
        <pc:spChg chg="del mod">
          <ac:chgData name="365 Pro Plus" userId="8a4ede6a-2f8b-4c6e-b52c-08ce3e3b5c4d" providerId="ADAL" clId="{E91601CC-018A-44E3-BE1A-FBDC3149E008}" dt="2021-09-01T04:57:40.208" v="1590" actId="478"/>
          <ac:spMkLst>
            <pc:docMk/>
            <pc:sldMk cId="3207903663" sldId="349"/>
            <ac:spMk id="4" creationId="{00000000-0000-0000-0000-000000000000}"/>
          </ac:spMkLst>
        </pc:spChg>
        <pc:spChg chg="add mod ord">
          <ac:chgData name="365 Pro Plus" userId="8a4ede6a-2f8b-4c6e-b52c-08ce3e3b5c4d" providerId="ADAL" clId="{E91601CC-018A-44E3-BE1A-FBDC3149E008}" dt="2021-09-01T05:01:09.951" v="1706" actId="404"/>
          <ac:spMkLst>
            <pc:docMk/>
            <pc:sldMk cId="3207903663" sldId="349"/>
            <ac:spMk id="5" creationId="{69ECB5C1-907C-43AA-88A5-C0CE52D5F8B7}"/>
          </ac:spMkLst>
        </pc:spChg>
      </pc:sldChg>
      <pc:sldChg chg="addSp delSp modSp add del mod modClrScheme chgLayout">
        <pc:chgData name="365 Pro Plus" userId="8a4ede6a-2f8b-4c6e-b52c-08ce3e3b5c4d" providerId="ADAL" clId="{E91601CC-018A-44E3-BE1A-FBDC3149E008}" dt="2021-09-01T05:08:18.971" v="1793" actId="47"/>
        <pc:sldMkLst>
          <pc:docMk/>
          <pc:sldMk cId="2405915088" sldId="350"/>
        </pc:sldMkLst>
        <pc:spChg chg="mod ord">
          <ac:chgData name="365 Pro Plus" userId="8a4ede6a-2f8b-4c6e-b52c-08ce3e3b5c4d" providerId="ADAL" clId="{E91601CC-018A-44E3-BE1A-FBDC3149E008}" dt="2021-09-01T05:01:50.378" v="1710" actId="700"/>
          <ac:spMkLst>
            <pc:docMk/>
            <pc:sldMk cId="2405915088" sldId="350"/>
            <ac:spMk id="2" creationId="{00000000-0000-0000-0000-000000000000}"/>
          </ac:spMkLst>
        </pc:spChg>
        <pc:spChg chg="add del mod ord">
          <ac:chgData name="365 Pro Plus" userId="8a4ede6a-2f8b-4c6e-b52c-08ce3e3b5c4d" providerId="ADAL" clId="{E91601CC-018A-44E3-BE1A-FBDC3149E008}" dt="2021-09-01T05:01:50.378" v="1710" actId="700"/>
          <ac:spMkLst>
            <pc:docMk/>
            <pc:sldMk cId="2405915088" sldId="350"/>
            <ac:spMk id="3" creationId="{B5EFFE22-557B-44D0-9EE8-AFC9C547042E}"/>
          </ac:spMkLst>
        </pc:spChg>
      </pc:sldChg>
      <pc:sldChg chg="del">
        <pc:chgData name="365 Pro Plus" userId="8a4ede6a-2f8b-4c6e-b52c-08ce3e3b5c4d" providerId="ADAL" clId="{E91601CC-018A-44E3-BE1A-FBDC3149E008}" dt="2021-08-31T17:02:46.409" v="2" actId="2696"/>
        <pc:sldMkLst>
          <pc:docMk/>
          <pc:sldMk cId="3489236980" sldId="350"/>
        </pc:sldMkLst>
      </pc:sldChg>
      <pc:sldChg chg="modSp add del mod">
        <pc:chgData name="365 Pro Plus" userId="8a4ede6a-2f8b-4c6e-b52c-08ce3e3b5c4d" providerId="ADAL" clId="{E91601CC-018A-44E3-BE1A-FBDC3149E008}" dt="2021-09-01T05:10:39.161" v="2096" actId="47"/>
        <pc:sldMkLst>
          <pc:docMk/>
          <pc:sldMk cId="402130817" sldId="351"/>
        </pc:sldMkLst>
        <pc:spChg chg="mod">
          <ac:chgData name="365 Pro Plus" userId="8a4ede6a-2f8b-4c6e-b52c-08ce3e3b5c4d" providerId="ADAL" clId="{E91601CC-018A-44E3-BE1A-FBDC3149E008}" dt="2021-08-31T18:06:23.922" v="411" actId="27636"/>
          <ac:spMkLst>
            <pc:docMk/>
            <pc:sldMk cId="402130817" sldId="351"/>
            <ac:spMk id="2" creationId="{00000000-0000-0000-0000-000000000000}"/>
          </ac:spMkLst>
        </pc:spChg>
      </pc:sldChg>
      <pc:sldChg chg="del">
        <pc:chgData name="365 Pro Plus" userId="8a4ede6a-2f8b-4c6e-b52c-08ce3e3b5c4d" providerId="ADAL" clId="{E91601CC-018A-44E3-BE1A-FBDC3149E008}" dt="2021-08-31T17:02:46.409" v="2" actId="2696"/>
        <pc:sldMkLst>
          <pc:docMk/>
          <pc:sldMk cId="1973790119" sldId="351"/>
        </pc:sldMkLst>
      </pc:sldChg>
      <pc:sldChg chg="del">
        <pc:chgData name="365 Pro Plus" userId="8a4ede6a-2f8b-4c6e-b52c-08ce3e3b5c4d" providerId="ADAL" clId="{E91601CC-018A-44E3-BE1A-FBDC3149E008}" dt="2021-08-31T17:02:46.409" v="2" actId="2696"/>
        <pc:sldMkLst>
          <pc:docMk/>
          <pc:sldMk cId="763107813" sldId="352"/>
        </pc:sldMkLst>
      </pc:sldChg>
      <pc:sldChg chg="modSp add mod">
        <pc:chgData name="365 Pro Plus" userId="8a4ede6a-2f8b-4c6e-b52c-08ce3e3b5c4d" providerId="ADAL" clId="{E91601CC-018A-44E3-BE1A-FBDC3149E008}" dt="2021-08-31T18:07:18.527" v="427" actId="20577"/>
        <pc:sldMkLst>
          <pc:docMk/>
          <pc:sldMk cId="4289054184" sldId="352"/>
        </pc:sldMkLst>
        <pc:spChg chg="mod">
          <ac:chgData name="365 Pro Plus" userId="8a4ede6a-2f8b-4c6e-b52c-08ce3e3b5c4d" providerId="ADAL" clId="{E91601CC-018A-44E3-BE1A-FBDC3149E008}" dt="2021-08-31T18:07:18.527" v="427" actId="20577"/>
          <ac:spMkLst>
            <pc:docMk/>
            <pc:sldMk cId="4289054184" sldId="352"/>
            <ac:spMk id="2" creationId="{0A98D763-1B09-4579-9FDE-876D5F6D6527}"/>
          </ac:spMkLst>
        </pc:spChg>
      </pc:sldChg>
      <pc:sldChg chg="del">
        <pc:chgData name="365 Pro Plus" userId="8a4ede6a-2f8b-4c6e-b52c-08ce3e3b5c4d" providerId="ADAL" clId="{E91601CC-018A-44E3-BE1A-FBDC3149E008}" dt="2021-08-31T17:02:46.409" v="2" actId="2696"/>
        <pc:sldMkLst>
          <pc:docMk/>
          <pc:sldMk cId="1176475880" sldId="353"/>
        </pc:sldMkLst>
      </pc:sldChg>
      <pc:sldChg chg="addSp delSp modSp add del mod ord">
        <pc:chgData name="365 Pro Plus" userId="8a4ede6a-2f8b-4c6e-b52c-08ce3e3b5c4d" providerId="ADAL" clId="{E91601CC-018A-44E3-BE1A-FBDC3149E008}" dt="2021-09-01T04:23:49.397" v="826" actId="47"/>
        <pc:sldMkLst>
          <pc:docMk/>
          <pc:sldMk cId="1453782456" sldId="353"/>
        </pc:sldMkLst>
        <pc:spChg chg="mod">
          <ac:chgData name="365 Pro Plus" userId="8a4ede6a-2f8b-4c6e-b52c-08ce3e3b5c4d" providerId="ADAL" clId="{E91601CC-018A-44E3-BE1A-FBDC3149E008}" dt="2021-08-31T18:08:35.367" v="444" actId="2711"/>
          <ac:spMkLst>
            <pc:docMk/>
            <pc:sldMk cId="1453782456" sldId="353"/>
            <ac:spMk id="2" creationId="{53DB3B9E-0946-4C05-B8FD-53181A308FB1}"/>
          </ac:spMkLst>
        </pc:spChg>
        <pc:spChg chg="mod">
          <ac:chgData name="365 Pro Plus" userId="8a4ede6a-2f8b-4c6e-b52c-08ce3e3b5c4d" providerId="ADAL" clId="{E91601CC-018A-44E3-BE1A-FBDC3149E008}" dt="2021-08-31T18:09:15.461" v="456" actId="14100"/>
          <ac:spMkLst>
            <pc:docMk/>
            <pc:sldMk cId="1453782456" sldId="353"/>
            <ac:spMk id="3" creationId="{DDECD5AE-A79F-41A9-8EE2-614DA44944CE}"/>
          </ac:spMkLst>
        </pc:spChg>
        <pc:spChg chg="add del mod">
          <ac:chgData name="365 Pro Plus" userId="8a4ede6a-2f8b-4c6e-b52c-08ce3e3b5c4d" providerId="ADAL" clId="{E91601CC-018A-44E3-BE1A-FBDC3149E008}" dt="2021-08-31T18:08:46.017" v="448" actId="478"/>
          <ac:spMkLst>
            <pc:docMk/>
            <pc:sldMk cId="1453782456" sldId="353"/>
            <ac:spMk id="5" creationId="{BF656C3E-F83F-4D1C-8E0C-4844C80C9D1D}"/>
          </ac:spMkLst>
        </pc:spChg>
        <pc:spChg chg="add mod">
          <ac:chgData name="365 Pro Plus" userId="8a4ede6a-2f8b-4c6e-b52c-08ce3e3b5c4d" providerId="ADAL" clId="{E91601CC-018A-44E3-BE1A-FBDC3149E008}" dt="2021-08-31T18:09:24.785" v="457" actId="1076"/>
          <ac:spMkLst>
            <pc:docMk/>
            <pc:sldMk cId="1453782456" sldId="353"/>
            <ac:spMk id="6" creationId="{D50A19F5-95A3-4C94-971D-82A9E0DE2616}"/>
          </ac:spMkLst>
        </pc:spChg>
        <pc:spChg chg="add mod">
          <ac:chgData name="365 Pro Plus" userId="8a4ede6a-2f8b-4c6e-b52c-08ce3e3b5c4d" providerId="ADAL" clId="{E91601CC-018A-44E3-BE1A-FBDC3149E008}" dt="2021-08-31T18:09:24.785" v="457" actId="1076"/>
          <ac:spMkLst>
            <pc:docMk/>
            <pc:sldMk cId="1453782456" sldId="353"/>
            <ac:spMk id="7" creationId="{A40B256A-8681-44B5-8EE2-382D900761EE}"/>
          </ac:spMkLst>
        </pc:spChg>
        <pc:spChg chg="add mod">
          <ac:chgData name="365 Pro Plus" userId="8a4ede6a-2f8b-4c6e-b52c-08ce3e3b5c4d" providerId="ADAL" clId="{E91601CC-018A-44E3-BE1A-FBDC3149E008}" dt="2021-08-31T18:09:24.785" v="457" actId="1076"/>
          <ac:spMkLst>
            <pc:docMk/>
            <pc:sldMk cId="1453782456" sldId="353"/>
            <ac:spMk id="10" creationId="{87EADE22-6863-496D-A6EA-8633D0271B95}"/>
          </ac:spMkLst>
        </pc:spChg>
        <pc:picChg chg="add mod">
          <ac:chgData name="365 Pro Plus" userId="8a4ede6a-2f8b-4c6e-b52c-08ce3e3b5c4d" providerId="ADAL" clId="{E91601CC-018A-44E3-BE1A-FBDC3149E008}" dt="2021-08-31T18:09:25.939" v="458" actId="1076"/>
          <ac:picMkLst>
            <pc:docMk/>
            <pc:sldMk cId="1453782456" sldId="353"/>
            <ac:picMk id="4" creationId="{26AFD9CC-9E43-4DC5-83A0-E8DCBEF80EF8}"/>
          </ac:picMkLst>
        </pc:picChg>
        <pc:cxnChg chg="add mod">
          <ac:chgData name="365 Pro Plus" userId="8a4ede6a-2f8b-4c6e-b52c-08ce3e3b5c4d" providerId="ADAL" clId="{E91601CC-018A-44E3-BE1A-FBDC3149E008}" dt="2021-08-31T18:09:24.785" v="457" actId="1076"/>
          <ac:cxnSpMkLst>
            <pc:docMk/>
            <pc:sldMk cId="1453782456" sldId="353"/>
            <ac:cxnSpMk id="8" creationId="{AFC4EBE8-97F0-4C21-8F68-A6EC8662F666}"/>
          </ac:cxnSpMkLst>
        </pc:cxnChg>
        <pc:cxnChg chg="add mod">
          <ac:chgData name="365 Pro Plus" userId="8a4ede6a-2f8b-4c6e-b52c-08ce3e3b5c4d" providerId="ADAL" clId="{E91601CC-018A-44E3-BE1A-FBDC3149E008}" dt="2021-08-31T18:09:24.785" v="457" actId="1076"/>
          <ac:cxnSpMkLst>
            <pc:docMk/>
            <pc:sldMk cId="1453782456" sldId="353"/>
            <ac:cxnSpMk id="9" creationId="{BFD5AEFC-845E-45B0-8550-AFBC90E41578}"/>
          </ac:cxnSpMkLst>
        </pc:cxnChg>
      </pc:sldChg>
      <pc:sldChg chg="modSp add del mod ord">
        <pc:chgData name="365 Pro Plus" userId="8a4ede6a-2f8b-4c6e-b52c-08ce3e3b5c4d" providerId="ADAL" clId="{E91601CC-018A-44E3-BE1A-FBDC3149E008}" dt="2021-09-01T04:23:46.858" v="823" actId="2890"/>
        <pc:sldMkLst>
          <pc:docMk/>
          <pc:sldMk cId="1483881534" sldId="353"/>
        </pc:sldMkLst>
        <pc:spChg chg="mod">
          <ac:chgData name="365 Pro Plus" userId="8a4ede6a-2f8b-4c6e-b52c-08ce3e3b5c4d" providerId="ADAL" clId="{E91601CC-018A-44E3-BE1A-FBDC3149E008}" dt="2021-09-01T04:23:45.870" v="821" actId="20577"/>
          <ac:spMkLst>
            <pc:docMk/>
            <pc:sldMk cId="1483881534" sldId="353"/>
            <ac:spMk id="2" creationId="{0A98D763-1B09-4579-9FDE-876D5F6D6527}"/>
          </ac:spMkLst>
        </pc:spChg>
      </pc:sldChg>
      <pc:sldChg chg="addSp delSp modSp add mod ord">
        <pc:chgData name="365 Pro Plus" userId="8a4ede6a-2f8b-4c6e-b52c-08ce3e3b5c4d" providerId="ADAL" clId="{E91601CC-018A-44E3-BE1A-FBDC3149E008}" dt="2021-09-01T04:36:49.149" v="893"/>
        <pc:sldMkLst>
          <pc:docMk/>
          <pc:sldMk cId="1049082250" sldId="354"/>
        </pc:sldMkLst>
        <pc:spChg chg="mod">
          <ac:chgData name="365 Pro Plus" userId="8a4ede6a-2f8b-4c6e-b52c-08ce3e3b5c4d" providerId="ADAL" clId="{E91601CC-018A-44E3-BE1A-FBDC3149E008}" dt="2021-09-01T04:26:05.146" v="831"/>
          <ac:spMkLst>
            <pc:docMk/>
            <pc:sldMk cId="1049082250" sldId="354"/>
            <ac:spMk id="2" creationId="{53DB3B9E-0946-4C05-B8FD-53181A308FB1}"/>
          </ac:spMkLst>
        </pc:spChg>
        <pc:spChg chg="mod">
          <ac:chgData name="365 Pro Plus" userId="8a4ede6a-2f8b-4c6e-b52c-08ce3e3b5c4d" providerId="ADAL" clId="{E91601CC-018A-44E3-BE1A-FBDC3149E008}" dt="2021-09-01T04:36:42.426" v="891" actId="2711"/>
          <ac:spMkLst>
            <pc:docMk/>
            <pc:sldMk cId="1049082250" sldId="354"/>
            <ac:spMk id="3" creationId="{DDECD5AE-A79F-41A9-8EE2-614DA44944CE}"/>
          </ac:spMkLst>
        </pc:spChg>
        <pc:spChg chg="add del mod">
          <ac:chgData name="365 Pro Plus" userId="8a4ede6a-2f8b-4c6e-b52c-08ce3e3b5c4d" providerId="ADAL" clId="{E91601CC-018A-44E3-BE1A-FBDC3149E008}" dt="2021-09-01T04:36:49.149" v="893"/>
          <ac:spMkLst>
            <pc:docMk/>
            <pc:sldMk cId="1049082250" sldId="354"/>
            <ac:spMk id="4" creationId="{38225E85-DF12-4570-8547-ED6E404E0D48}"/>
          </ac:spMkLst>
        </pc:spChg>
      </pc:sldChg>
      <pc:sldChg chg="addSp delSp modSp add del mod">
        <pc:chgData name="365 Pro Plus" userId="8a4ede6a-2f8b-4c6e-b52c-08ce3e3b5c4d" providerId="ADAL" clId="{E91601CC-018A-44E3-BE1A-FBDC3149E008}" dt="2021-09-01T04:25:15.902" v="827" actId="47"/>
        <pc:sldMkLst>
          <pc:docMk/>
          <pc:sldMk cId="1566920297" sldId="354"/>
        </pc:sldMkLst>
        <pc:spChg chg="mod">
          <ac:chgData name="365 Pro Plus" userId="8a4ede6a-2f8b-4c6e-b52c-08ce3e3b5c4d" providerId="ADAL" clId="{E91601CC-018A-44E3-BE1A-FBDC3149E008}" dt="2021-08-31T18:10:29.685" v="519" actId="20577"/>
          <ac:spMkLst>
            <pc:docMk/>
            <pc:sldMk cId="1566920297" sldId="354"/>
            <ac:spMk id="2" creationId="{53DB3B9E-0946-4C05-B8FD-53181A308FB1}"/>
          </ac:spMkLst>
        </pc:spChg>
        <pc:spChg chg="del">
          <ac:chgData name="365 Pro Plus" userId="8a4ede6a-2f8b-4c6e-b52c-08ce3e3b5c4d" providerId="ADAL" clId="{E91601CC-018A-44E3-BE1A-FBDC3149E008}" dt="2021-08-31T18:09:43.909" v="462" actId="478"/>
          <ac:spMkLst>
            <pc:docMk/>
            <pc:sldMk cId="1566920297" sldId="354"/>
            <ac:spMk id="3" creationId="{DDECD5AE-A79F-41A9-8EE2-614DA44944CE}"/>
          </ac:spMkLst>
        </pc:spChg>
        <pc:spChg chg="del">
          <ac:chgData name="365 Pro Plus" userId="8a4ede6a-2f8b-4c6e-b52c-08ce3e3b5c4d" providerId="ADAL" clId="{E91601CC-018A-44E3-BE1A-FBDC3149E008}" dt="2021-08-31T18:09:43.909" v="462" actId="478"/>
          <ac:spMkLst>
            <pc:docMk/>
            <pc:sldMk cId="1566920297" sldId="354"/>
            <ac:spMk id="6" creationId="{D50A19F5-95A3-4C94-971D-82A9E0DE2616}"/>
          </ac:spMkLst>
        </pc:spChg>
        <pc:spChg chg="del">
          <ac:chgData name="365 Pro Plus" userId="8a4ede6a-2f8b-4c6e-b52c-08ce3e3b5c4d" providerId="ADAL" clId="{E91601CC-018A-44E3-BE1A-FBDC3149E008}" dt="2021-08-31T18:09:43.909" v="462" actId="478"/>
          <ac:spMkLst>
            <pc:docMk/>
            <pc:sldMk cId="1566920297" sldId="354"/>
            <ac:spMk id="7" creationId="{A40B256A-8681-44B5-8EE2-382D900761EE}"/>
          </ac:spMkLst>
        </pc:spChg>
        <pc:spChg chg="del">
          <ac:chgData name="365 Pro Plus" userId="8a4ede6a-2f8b-4c6e-b52c-08ce3e3b5c4d" providerId="ADAL" clId="{E91601CC-018A-44E3-BE1A-FBDC3149E008}" dt="2021-08-31T18:09:43.909" v="462" actId="478"/>
          <ac:spMkLst>
            <pc:docMk/>
            <pc:sldMk cId="1566920297" sldId="354"/>
            <ac:spMk id="10" creationId="{87EADE22-6863-496D-A6EA-8633D0271B95}"/>
          </ac:spMkLst>
        </pc:spChg>
        <pc:spChg chg="add del mod">
          <ac:chgData name="365 Pro Plus" userId="8a4ede6a-2f8b-4c6e-b52c-08ce3e3b5c4d" providerId="ADAL" clId="{E91601CC-018A-44E3-BE1A-FBDC3149E008}" dt="2021-08-31T18:09:53.259" v="467" actId="478"/>
          <ac:spMkLst>
            <pc:docMk/>
            <pc:sldMk cId="1566920297" sldId="354"/>
            <ac:spMk id="11" creationId="{733C2AD6-9824-45B3-8980-770640AA2C60}"/>
          </ac:spMkLst>
        </pc:spChg>
        <pc:spChg chg="add del mod">
          <ac:chgData name="365 Pro Plus" userId="8a4ede6a-2f8b-4c6e-b52c-08ce3e3b5c4d" providerId="ADAL" clId="{E91601CC-018A-44E3-BE1A-FBDC3149E008}" dt="2021-08-31T18:09:49.981" v="464"/>
          <ac:spMkLst>
            <pc:docMk/>
            <pc:sldMk cId="1566920297" sldId="354"/>
            <ac:spMk id="14" creationId="{7417BA3B-2005-4645-A1CC-A19E926CB58B}"/>
          </ac:spMkLst>
        </pc:spChg>
        <pc:spChg chg="add del mod">
          <ac:chgData name="365 Pro Plus" userId="8a4ede6a-2f8b-4c6e-b52c-08ce3e3b5c4d" providerId="ADAL" clId="{E91601CC-018A-44E3-BE1A-FBDC3149E008}" dt="2021-08-31T18:09:49.981" v="464"/>
          <ac:spMkLst>
            <pc:docMk/>
            <pc:sldMk cId="1566920297" sldId="354"/>
            <ac:spMk id="16" creationId="{2BD75949-2BAD-4DA1-8B3F-D121B90E6348}"/>
          </ac:spMkLst>
        </pc:spChg>
        <pc:spChg chg="add del mod">
          <ac:chgData name="365 Pro Plus" userId="8a4ede6a-2f8b-4c6e-b52c-08ce3e3b5c4d" providerId="ADAL" clId="{E91601CC-018A-44E3-BE1A-FBDC3149E008}" dt="2021-08-31T18:09:49.981" v="464"/>
          <ac:spMkLst>
            <pc:docMk/>
            <pc:sldMk cId="1566920297" sldId="354"/>
            <ac:spMk id="17" creationId="{88B5B050-91FE-4446-B986-6E56BE00FB88}"/>
          </ac:spMkLst>
        </pc:spChg>
        <pc:spChg chg="add del mod">
          <ac:chgData name="365 Pro Plus" userId="8a4ede6a-2f8b-4c6e-b52c-08ce3e3b5c4d" providerId="ADAL" clId="{E91601CC-018A-44E3-BE1A-FBDC3149E008}" dt="2021-08-31T18:09:49.981" v="464"/>
          <ac:spMkLst>
            <pc:docMk/>
            <pc:sldMk cId="1566920297" sldId="354"/>
            <ac:spMk id="18" creationId="{6869A5E0-1956-4AB9-890A-BC99964DE5EA}"/>
          </ac:spMkLst>
        </pc:spChg>
        <pc:spChg chg="add del mod">
          <ac:chgData name="365 Pro Plus" userId="8a4ede6a-2f8b-4c6e-b52c-08ce3e3b5c4d" providerId="ADAL" clId="{E91601CC-018A-44E3-BE1A-FBDC3149E008}" dt="2021-08-31T18:09:49.981" v="464"/>
          <ac:spMkLst>
            <pc:docMk/>
            <pc:sldMk cId="1566920297" sldId="354"/>
            <ac:spMk id="19" creationId="{715A3402-2CED-431F-934D-6BF6FB8F68D6}"/>
          </ac:spMkLst>
        </pc:spChg>
        <pc:spChg chg="add del mod">
          <ac:chgData name="365 Pro Plus" userId="8a4ede6a-2f8b-4c6e-b52c-08ce3e3b5c4d" providerId="ADAL" clId="{E91601CC-018A-44E3-BE1A-FBDC3149E008}" dt="2021-08-31T18:09:49.981" v="464"/>
          <ac:spMkLst>
            <pc:docMk/>
            <pc:sldMk cId="1566920297" sldId="354"/>
            <ac:spMk id="20" creationId="{CDD2B7E8-E986-49E9-9114-15F28B094FCC}"/>
          </ac:spMkLst>
        </pc:spChg>
        <pc:spChg chg="add del mod">
          <ac:chgData name="365 Pro Plus" userId="8a4ede6a-2f8b-4c6e-b52c-08ce3e3b5c4d" providerId="ADAL" clId="{E91601CC-018A-44E3-BE1A-FBDC3149E008}" dt="2021-08-31T18:09:49.981" v="464"/>
          <ac:spMkLst>
            <pc:docMk/>
            <pc:sldMk cId="1566920297" sldId="354"/>
            <ac:spMk id="21" creationId="{D1317655-18B1-4C07-8556-71D96A39256F}"/>
          </ac:spMkLst>
        </pc:spChg>
        <pc:spChg chg="add del mod">
          <ac:chgData name="365 Pro Plus" userId="8a4ede6a-2f8b-4c6e-b52c-08ce3e3b5c4d" providerId="ADAL" clId="{E91601CC-018A-44E3-BE1A-FBDC3149E008}" dt="2021-08-31T18:09:51.210" v="466"/>
          <ac:spMkLst>
            <pc:docMk/>
            <pc:sldMk cId="1566920297" sldId="354"/>
            <ac:spMk id="24" creationId="{45B1EC32-0C5B-44B5-86F7-B59FAE93A6C2}"/>
          </ac:spMkLst>
        </pc:spChg>
        <pc:spChg chg="add del mod">
          <ac:chgData name="365 Pro Plus" userId="8a4ede6a-2f8b-4c6e-b52c-08ce3e3b5c4d" providerId="ADAL" clId="{E91601CC-018A-44E3-BE1A-FBDC3149E008}" dt="2021-08-31T18:09:51.210" v="466"/>
          <ac:spMkLst>
            <pc:docMk/>
            <pc:sldMk cId="1566920297" sldId="354"/>
            <ac:spMk id="26" creationId="{DC3CA7BF-5742-4336-87F4-118B290AA49E}"/>
          </ac:spMkLst>
        </pc:spChg>
        <pc:spChg chg="add del mod">
          <ac:chgData name="365 Pro Plus" userId="8a4ede6a-2f8b-4c6e-b52c-08ce3e3b5c4d" providerId="ADAL" clId="{E91601CC-018A-44E3-BE1A-FBDC3149E008}" dt="2021-08-31T18:09:51.210" v="466"/>
          <ac:spMkLst>
            <pc:docMk/>
            <pc:sldMk cId="1566920297" sldId="354"/>
            <ac:spMk id="27" creationId="{C5263B91-7F37-4D1C-8CDA-4153427735B7}"/>
          </ac:spMkLst>
        </pc:spChg>
        <pc:spChg chg="add del mod">
          <ac:chgData name="365 Pro Plus" userId="8a4ede6a-2f8b-4c6e-b52c-08ce3e3b5c4d" providerId="ADAL" clId="{E91601CC-018A-44E3-BE1A-FBDC3149E008}" dt="2021-08-31T18:09:51.210" v="466"/>
          <ac:spMkLst>
            <pc:docMk/>
            <pc:sldMk cId="1566920297" sldId="354"/>
            <ac:spMk id="28" creationId="{0EE63DAE-5AA6-48CD-80DF-970D64BBF4C0}"/>
          </ac:spMkLst>
        </pc:spChg>
        <pc:spChg chg="add del mod">
          <ac:chgData name="365 Pro Plus" userId="8a4ede6a-2f8b-4c6e-b52c-08ce3e3b5c4d" providerId="ADAL" clId="{E91601CC-018A-44E3-BE1A-FBDC3149E008}" dt="2021-08-31T18:09:51.210" v="466"/>
          <ac:spMkLst>
            <pc:docMk/>
            <pc:sldMk cId="1566920297" sldId="354"/>
            <ac:spMk id="29" creationId="{1742BF05-249B-464B-8DF9-4FE334EC6E85}"/>
          </ac:spMkLst>
        </pc:spChg>
        <pc:spChg chg="add del mod">
          <ac:chgData name="365 Pro Plus" userId="8a4ede6a-2f8b-4c6e-b52c-08ce3e3b5c4d" providerId="ADAL" clId="{E91601CC-018A-44E3-BE1A-FBDC3149E008}" dt="2021-08-31T18:09:51.210" v="466"/>
          <ac:spMkLst>
            <pc:docMk/>
            <pc:sldMk cId="1566920297" sldId="354"/>
            <ac:spMk id="30" creationId="{AE5A2B56-40A5-4E18-A035-8CD594B3674D}"/>
          </ac:spMkLst>
        </pc:spChg>
        <pc:spChg chg="add del mod">
          <ac:chgData name="365 Pro Plus" userId="8a4ede6a-2f8b-4c6e-b52c-08ce3e3b5c4d" providerId="ADAL" clId="{E91601CC-018A-44E3-BE1A-FBDC3149E008}" dt="2021-08-31T18:09:51.210" v="466"/>
          <ac:spMkLst>
            <pc:docMk/>
            <pc:sldMk cId="1566920297" sldId="354"/>
            <ac:spMk id="31" creationId="{635BE7AC-696B-4B42-8624-7EB922815BD8}"/>
          </ac:spMkLst>
        </pc:spChg>
        <pc:spChg chg="add mod">
          <ac:chgData name="365 Pro Plus" userId="8a4ede6a-2f8b-4c6e-b52c-08ce3e3b5c4d" providerId="ADAL" clId="{E91601CC-018A-44E3-BE1A-FBDC3149E008}" dt="2021-08-31T18:09:59.464" v="470" actId="1076"/>
          <ac:spMkLst>
            <pc:docMk/>
            <pc:sldMk cId="1566920297" sldId="354"/>
            <ac:spMk id="34" creationId="{8C7681E6-4ABD-4949-B611-9773CF649447}"/>
          </ac:spMkLst>
        </pc:spChg>
        <pc:spChg chg="add mod">
          <ac:chgData name="365 Pro Plus" userId="8a4ede6a-2f8b-4c6e-b52c-08ce3e3b5c4d" providerId="ADAL" clId="{E91601CC-018A-44E3-BE1A-FBDC3149E008}" dt="2021-08-31T18:09:59.464" v="470" actId="1076"/>
          <ac:spMkLst>
            <pc:docMk/>
            <pc:sldMk cId="1566920297" sldId="354"/>
            <ac:spMk id="36" creationId="{AF1850C7-0844-4BAD-BDEC-4721A4CC69B4}"/>
          </ac:spMkLst>
        </pc:spChg>
        <pc:spChg chg="add mod">
          <ac:chgData name="365 Pro Plus" userId="8a4ede6a-2f8b-4c6e-b52c-08ce3e3b5c4d" providerId="ADAL" clId="{E91601CC-018A-44E3-BE1A-FBDC3149E008}" dt="2021-08-31T18:09:59.464" v="470" actId="1076"/>
          <ac:spMkLst>
            <pc:docMk/>
            <pc:sldMk cId="1566920297" sldId="354"/>
            <ac:spMk id="37" creationId="{74F91A31-5633-4E5A-A346-7E79D3E39065}"/>
          </ac:spMkLst>
        </pc:spChg>
        <pc:spChg chg="add mod">
          <ac:chgData name="365 Pro Plus" userId="8a4ede6a-2f8b-4c6e-b52c-08ce3e3b5c4d" providerId="ADAL" clId="{E91601CC-018A-44E3-BE1A-FBDC3149E008}" dt="2021-08-31T18:09:59.464" v="470" actId="1076"/>
          <ac:spMkLst>
            <pc:docMk/>
            <pc:sldMk cId="1566920297" sldId="354"/>
            <ac:spMk id="38" creationId="{10B1D088-2FEC-4BAA-924B-581EF55999CD}"/>
          </ac:spMkLst>
        </pc:spChg>
        <pc:spChg chg="add mod">
          <ac:chgData name="365 Pro Plus" userId="8a4ede6a-2f8b-4c6e-b52c-08ce3e3b5c4d" providerId="ADAL" clId="{E91601CC-018A-44E3-BE1A-FBDC3149E008}" dt="2021-08-31T18:09:59.464" v="470" actId="1076"/>
          <ac:spMkLst>
            <pc:docMk/>
            <pc:sldMk cId="1566920297" sldId="354"/>
            <ac:spMk id="39" creationId="{52B0053C-565A-4342-85D5-79229ED679D2}"/>
          </ac:spMkLst>
        </pc:spChg>
        <pc:spChg chg="add mod">
          <ac:chgData name="365 Pro Plus" userId="8a4ede6a-2f8b-4c6e-b52c-08ce3e3b5c4d" providerId="ADAL" clId="{E91601CC-018A-44E3-BE1A-FBDC3149E008}" dt="2021-08-31T18:09:59.464" v="470" actId="1076"/>
          <ac:spMkLst>
            <pc:docMk/>
            <pc:sldMk cId="1566920297" sldId="354"/>
            <ac:spMk id="40" creationId="{EAE2AA81-7A32-458E-A7A2-5FFB120741F6}"/>
          </ac:spMkLst>
        </pc:spChg>
        <pc:spChg chg="add mod">
          <ac:chgData name="365 Pro Plus" userId="8a4ede6a-2f8b-4c6e-b52c-08ce3e3b5c4d" providerId="ADAL" clId="{E91601CC-018A-44E3-BE1A-FBDC3149E008}" dt="2021-08-31T18:09:59.464" v="470" actId="1076"/>
          <ac:spMkLst>
            <pc:docMk/>
            <pc:sldMk cId="1566920297" sldId="354"/>
            <ac:spMk id="41" creationId="{8839D982-D725-4550-9B75-90A5F70BCE71}"/>
          </ac:spMkLst>
        </pc:spChg>
        <pc:picChg chg="del">
          <ac:chgData name="365 Pro Plus" userId="8a4ede6a-2f8b-4c6e-b52c-08ce3e3b5c4d" providerId="ADAL" clId="{E91601CC-018A-44E3-BE1A-FBDC3149E008}" dt="2021-08-31T18:09:43.909" v="462" actId="478"/>
          <ac:picMkLst>
            <pc:docMk/>
            <pc:sldMk cId="1566920297" sldId="354"/>
            <ac:picMk id="4" creationId="{26AFD9CC-9E43-4DC5-83A0-E8DCBEF80EF8}"/>
          </ac:picMkLst>
        </pc:picChg>
        <pc:picChg chg="add del mod">
          <ac:chgData name="365 Pro Plus" userId="8a4ede6a-2f8b-4c6e-b52c-08ce3e3b5c4d" providerId="ADAL" clId="{E91601CC-018A-44E3-BE1A-FBDC3149E008}" dt="2021-08-31T18:09:49.981" v="464"/>
          <ac:picMkLst>
            <pc:docMk/>
            <pc:sldMk cId="1566920297" sldId="354"/>
            <ac:picMk id="12" creationId="{36AEC0FB-37C6-48CD-9456-D9AF88CA2617}"/>
          </ac:picMkLst>
        </pc:picChg>
        <pc:picChg chg="add del mod">
          <ac:chgData name="365 Pro Plus" userId="8a4ede6a-2f8b-4c6e-b52c-08ce3e3b5c4d" providerId="ADAL" clId="{E91601CC-018A-44E3-BE1A-FBDC3149E008}" dt="2021-08-31T18:09:49.981" v="464"/>
          <ac:picMkLst>
            <pc:docMk/>
            <pc:sldMk cId="1566920297" sldId="354"/>
            <ac:picMk id="13" creationId="{A13B6399-AC69-4672-B8BB-6DC6B18530DC}"/>
          </ac:picMkLst>
        </pc:picChg>
        <pc:picChg chg="add del mod">
          <ac:chgData name="365 Pro Plus" userId="8a4ede6a-2f8b-4c6e-b52c-08ce3e3b5c4d" providerId="ADAL" clId="{E91601CC-018A-44E3-BE1A-FBDC3149E008}" dt="2021-08-31T18:09:51.210" v="466"/>
          <ac:picMkLst>
            <pc:docMk/>
            <pc:sldMk cId="1566920297" sldId="354"/>
            <ac:picMk id="22" creationId="{CCA71D5E-09BE-4859-B081-C4014AFE0C9A}"/>
          </ac:picMkLst>
        </pc:picChg>
        <pc:picChg chg="add del mod">
          <ac:chgData name="365 Pro Plus" userId="8a4ede6a-2f8b-4c6e-b52c-08ce3e3b5c4d" providerId="ADAL" clId="{E91601CC-018A-44E3-BE1A-FBDC3149E008}" dt="2021-08-31T18:09:51.210" v="466"/>
          <ac:picMkLst>
            <pc:docMk/>
            <pc:sldMk cId="1566920297" sldId="354"/>
            <ac:picMk id="23" creationId="{888517E5-C3F9-4030-9121-20ED6591B453}"/>
          </ac:picMkLst>
        </pc:picChg>
        <pc:picChg chg="add mod">
          <ac:chgData name="365 Pro Plus" userId="8a4ede6a-2f8b-4c6e-b52c-08ce3e3b5c4d" providerId="ADAL" clId="{E91601CC-018A-44E3-BE1A-FBDC3149E008}" dt="2021-08-31T18:09:59.464" v="470" actId="1076"/>
          <ac:picMkLst>
            <pc:docMk/>
            <pc:sldMk cId="1566920297" sldId="354"/>
            <ac:picMk id="32" creationId="{456E2FD8-BE76-4259-B357-6B2A2FE64780}"/>
          </ac:picMkLst>
        </pc:picChg>
        <pc:picChg chg="add mod">
          <ac:chgData name="365 Pro Plus" userId="8a4ede6a-2f8b-4c6e-b52c-08ce3e3b5c4d" providerId="ADAL" clId="{E91601CC-018A-44E3-BE1A-FBDC3149E008}" dt="2021-08-31T18:09:59.464" v="470" actId="1076"/>
          <ac:picMkLst>
            <pc:docMk/>
            <pc:sldMk cId="1566920297" sldId="354"/>
            <ac:picMk id="33" creationId="{1F655263-06AE-4863-AD2F-C969731487A7}"/>
          </ac:picMkLst>
        </pc:picChg>
        <pc:cxnChg chg="del">
          <ac:chgData name="365 Pro Plus" userId="8a4ede6a-2f8b-4c6e-b52c-08ce3e3b5c4d" providerId="ADAL" clId="{E91601CC-018A-44E3-BE1A-FBDC3149E008}" dt="2021-08-31T18:09:43.909" v="462" actId="478"/>
          <ac:cxnSpMkLst>
            <pc:docMk/>
            <pc:sldMk cId="1566920297" sldId="354"/>
            <ac:cxnSpMk id="8" creationId="{AFC4EBE8-97F0-4C21-8F68-A6EC8662F666}"/>
          </ac:cxnSpMkLst>
        </pc:cxnChg>
        <pc:cxnChg chg="del">
          <ac:chgData name="365 Pro Plus" userId="8a4ede6a-2f8b-4c6e-b52c-08ce3e3b5c4d" providerId="ADAL" clId="{E91601CC-018A-44E3-BE1A-FBDC3149E008}" dt="2021-08-31T18:09:43.909" v="462" actId="478"/>
          <ac:cxnSpMkLst>
            <pc:docMk/>
            <pc:sldMk cId="1566920297" sldId="354"/>
            <ac:cxnSpMk id="9" creationId="{BFD5AEFC-845E-45B0-8550-AFBC90E41578}"/>
          </ac:cxnSpMkLst>
        </pc:cxnChg>
        <pc:cxnChg chg="add del mod">
          <ac:chgData name="365 Pro Plus" userId="8a4ede6a-2f8b-4c6e-b52c-08ce3e3b5c4d" providerId="ADAL" clId="{E91601CC-018A-44E3-BE1A-FBDC3149E008}" dt="2021-08-31T18:09:49.981" v="464"/>
          <ac:cxnSpMkLst>
            <pc:docMk/>
            <pc:sldMk cId="1566920297" sldId="354"/>
            <ac:cxnSpMk id="15" creationId="{C2AB5FDD-186B-43DF-A144-6F00C201CA09}"/>
          </ac:cxnSpMkLst>
        </pc:cxnChg>
        <pc:cxnChg chg="add del mod">
          <ac:chgData name="365 Pro Plus" userId="8a4ede6a-2f8b-4c6e-b52c-08ce3e3b5c4d" providerId="ADAL" clId="{E91601CC-018A-44E3-BE1A-FBDC3149E008}" dt="2021-08-31T18:09:51.210" v="466"/>
          <ac:cxnSpMkLst>
            <pc:docMk/>
            <pc:sldMk cId="1566920297" sldId="354"/>
            <ac:cxnSpMk id="25" creationId="{E83ADD24-DEB6-4302-9028-FC220CDCB5BB}"/>
          </ac:cxnSpMkLst>
        </pc:cxnChg>
        <pc:cxnChg chg="add mod">
          <ac:chgData name="365 Pro Plus" userId="8a4ede6a-2f8b-4c6e-b52c-08ce3e3b5c4d" providerId="ADAL" clId="{E91601CC-018A-44E3-BE1A-FBDC3149E008}" dt="2021-08-31T18:09:59.464" v="470" actId="1076"/>
          <ac:cxnSpMkLst>
            <pc:docMk/>
            <pc:sldMk cId="1566920297" sldId="354"/>
            <ac:cxnSpMk id="35" creationId="{13BCC6CA-5BA1-41B6-9DE3-8F73A6614FE8}"/>
          </ac:cxnSpMkLst>
        </pc:cxnChg>
      </pc:sldChg>
      <pc:sldChg chg="modSp add del mod ord">
        <pc:chgData name="365 Pro Plus" userId="8a4ede6a-2f8b-4c6e-b52c-08ce3e3b5c4d" providerId="ADAL" clId="{E91601CC-018A-44E3-BE1A-FBDC3149E008}" dt="2021-09-01T04:23:42.989" v="816" actId="2890"/>
        <pc:sldMkLst>
          <pc:docMk/>
          <pc:sldMk cId="1653370240" sldId="354"/>
        </pc:sldMkLst>
        <pc:spChg chg="mod">
          <ac:chgData name="365 Pro Plus" userId="8a4ede6a-2f8b-4c6e-b52c-08ce3e3b5c4d" providerId="ADAL" clId="{E91601CC-018A-44E3-BE1A-FBDC3149E008}" dt="2021-09-01T04:23:41.509" v="814" actId="20577"/>
          <ac:spMkLst>
            <pc:docMk/>
            <pc:sldMk cId="1653370240" sldId="354"/>
            <ac:spMk id="2" creationId="{0A98D763-1B09-4579-9FDE-876D5F6D6527}"/>
          </ac:spMkLst>
        </pc:spChg>
      </pc:sldChg>
      <pc:sldChg chg="del">
        <pc:chgData name="365 Pro Plus" userId="8a4ede6a-2f8b-4c6e-b52c-08ce3e3b5c4d" providerId="ADAL" clId="{E91601CC-018A-44E3-BE1A-FBDC3149E008}" dt="2021-08-31T17:02:46.409" v="2" actId="2696"/>
        <pc:sldMkLst>
          <pc:docMk/>
          <pc:sldMk cId="2416285433" sldId="354"/>
        </pc:sldMkLst>
      </pc:sldChg>
      <pc:sldChg chg="add del">
        <pc:chgData name="365 Pro Plus" userId="8a4ede6a-2f8b-4c6e-b52c-08ce3e3b5c4d" providerId="ADAL" clId="{E91601CC-018A-44E3-BE1A-FBDC3149E008}" dt="2021-08-31T18:20:26.801" v="771" actId="2890"/>
        <pc:sldMkLst>
          <pc:docMk/>
          <pc:sldMk cId="3049541067" sldId="354"/>
        </pc:sldMkLst>
      </pc:sldChg>
      <pc:sldChg chg="del">
        <pc:chgData name="365 Pro Plus" userId="8a4ede6a-2f8b-4c6e-b52c-08ce3e3b5c4d" providerId="ADAL" clId="{E91601CC-018A-44E3-BE1A-FBDC3149E008}" dt="2021-08-31T17:02:46.409" v="2" actId="2696"/>
        <pc:sldMkLst>
          <pc:docMk/>
          <pc:sldMk cId="20441962" sldId="355"/>
        </pc:sldMkLst>
      </pc:sldChg>
      <pc:sldChg chg="addSp delSp modSp add mod chgLayout">
        <pc:chgData name="365 Pro Plus" userId="8a4ede6a-2f8b-4c6e-b52c-08ce3e3b5c4d" providerId="ADAL" clId="{E91601CC-018A-44E3-BE1A-FBDC3149E008}" dt="2021-09-01T04:39:10.102" v="930" actId="1076"/>
        <pc:sldMkLst>
          <pc:docMk/>
          <pc:sldMk cId="730239851" sldId="355"/>
        </pc:sldMkLst>
        <pc:spChg chg="mod ord">
          <ac:chgData name="365 Pro Plus" userId="8a4ede6a-2f8b-4c6e-b52c-08ce3e3b5c4d" providerId="ADAL" clId="{E91601CC-018A-44E3-BE1A-FBDC3149E008}" dt="2021-09-01T04:38:27.718" v="919" actId="14100"/>
          <ac:spMkLst>
            <pc:docMk/>
            <pc:sldMk cId="730239851" sldId="355"/>
            <ac:spMk id="2" creationId="{53DB3B9E-0946-4C05-B8FD-53181A308FB1}"/>
          </ac:spMkLst>
        </pc:spChg>
        <pc:spChg chg="del mod">
          <ac:chgData name="365 Pro Plus" userId="8a4ede6a-2f8b-4c6e-b52c-08ce3e3b5c4d" providerId="ADAL" clId="{E91601CC-018A-44E3-BE1A-FBDC3149E008}" dt="2021-09-01T04:37:06.727" v="910"/>
          <ac:spMkLst>
            <pc:docMk/>
            <pc:sldMk cId="730239851" sldId="355"/>
            <ac:spMk id="3" creationId="{DDECD5AE-A79F-41A9-8EE2-614DA44944CE}"/>
          </ac:spMkLst>
        </pc:spChg>
        <pc:spChg chg="add mod">
          <ac:chgData name="365 Pro Plus" userId="8a4ede6a-2f8b-4c6e-b52c-08ce3e3b5c4d" providerId="ADAL" clId="{E91601CC-018A-44E3-BE1A-FBDC3149E008}" dt="2021-09-01T04:39:00.951" v="929" actId="1076"/>
          <ac:spMkLst>
            <pc:docMk/>
            <pc:sldMk cId="730239851" sldId="355"/>
            <ac:spMk id="6" creationId="{3798BC90-9302-4610-8CB2-FA193F613199}"/>
          </ac:spMkLst>
        </pc:spChg>
        <pc:graphicFrameChg chg="add mod ord modGraphic">
          <ac:chgData name="365 Pro Plus" userId="8a4ede6a-2f8b-4c6e-b52c-08ce3e3b5c4d" providerId="ADAL" clId="{E91601CC-018A-44E3-BE1A-FBDC3149E008}" dt="2021-09-01T04:39:10.102" v="930" actId="1076"/>
          <ac:graphicFrameMkLst>
            <pc:docMk/>
            <pc:sldMk cId="730239851" sldId="355"/>
            <ac:graphicFrameMk id="4" creationId="{296CC760-000B-4019-8D54-7FC019BF19AF}"/>
          </ac:graphicFrameMkLst>
        </pc:graphicFrameChg>
      </pc:sldChg>
      <pc:sldChg chg="addSp delSp modSp add del mod">
        <pc:chgData name="365 Pro Plus" userId="8a4ede6a-2f8b-4c6e-b52c-08ce3e3b5c4d" providerId="ADAL" clId="{E91601CC-018A-44E3-BE1A-FBDC3149E008}" dt="2021-08-31T18:11:02.336" v="523" actId="2890"/>
        <pc:sldMkLst>
          <pc:docMk/>
          <pc:sldMk cId="2885267831" sldId="355"/>
        </pc:sldMkLst>
        <pc:spChg chg="add del">
          <ac:chgData name="365 Pro Plus" userId="8a4ede6a-2f8b-4c6e-b52c-08ce3e3b5c4d" providerId="ADAL" clId="{E91601CC-018A-44E3-BE1A-FBDC3149E008}" dt="2021-08-31T18:11:01.264" v="522" actId="478"/>
          <ac:spMkLst>
            <pc:docMk/>
            <pc:sldMk cId="2885267831" sldId="355"/>
            <ac:spMk id="34" creationId="{8C7681E6-4ABD-4949-B611-9773CF649447}"/>
          </ac:spMkLst>
        </pc:spChg>
        <pc:spChg chg="add del">
          <ac:chgData name="365 Pro Plus" userId="8a4ede6a-2f8b-4c6e-b52c-08ce3e3b5c4d" providerId="ADAL" clId="{E91601CC-018A-44E3-BE1A-FBDC3149E008}" dt="2021-08-31T18:11:01.264" v="522" actId="478"/>
          <ac:spMkLst>
            <pc:docMk/>
            <pc:sldMk cId="2885267831" sldId="355"/>
            <ac:spMk id="36" creationId="{AF1850C7-0844-4BAD-BDEC-4721A4CC69B4}"/>
          </ac:spMkLst>
        </pc:spChg>
        <pc:spChg chg="add del">
          <ac:chgData name="365 Pro Plus" userId="8a4ede6a-2f8b-4c6e-b52c-08ce3e3b5c4d" providerId="ADAL" clId="{E91601CC-018A-44E3-BE1A-FBDC3149E008}" dt="2021-08-31T18:11:01.264" v="522" actId="478"/>
          <ac:spMkLst>
            <pc:docMk/>
            <pc:sldMk cId="2885267831" sldId="355"/>
            <ac:spMk id="37" creationId="{74F91A31-5633-4E5A-A346-7E79D3E39065}"/>
          </ac:spMkLst>
        </pc:spChg>
        <pc:spChg chg="add del">
          <ac:chgData name="365 Pro Plus" userId="8a4ede6a-2f8b-4c6e-b52c-08ce3e3b5c4d" providerId="ADAL" clId="{E91601CC-018A-44E3-BE1A-FBDC3149E008}" dt="2021-08-31T18:11:01.264" v="522" actId="478"/>
          <ac:spMkLst>
            <pc:docMk/>
            <pc:sldMk cId="2885267831" sldId="355"/>
            <ac:spMk id="38" creationId="{10B1D088-2FEC-4BAA-924B-581EF55999CD}"/>
          </ac:spMkLst>
        </pc:spChg>
        <pc:spChg chg="add del">
          <ac:chgData name="365 Pro Plus" userId="8a4ede6a-2f8b-4c6e-b52c-08ce3e3b5c4d" providerId="ADAL" clId="{E91601CC-018A-44E3-BE1A-FBDC3149E008}" dt="2021-08-31T18:11:01.264" v="522" actId="478"/>
          <ac:spMkLst>
            <pc:docMk/>
            <pc:sldMk cId="2885267831" sldId="355"/>
            <ac:spMk id="39" creationId="{52B0053C-565A-4342-85D5-79229ED679D2}"/>
          </ac:spMkLst>
        </pc:spChg>
        <pc:spChg chg="add del">
          <ac:chgData name="365 Pro Plus" userId="8a4ede6a-2f8b-4c6e-b52c-08ce3e3b5c4d" providerId="ADAL" clId="{E91601CC-018A-44E3-BE1A-FBDC3149E008}" dt="2021-08-31T18:11:01.264" v="522" actId="478"/>
          <ac:spMkLst>
            <pc:docMk/>
            <pc:sldMk cId="2885267831" sldId="355"/>
            <ac:spMk id="40" creationId="{EAE2AA81-7A32-458E-A7A2-5FFB120741F6}"/>
          </ac:spMkLst>
        </pc:spChg>
        <pc:spChg chg="add del">
          <ac:chgData name="365 Pro Plus" userId="8a4ede6a-2f8b-4c6e-b52c-08ce3e3b5c4d" providerId="ADAL" clId="{E91601CC-018A-44E3-BE1A-FBDC3149E008}" dt="2021-08-31T18:11:01.264" v="522" actId="478"/>
          <ac:spMkLst>
            <pc:docMk/>
            <pc:sldMk cId="2885267831" sldId="355"/>
            <ac:spMk id="41" creationId="{8839D982-D725-4550-9B75-90A5F70BCE71}"/>
          </ac:spMkLst>
        </pc:spChg>
        <pc:picChg chg="add del">
          <ac:chgData name="365 Pro Plus" userId="8a4ede6a-2f8b-4c6e-b52c-08ce3e3b5c4d" providerId="ADAL" clId="{E91601CC-018A-44E3-BE1A-FBDC3149E008}" dt="2021-08-31T18:11:01.264" v="522" actId="478"/>
          <ac:picMkLst>
            <pc:docMk/>
            <pc:sldMk cId="2885267831" sldId="355"/>
            <ac:picMk id="32" creationId="{456E2FD8-BE76-4259-B357-6B2A2FE64780}"/>
          </ac:picMkLst>
        </pc:picChg>
        <pc:picChg chg="add del">
          <ac:chgData name="365 Pro Plus" userId="8a4ede6a-2f8b-4c6e-b52c-08ce3e3b5c4d" providerId="ADAL" clId="{E91601CC-018A-44E3-BE1A-FBDC3149E008}" dt="2021-08-31T18:11:01.264" v="522" actId="478"/>
          <ac:picMkLst>
            <pc:docMk/>
            <pc:sldMk cId="2885267831" sldId="355"/>
            <ac:picMk id="33" creationId="{1F655263-06AE-4863-AD2F-C969731487A7}"/>
          </ac:picMkLst>
        </pc:picChg>
        <pc:cxnChg chg="add del mod">
          <ac:chgData name="365 Pro Plus" userId="8a4ede6a-2f8b-4c6e-b52c-08ce3e3b5c4d" providerId="ADAL" clId="{E91601CC-018A-44E3-BE1A-FBDC3149E008}" dt="2021-08-31T18:11:01.264" v="522" actId="478"/>
          <ac:cxnSpMkLst>
            <pc:docMk/>
            <pc:sldMk cId="2885267831" sldId="355"/>
            <ac:cxnSpMk id="35" creationId="{13BCC6CA-5BA1-41B6-9DE3-8F73A6614FE8}"/>
          </ac:cxnSpMkLst>
        </pc:cxnChg>
      </pc:sldChg>
      <pc:sldChg chg="addSp delSp modSp new add del mod">
        <pc:chgData name="365 Pro Plus" userId="8a4ede6a-2f8b-4c6e-b52c-08ce3e3b5c4d" providerId="ADAL" clId="{E91601CC-018A-44E3-BE1A-FBDC3149E008}" dt="2021-09-01T04:25:15.902" v="827" actId="47"/>
        <pc:sldMkLst>
          <pc:docMk/>
          <pc:sldMk cId="3729968206" sldId="355"/>
        </pc:sldMkLst>
        <pc:spChg chg="mod">
          <ac:chgData name="365 Pro Plus" userId="8a4ede6a-2f8b-4c6e-b52c-08ce3e3b5c4d" providerId="ADAL" clId="{E91601CC-018A-44E3-BE1A-FBDC3149E008}" dt="2021-08-31T18:11:34.308" v="527"/>
          <ac:spMkLst>
            <pc:docMk/>
            <pc:sldMk cId="3729968206" sldId="355"/>
            <ac:spMk id="2" creationId="{257F14B2-DACC-4D75-BF7B-DCF3EBE9C0C7}"/>
          </ac:spMkLst>
        </pc:spChg>
        <pc:spChg chg="mod">
          <ac:chgData name="365 Pro Plus" userId="8a4ede6a-2f8b-4c6e-b52c-08ce3e3b5c4d" providerId="ADAL" clId="{E91601CC-018A-44E3-BE1A-FBDC3149E008}" dt="2021-08-31T18:14:05.302" v="580" actId="20577"/>
          <ac:spMkLst>
            <pc:docMk/>
            <pc:sldMk cId="3729968206" sldId="355"/>
            <ac:spMk id="3" creationId="{CF53AFF7-03A0-4882-ACA3-234FC8FCF5D9}"/>
          </ac:spMkLst>
        </pc:spChg>
        <pc:spChg chg="add mod">
          <ac:chgData name="365 Pro Plus" userId="8a4ede6a-2f8b-4c6e-b52c-08ce3e3b5c4d" providerId="ADAL" clId="{E91601CC-018A-44E3-BE1A-FBDC3149E008}" dt="2021-08-31T18:14:13.986" v="581" actId="1076"/>
          <ac:spMkLst>
            <pc:docMk/>
            <pc:sldMk cId="3729968206" sldId="355"/>
            <ac:spMk id="5" creationId="{B8026AE2-3471-44B4-B956-189E2CE2736D}"/>
          </ac:spMkLst>
        </pc:spChg>
        <pc:spChg chg="add del mod">
          <ac:chgData name="365 Pro Plus" userId="8a4ede6a-2f8b-4c6e-b52c-08ce3e3b5c4d" providerId="ADAL" clId="{E91601CC-018A-44E3-BE1A-FBDC3149E008}" dt="2021-08-31T18:12:26.098" v="540" actId="478"/>
          <ac:spMkLst>
            <pc:docMk/>
            <pc:sldMk cId="3729968206" sldId="355"/>
            <ac:spMk id="6" creationId="{B3519A44-F4AD-47A9-B6A9-CE00BE06BBEA}"/>
          </ac:spMkLst>
        </pc:spChg>
        <pc:spChg chg="add del mod">
          <ac:chgData name="365 Pro Plus" userId="8a4ede6a-2f8b-4c6e-b52c-08ce3e3b5c4d" providerId="ADAL" clId="{E91601CC-018A-44E3-BE1A-FBDC3149E008}" dt="2021-08-31T18:12:37.911" v="545" actId="478"/>
          <ac:spMkLst>
            <pc:docMk/>
            <pc:sldMk cId="3729968206" sldId="355"/>
            <ac:spMk id="7" creationId="{C520FEA7-CD6E-42AF-9333-D1A0EE62B3C2}"/>
          </ac:spMkLst>
        </pc:spChg>
        <pc:spChg chg="add del mod">
          <ac:chgData name="365 Pro Plus" userId="8a4ede6a-2f8b-4c6e-b52c-08ce3e3b5c4d" providerId="ADAL" clId="{E91601CC-018A-44E3-BE1A-FBDC3149E008}" dt="2021-08-31T18:12:57.839" v="552" actId="478"/>
          <ac:spMkLst>
            <pc:docMk/>
            <pc:sldMk cId="3729968206" sldId="355"/>
            <ac:spMk id="8" creationId="{83DAE28D-4DD2-404F-B435-37812548734C}"/>
          </ac:spMkLst>
        </pc:spChg>
        <pc:spChg chg="add del mod">
          <ac:chgData name="365 Pro Plus" userId="8a4ede6a-2f8b-4c6e-b52c-08ce3e3b5c4d" providerId="ADAL" clId="{E91601CC-018A-44E3-BE1A-FBDC3149E008}" dt="2021-08-31T18:13:03.689" v="555" actId="478"/>
          <ac:spMkLst>
            <pc:docMk/>
            <pc:sldMk cId="3729968206" sldId="355"/>
            <ac:spMk id="9" creationId="{7F40041C-8CFE-4FFA-9AD7-11D99C2212DC}"/>
          </ac:spMkLst>
        </pc:spChg>
        <pc:spChg chg="add del mod">
          <ac:chgData name="365 Pro Plus" userId="8a4ede6a-2f8b-4c6e-b52c-08ce3e3b5c4d" providerId="ADAL" clId="{E91601CC-018A-44E3-BE1A-FBDC3149E008}" dt="2021-08-31T18:13:10.916" v="556" actId="478"/>
          <ac:spMkLst>
            <pc:docMk/>
            <pc:sldMk cId="3729968206" sldId="355"/>
            <ac:spMk id="10" creationId="{C6D09E65-423C-4768-89BD-AAAD9AE2AAD5}"/>
          </ac:spMkLst>
        </pc:spChg>
        <pc:spChg chg="add del mod">
          <ac:chgData name="365 Pro Plus" userId="8a4ede6a-2f8b-4c6e-b52c-08ce3e3b5c4d" providerId="ADAL" clId="{E91601CC-018A-44E3-BE1A-FBDC3149E008}" dt="2021-08-31T18:13:23.362" v="564" actId="478"/>
          <ac:spMkLst>
            <pc:docMk/>
            <pc:sldMk cId="3729968206" sldId="355"/>
            <ac:spMk id="11" creationId="{CA0AAC20-9DA8-4F23-A143-44CAFE7B2F1A}"/>
          </ac:spMkLst>
        </pc:spChg>
        <pc:spChg chg="add del mod">
          <ac:chgData name="365 Pro Plus" userId="8a4ede6a-2f8b-4c6e-b52c-08ce3e3b5c4d" providerId="ADAL" clId="{E91601CC-018A-44E3-BE1A-FBDC3149E008}" dt="2021-08-31T18:13:30.608" v="568" actId="478"/>
          <ac:spMkLst>
            <pc:docMk/>
            <pc:sldMk cId="3729968206" sldId="355"/>
            <ac:spMk id="12" creationId="{597FAA4F-9CCC-41E2-B553-188F7051040B}"/>
          </ac:spMkLst>
        </pc:spChg>
        <pc:spChg chg="add del mod">
          <ac:chgData name="365 Pro Plus" userId="8a4ede6a-2f8b-4c6e-b52c-08ce3e3b5c4d" providerId="ADAL" clId="{E91601CC-018A-44E3-BE1A-FBDC3149E008}" dt="2021-08-31T18:13:36.491" v="571" actId="478"/>
          <ac:spMkLst>
            <pc:docMk/>
            <pc:sldMk cId="3729968206" sldId="355"/>
            <ac:spMk id="13" creationId="{9674471B-AFD6-4D34-BFCC-0BED01061AE8}"/>
          </ac:spMkLst>
        </pc:spChg>
        <pc:spChg chg="add del mod">
          <ac:chgData name="365 Pro Plus" userId="8a4ede6a-2f8b-4c6e-b52c-08ce3e3b5c4d" providerId="ADAL" clId="{E91601CC-018A-44E3-BE1A-FBDC3149E008}" dt="2021-08-31T18:12:10.441" v="535" actId="478"/>
          <ac:spMkLst>
            <pc:docMk/>
            <pc:sldMk cId="3729968206" sldId="355"/>
            <ac:spMk id="14" creationId="{1E31FC33-9D3B-43C8-AAD4-9496579DA7BD}"/>
          </ac:spMkLst>
        </pc:spChg>
        <pc:picChg chg="add mod">
          <ac:chgData name="365 Pro Plus" userId="8a4ede6a-2f8b-4c6e-b52c-08ce3e3b5c4d" providerId="ADAL" clId="{E91601CC-018A-44E3-BE1A-FBDC3149E008}" dt="2021-08-31T18:14:13.986" v="581" actId="1076"/>
          <ac:picMkLst>
            <pc:docMk/>
            <pc:sldMk cId="3729968206" sldId="355"/>
            <ac:picMk id="4" creationId="{F61DBB9B-8B64-4865-BE98-5B4A2912B616}"/>
          </ac:picMkLst>
        </pc:picChg>
      </pc:sldChg>
      <pc:sldChg chg="del">
        <pc:chgData name="365 Pro Plus" userId="8a4ede6a-2f8b-4c6e-b52c-08ce3e3b5c4d" providerId="ADAL" clId="{E91601CC-018A-44E3-BE1A-FBDC3149E008}" dt="2021-08-31T17:02:46.409" v="2" actId="2696"/>
        <pc:sldMkLst>
          <pc:docMk/>
          <pc:sldMk cId="669401237" sldId="356"/>
        </pc:sldMkLst>
      </pc:sldChg>
      <pc:sldChg chg="modSp add mod ord">
        <pc:chgData name="365 Pro Plus" userId="8a4ede6a-2f8b-4c6e-b52c-08ce3e3b5c4d" providerId="ADAL" clId="{E91601CC-018A-44E3-BE1A-FBDC3149E008}" dt="2021-09-01T04:47:07.305" v="1065" actId="20577"/>
        <pc:sldMkLst>
          <pc:docMk/>
          <pc:sldMk cId="1233649614" sldId="356"/>
        </pc:sldMkLst>
        <pc:spChg chg="mod">
          <ac:chgData name="365 Pro Plus" userId="8a4ede6a-2f8b-4c6e-b52c-08ce3e3b5c4d" providerId="ADAL" clId="{E91601CC-018A-44E3-BE1A-FBDC3149E008}" dt="2021-09-01T04:47:07.305" v="1065" actId="20577"/>
          <ac:spMkLst>
            <pc:docMk/>
            <pc:sldMk cId="1233649614" sldId="356"/>
            <ac:spMk id="2" creationId="{53DB3B9E-0946-4C05-B8FD-53181A308FB1}"/>
          </ac:spMkLst>
        </pc:spChg>
        <pc:spChg chg="mod">
          <ac:chgData name="365 Pro Plus" userId="8a4ede6a-2f8b-4c6e-b52c-08ce3e3b5c4d" providerId="ADAL" clId="{E91601CC-018A-44E3-BE1A-FBDC3149E008}" dt="2021-09-01T04:43:05.492" v="980" actId="20577"/>
          <ac:spMkLst>
            <pc:docMk/>
            <pc:sldMk cId="1233649614" sldId="356"/>
            <ac:spMk id="3" creationId="{DDECD5AE-A79F-41A9-8EE2-614DA44944CE}"/>
          </ac:spMkLst>
        </pc:spChg>
      </pc:sldChg>
      <pc:sldChg chg="addSp delSp modSp add del mod">
        <pc:chgData name="365 Pro Plus" userId="8a4ede6a-2f8b-4c6e-b52c-08ce3e3b5c4d" providerId="ADAL" clId="{E91601CC-018A-44E3-BE1A-FBDC3149E008}" dt="2021-09-01T04:25:15.902" v="827" actId="47"/>
        <pc:sldMkLst>
          <pc:docMk/>
          <pc:sldMk cId="3656384013" sldId="356"/>
        </pc:sldMkLst>
        <pc:spChg chg="mod">
          <ac:chgData name="365 Pro Plus" userId="8a4ede6a-2f8b-4c6e-b52c-08ce3e3b5c4d" providerId="ADAL" clId="{E91601CC-018A-44E3-BE1A-FBDC3149E008}" dt="2021-08-31T18:14:29.649" v="584" actId="20577"/>
          <ac:spMkLst>
            <pc:docMk/>
            <pc:sldMk cId="3656384013" sldId="356"/>
            <ac:spMk id="2" creationId="{257F14B2-DACC-4D75-BF7B-DCF3EBE9C0C7}"/>
          </ac:spMkLst>
        </pc:spChg>
        <pc:spChg chg="mod">
          <ac:chgData name="365 Pro Plus" userId="8a4ede6a-2f8b-4c6e-b52c-08ce3e3b5c4d" providerId="ADAL" clId="{E91601CC-018A-44E3-BE1A-FBDC3149E008}" dt="2021-08-31T18:16:57.953" v="723" actId="20577"/>
          <ac:spMkLst>
            <pc:docMk/>
            <pc:sldMk cId="3656384013" sldId="356"/>
            <ac:spMk id="3" creationId="{CF53AFF7-03A0-4882-ACA3-234FC8FCF5D9}"/>
          </ac:spMkLst>
        </pc:spChg>
        <pc:spChg chg="del">
          <ac:chgData name="365 Pro Plus" userId="8a4ede6a-2f8b-4c6e-b52c-08ce3e3b5c4d" providerId="ADAL" clId="{E91601CC-018A-44E3-BE1A-FBDC3149E008}" dt="2021-08-31T18:14:36.179" v="585" actId="478"/>
          <ac:spMkLst>
            <pc:docMk/>
            <pc:sldMk cId="3656384013" sldId="356"/>
            <ac:spMk id="5" creationId="{B8026AE2-3471-44B4-B956-189E2CE2736D}"/>
          </ac:spMkLst>
        </pc:spChg>
        <pc:spChg chg="add mod">
          <ac:chgData name="365 Pro Plus" userId="8a4ede6a-2f8b-4c6e-b52c-08ce3e3b5c4d" providerId="ADAL" clId="{E91601CC-018A-44E3-BE1A-FBDC3149E008}" dt="2021-08-31T18:17:09.899" v="725" actId="1076"/>
          <ac:spMkLst>
            <pc:docMk/>
            <pc:sldMk cId="3656384013" sldId="356"/>
            <ac:spMk id="7" creationId="{82ADA3F0-212B-41AD-9827-BD9B84BC10EE}"/>
          </ac:spMkLst>
        </pc:spChg>
        <pc:spChg chg="add mod">
          <ac:chgData name="365 Pro Plus" userId="8a4ede6a-2f8b-4c6e-b52c-08ce3e3b5c4d" providerId="ADAL" clId="{E91601CC-018A-44E3-BE1A-FBDC3149E008}" dt="2021-08-31T18:17:09.899" v="725" actId="1076"/>
          <ac:spMkLst>
            <pc:docMk/>
            <pc:sldMk cId="3656384013" sldId="356"/>
            <ac:spMk id="9" creationId="{E9E4AC90-BA8E-4AD5-BB2F-95A22DF3C346}"/>
          </ac:spMkLst>
        </pc:spChg>
        <pc:spChg chg="add mod">
          <ac:chgData name="365 Pro Plus" userId="8a4ede6a-2f8b-4c6e-b52c-08ce3e3b5c4d" providerId="ADAL" clId="{E91601CC-018A-44E3-BE1A-FBDC3149E008}" dt="2021-08-31T18:17:09.899" v="725" actId="1076"/>
          <ac:spMkLst>
            <pc:docMk/>
            <pc:sldMk cId="3656384013" sldId="356"/>
            <ac:spMk id="10" creationId="{BA5241F0-85E1-40CA-840A-113FA4AB7F5F}"/>
          </ac:spMkLst>
        </pc:spChg>
        <pc:spChg chg="add mod">
          <ac:chgData name="365 Pro Plus" userId="8a4ede6a-2f8b-4c6e-b52c-08ce3e3b5c4d" providerId="ADAL" clId="{E91601CC-018A-44E3-BE1A-FBDC3149E008}" dt="2021-08-31T18:17:09.899" v="725" actId="1076"/>
          <ac:spMkLst>
            <pc:docMk/>
            <pc:sldMk cId="3656384013" sldId="356"/>
            <ac:spMk id="11" creationId="{366CC602-6970-4496-A56C-4C1528E5664A}"/>
          </ac:spMkLst>
        </pc:spChg>
        <pc:picChg chg="del">
          <ac:chgData name="365 Pro Plus" userId="8a4ede6a-2f8b-4c6e-b52c-08ce3e3b5c4d" providerId="ADAL" clId="{E91601CC-018A-44E3-BE1A-FBDC3149E008}" dt="2021-08-31T18:14:36.179" v="585" actId="478"/>
          <ac:picMkLst>
            <pc:docMk/>
            <pc:sldMk cId="3656384013" sldId="356"/>
            <ac:picMk id="4" creationId="{F61DBB9B-8B64-4865-BE98-5B4A2912B616}"/>
          </ac:picMkLst>
        </pc:picChg>
        <pc:picChg chg="add mod">
          <ac:chgData name="365 Pro Plus" userId="8a4ede6a-2f8b-4c6e-b52c-08ce3e3b5c4d" providerId="ADAL" clId="{E91601CC-018A-44E3-BE1A-FBDC3149E008}" dt="2021-08-31T18:17:09.899" v="725" actId="1076"/>
          <ac:picMkLst>
            <pc:docMk/>
            <pc:sldMk cId="3656384013" sldId="356"/>
            <ac:picMk id="6" creationId="{8646A854-4203-4AC2-AFB0-A2B4153F4A6F}"/>
          </ac:picMkLst>
        </pc:picChg>
        <pc:picChg chg="add mod">
          <ac:chgData name="365 Pro Plus" userId="8a4ede6a-2f8b-4c6e-b52c-08ce3e3b5c4d" providerId="ADAL" clId="{E91601CC-018A-44E3-BE1A-FBDC3149E008}" dt="2021-08-31T18:17:09.899" v="725" actId="1076"/>
          <ac:picMkLst>
            <pc:docMk/>
            <pc:sldMk cId="3656384013" sldId="356"/>
            <ac:picMk id="8" creationId="{A2671B56-4D4C-4470-99EF-FE9A95925A52}"/>
          </ac:picMkLst>
        </pc:picChg>
      </pc:sldChg>
      <pc:sldChg chg="delSp modSp add del mod">
        <pc:chgData name="365 Pro Plus" userId="8a4ede6a-2f8b-4c6e-b52c-08ce3e3b5c4d" providerId="ADAL" clId="{E91601CC-018A-44E3-BE1A-FBDC3149E008}" dt="2021-09-01T04:25:15.902" v="827" actId="47"/>
        <pc:sldMkLst>
          <pc:docMk/>
          <pc:sldMk cId="2457433250" sldId="357"/>
        </pc:sldMkLst>
        <pc:spChg chg="mod">
          <ac:chgData name="365 Pro Plus" userId="8a4ede6a-2f8b-4c6e-b52c-08ce3e3b5c4d" providerId="ADAL" clId="{E91601CC-018A-44E3-BE1A-FBDC3149E008}" dt="2021-08-31T18:17:26.852" v="729" actId="20577"/>
          <ac:spMkLst>
            <pc:docMk/>
            <pc:sldMk cId="2457433250" sldId="357"/>
            <ac:spMk id="2" creationId="{257F14B2-DACC-4D75-BF7B-DCF3EBE9C0C7}"/>
          </ac:spMkLst>
        </pc:spChg>
        <pc:spChg chg="mod">
          <ac:chgData name="365 Pro Plus" userId="8a4ede6a-2f8b-4c6e-b52c-08ce3e3b5c4d" providerId="ADAL" clId="{E91601CC-018A-44E3-BE1A-FBDC3149E008}" dt="2021-08-31T18:17:55.986" v="750"/>
          <ac:spMkLst>
            <pc:docMk/>
            <pc:sldMk cId="2457433250" sldId="357"/>
            <ac:spMk id="3" creationId="{CF53AFF7-03A0-4882-ACA3-234FC8FCF5D9}"/>
          </ac:spMkLst>
        </pc:spChg>
        <pc:spChg chg="del">
          <ac:chgData name="365 Pro Plus" userId="8a4ede6a-2f8b-4c6e-b52c-08ce3e3b5c4d" providerId="ADAL" clId="{E91601CC-018A-44E3-BE1A-FBDC3149E008}" dt="2021-08-31T18:17:23.171" v="728" actId="478"/>
          <ac:spMkLst>
            <pc:docMk/>
            <pc:sldMk cId="2457433250" sldId="357"/>
            <ac:spMk id="7" creationId="{82ADA3F0-212B-41AD-9827-BD9B84BC10EE}"/>
          </ac:spMkLst>
        </pc:spChg>
        <pc:spChg chg="del">
          <ac:chgData name="365 Pro Plus" userId="8a4ede6a-2f8b-4c6e-b52c-08ce3e3b5c4d" providerId="ADAL" clId="{E91601CC-018A-44E3-BE1A-FBDC3149E008}" dt="2021-08-31T18:17:23.171" v="728" actId="478"/>
          <ac:spMkLst>
            <pc:docMk/>
            <pc:sldMk cId="2457433250" sldId="357"/>
            <ac:spMk id="9" creationId="{E9E4AC90-BA8E-4AD5-BB2F-95A22DF3C346}"/>
          </ac:spMkLst>
        </pc:spChg>
        <pc:spChg chg="del">
          <ac:chgData name="365 Pro Plus" userId="8a4ede6a-2f8b-4c6e-b52c-08ce3e3b5c4d" providerId="ADAL" clId="{E91601CC-018A-44E3-BE1A-FBDC3149E008}" dt="2021-08-31T18:17:23.171" v="728" actId="478"/>
          <ac:spMkLst>
            <pc:docMk/>
            <pc:sldMk cId="2457433250" sldId="357"/>
            <ac:spMk id="10" creationId="{BA5241F0-85E1-40CA-840A-113FA4AB7F5F}"/>
          </ac:spMkLst>
        </pc:spChg>
        <pc:spChg chg="del">
          <ac:chgData name="365 Pro Plus" userId="8a4ede6a-2f8b-4c6e-b52c-08ce3e3b5c4d" providerId="ADAL" clId="{E91601CC-018A-44E3-BE1A-FBDC3149E008}" dt="2021-08-31T18:17:23.171" v="728" actId="478"/>
          <ac:spMkLst>
            <pc:docMk/>
            <pc:sldMk cId="2457433250" sldId="357"/>
            <ac:spMk id="11" creationId="{366CC602-6970-4496-A56C-4C1528E5664A}"/>
          </ac:spMkLst>
        </pc:spChg>
        <pc:picChg chg="del">
          <ac:chgData name="365 Pro Plus" userId="8a4ede6a-2f8b-4c6e-b52c-08ce3e3b5c4d" providerId="ADAL" clId="{E91601CC-018A-44E3-BE1A-FBDC3149E008}" dt="2021-08-31T18:17:23.171" v="728" actId="478"/>
          <ac:picMkLst>
            <pc:docMk/>
            <pc:sldMk cId="2457433250" sldId="357"/>
            <ac:picMk id="6" creationId="{8646A854-4203-4AC2-AFB0-A2B4153F4A6F}"/>
          </ac:picMkLst>
        </pc:picChg>
        <pc:picChg chg="del">
          <ac:chgData name="365 Pro Plus" userId="8a4ede6a-2f8b-4c6e-b52c-08ce3e3b5c4d" providerId="ADAL" clId="{E91601CC-018A-44E3-BE1A-FBDC3149E008}" dt="2021-08-31T18:17:23.171" v="728" actId="478"/>
          <ac:picMkLst>
            <pc:docMk/>
            <pc:sldMk cId="2457433250" sldId="357"/>
            <ac:picMk id="8" creationId="{A2671B56-4D4C-4470-99EF-FE9A95925A52}"/>
          </ac:picMkLst>
        </pc:picChg>
      </pc:sldChg>
      <pc:sldChg chg="del">
        <pc:chgData name="365 Pro Plus" userId="8a4ede6a-2f8b-4c6e-b52c-08ce3e3b5c4d" providerId="ADAL" clId="{E91601CC-018A-44E3-BE1A-FBDC3149E008}" dt="2021-08-31T17:02:46.409" v="2" actId="2696"/>
        <pc:sldMkLst>
          <pc:docMk/>
          <pc:sldMk cId="3938207314" sldId="357"/>
        </pc:sldMkLst>
      </pc:sldChg>
      <pc:sldChg chg="addSp modSp add mod">
        <pc:chgData name="365 Pro Plus" userId="8a4ede6a-2f8b-4c6e-b52c-08ce3e3b5c4d" providerId="ADAL" clId="{E91601CC-018A-44E3-BE1A-FBDC3149E008}" dt="2021-09-01T04:47:15.526" v="1066"/>
        <pc:sldMkLst>
          <pc:docMk/>
          <pc:sldMk cId="4064009573" sldId="357"/>
        </pc:sldMkLst>
        <pc:spChg chg="mod">
          <ac:chgData name="365 Pro Plus" userId="8a4ede6a-2f8b-4c6e-b52c-08ce3e3b5c4d" providerId="ADAL" clId="{E91601CC-018A-44E3-BE1A-FBDC3149E008}" dt="2021-09-01T04:47:15.526" v="1066"/>
          <ac:spMkLst>
            <pc:docMk/>
            <pc:sldMk cId="4064009573" sldId="357"/>
            <ac:spMk id="2" creationId="{53DB3B9E-0946-4C05-B8FD-53181A308FB1}"/>
          </ac:spMkLst>
        </pc:spChg>
        <pc:spChg chg="mod">
          <ac:chgData name="365 Pro Plus" userId="8a4ede6a-2f8b-4c6e-b52c-08ce3e3b5c4d" providerId="ADAL" clId="{E91601CC-018A-44E3-BE1A-FBDC3149E008}" dt="2021-09-01T04:45:58.016" v="1041" actId="1076"/>
          <ac:spMkLst>
            <pc:docMk/>
            <pc:sldMk cId="4064009573" sldId="357"/>
            <ac:spMk id="3" creationId="{DDECD5AE-A79F-41A9-8EE2-614DA44944CE}"/>
          </ac:spMkLst>
        </pc:spChg>
        <pc:graphicFrameChg chg="add mod modGraphic">
          <ac:chgData name="365 Pro Plus" userId="8a4ede6a-2f8b-4c6e-b52c-08ce3e3b5c4d" providerId="ADAL" clId="{E91601CC-018A-44E3-BE1A-FBDC3149E008}" dt="2021-09-01T04:46:33.427" v="1052" actId="403"/>
          <ac:graphicFrameMkLst>
            <pc:docMk/>
            <pc:sldMk cId="4064009573" sldId="357"/>
            <ac:graphicFrameMk id="4" creationId="{4DC5FA6A-C50E-4C32-AF2A-07BC93717EA7}"/>
          </ac:graphicFrameMkLst>
        </pc:graphicFrameChg>
      </pc:sldChg>
      <pc:sldChg chg="del">
        <pc:chgData name="365 Pro Plus" userId="8a4ede6a-2f8b-4c6e-b52c-08ce3e3b5c4d" providerId="ADAL" clId="{E91601CC-018A-44E3-BE1A-FBDC3149E008}" dt="2021-08-31T17:02:46.409" v="2" actId="2696"/>
        <pc:sldMkLst>
          <pc:docMk/>
          <pc:sldMk cId="1128507640" sldId="358"/>
        </pc:sldMkLst>
      </pc:sldChg>
      <pc:sldChg chg="addSp delSp modSp add mod">
        <pc:chgData name="365 Pro Plus" userId="8a4ede6a-2f8b-4c6e-b52c-08ce3e3b5c4d" providerId="ADAL" clId="{E91601CC-018A-44E3-BE1A-FBDC3149E008}" dt="2021-09-01T04:49:55.926" v="1100" actId="404"/>
        <pc:sldMkLst>
          <pc:docMk/>
          <pc:sldMk cId="3502129480" sldId="358"/>
        </pc:sldMkLst>
        <pc:spChg chg="mod">
          <ac:chgData name="365 Pro Plus" userId="8a4ede6a-2f8b-4c6e-b52c-08ce3e3b5c4d" providerId="ADAL" clId="{E91601CC-018A-44E3-BE1A-FBDC3149E008}" dt="2021-09-01T04:47:18.071" v="1067"/>
          <ac:spMkLst>
            <pc:docMk/>
            <pc:sldMk cId="3502129480" sldId="358"/>
            <ac:spMk id="2" creationId="{53DB3B9E-0946-4C05-B8FD-53181A308FB1}"/>
          </ac:spMkLst>
        </pc:spChg>
        <pc:spChg chg="del mod">
          <ac:chgData name="365 Pro Plus" userId="8a4ede6a-2f8b-4c6e-b52c-08ce3e3b5c4d" providerId="ADAL" clId="{E91601CC-018A-44E3-BE1A-FBDC3149E008}" dt="2021-09-01T04:48:50.888" v="1078" actId="478"/>
          <ac:spMkLst>
            <pc:docMk/>
            <pc:sldMk cId="3502129480" sldId="358"/>
            <ac:spMk id="3" creationId="{DDECD5AE-A79F-41A9-8EE2-614DA44944CE}"/>
          </ac:spMkLst>
        </pc:spChg>
        <pc:spChg chg="add del">
          <ac:chgData name="365 Pro Plus" userId="8a4ede6a-2f8b-4c6e-b52c-08ce3e3b5c4d" providerId="ADAL" clId="{E91601CC-018A-44E3-BE1A-FBDC3149E008}" dt="2021-09-01T04:47:28.510" v="1070" actId="22"/>
          <ac:spMkLst>
            <pc:docMk/>
            <pc:sldMk cId="3502129480" sldId="358"/>
            <ac:spMk id="6" creationId="{07D0E658-506C-4B4E-B0D3-7FE18791B00E}"/>
          </ac:spMkLst>
        </pc:spChg>
        <pc:spChg chg="add del mod">
          <ac:chgData name="365 Pro Plus" userId="8a4ede6a-2f8b-4c6e-b52c-08ce3e3b5c4d" providerId="ADAL" clId="{E91601CC-018A-44E3-BE1A-FBDC3149E008}" dt="2021-09-01T04:48:56.682" v="1080"/>
          <ac:spMkLst>
            <pc:docMk/>
            <pc:sldMk cId="3502129480" sldId="358"/>
            <ac:spMk id="9" creationId="{B6A41A06-07CD-41CC-896A-25905007045A}"/>
          </ac:spMkLst>
        </pc:spChg>
        <pc:graphicFrameChg chg="del">
          <ac:chgData name="365 Pro Plus" userId="8a4ede6a-2f8b-4c6e-b52c-08ce3e3b5c4d" providerId="ADAL" clId="{E91601CC-018A-44E3-BE1A-FBDC3149E008}" dt="2021-09-01T04:47:26.822" v="1068" actId="478"/>
          <ac:graphicFrameMkLst>
            <pc:docMk/>
            <pc:sldMk cId="3502129480" sldId="358"/>
            <ac:graphicFrameMk id="4" creationId="{4DC5FA6A-C50E-4C32-AF2A-07BC93717EA7}"/>
          </ac:graphicFrameMkLst>
        </pc:graphicFrameChg>
        <pc:graphicFrameChg chg="add del mod modGraphic">
          <ac:chgData name="365 Pro Plus" userId="8a4ede6a-2f8b-4c6e-b52c-08ce3e3b5c4d" providerId="ADAL" clId="{E91601CC-018A-44E3-BE1A-FBDC3149E008}" dt="2021-09-01T04:48:53.888" v="1079" actId="21"/>
          <ac:graphicFrameMkLst>
            <pc:docMk/>
            <pc:sldMk cId="3502129480" sldId="358"/>
            <ac:graphicFrameMk id="7" creationId="{220B4152-01C0-479B-8B9E-D294A6080CE4}"/>
          </ac:graphicFrameMkLst>
        </pc:graphicFrameChg>
        <pc:graphicFrameChg chg="add mod modGraphic">
          <ac:chgData name="365 Pro Plus" userId="8a4ede6a-2f8b-4c6e-b52c-08ce3e3b5c4d" providerId="ADAL" clId="{E91601CC-018A-44E3-BE1A-FBDC3149E008}" dt="2021-09-01T04:49:55.926" v="1100" actId="404"/>
          <ac:graphicFrameMkLst>
            <pc:docMk/>
            <pc:sldMk cId="3502129480" sldId="358"/>
            <ac:graphicFrameMk id="10" creationId="{36CA0DAD-655F-4C4F-99B6-11115376DB4F}"/>
          </ac:graphicFrameMkLst>
        </pc:graphicFrameChg>
      </pc:sldChg>
      <pc:sldChg chg="addSp delSp modSp add mod ord">
        <pc:chgData name="365 Pro Plus" userId="8a4ede6a-2f8b-4c6e-b52c-08ce3e3b5c4d" providerId="ADAL" clId="{E91601CC-018A-44E3-BE1A-FBDC3149E008}" dt="2021-09-01T04:52:11.447" v="1132" actId="2710"/>
        <pc:sldMkLst>
          <pc:docMk/>
          <pc:sldMk cId="214165969" sldId="359"/>
        </pc:sldMkLst>
        <pc:spChg chg="mod">
          <ac:chgData name="365 Pro Plus" userId="8a4ede6a-2f8b-4c6e-b52c-08ce3e3b5c4d" providerId="ADAL" clId="{E91601CC-018A-44E3-BE1A-FBDC3149E008}" dt="2021-09-01T04:52:11.447" v="1132" actId="2710"/>
          <ac:spMkLst>
            <pc:docMk/>
            <pc:sldMk cId="214165969" sldId="359"/>
            <ac:spMk id="3" creationId="{DDECD5AE-A79F-41A9-8EE2-614DA44944CE}"/>
          </ac:spMkLst>
        </pc:spChg>
        <pc:graphicFrameChg chg="del">
          <ac:chgData name="365 Pro Plus" userId="8a4ede6a-2f8b-4c6e-b52c-08ce3e3b5c4d" providerId="ADAL" clId="{E91601CC-018A-44E3-BE1A-FBDC3149E008}" dt="2021-09-01T04:50:18.605" v="1106" actId="478"/>
          <ac:graphicFrameMkLst>
            <pc:docMk/>
            <pc:sldMk cId="214165969" sldId="359"/>
            <ac:graphicFrameMk id="4" creationId="{4DC5FA6A-C50E-4C32-AF2A-07BC93717EA7}"/>
          </ac:graphicFrameMkLst>
        </pc:graphicFrameChg>
        <pc:graphicFrameChg chg="add mod modGraphic">
          <ac:chgData name="365 Pro Plus" userId="8a4ede6a-2f8b-4c6e-b52c-08ce3e3b5c4d" providerId="ADAL" clId="{E91601CC-018A-44E3-BE1A-FBDC3149E008}" dt="2021-09-01T04:50:51.157" v="1117" actId="113"/>
          <ac:graphicFrameMkLst>
            <pc:docMk/>
            <pc:sldMk cId="214165969" sldId="359"/>
            <ac:graphicFrameMk id="5" creationId="{8E908DC5-02E7-4650-821B-C96FB118957E}"/>
          </ac:graphicFrameMkLst>
        </pc:graphicFrameChg>
      </pc:sldChg>
      <pc:sldChg chg="add del">
        <pc:chgData name="365 Pro Plus" userId="8a4ede6a-2f8b-4c6e-b52c-08ce3e3b5c4d" providerId="ADAL" clId="{E91601CC-018A-44E3-BE1A-FBDC3149E008}" dt="2021-09-01T04:50:11.563" v="1102" actId="2890"/>
        <pc:sldMkLst>
          <pc:docMk/>
          <pc:sldMk cId="323239496" sldId="359"/>
        </pc:sldMkLst>
      </pc:sldChg>
      <pc:sldChg chg="del">
        <pc:chgData name="365 Pro Plus" userId="8a4ede6a-2f8b-4c6e-b52c-08ce3e3b5c4d" providerId="ADAL" clId="{E91601CC-018A-44E3-BE1A-FBDC3149E008}" dt="2021-08-31T17:02:46.409" v="2" actId="2696"/>
        <pc:sldMkLst>
          <pc:docMk/>
          <pc:sldMk cId="3331582453" sldId="359"/>
        </pc:sldMkLst>
      </pc:sldChg>
      <pc:sldChg chg="modSp add mod ord">
        <pc:chgData name="365 Pro Plus" userId="8a4ede6a-2f8b-4c6e-b52c-08ce3e3b5c4d" providerId="ADAL" clId="{E91601CC-018A-44E3-BE1A-FBDC3149E008}" dt="2021-09-01T04:53:05.549" v="1144" actId="20577"/>
        <pc:sldMkLst>
          <pc:docMk/>
          <pc:sldMk cId="683689106" sldId="360"/>
        </pc:sldMkLst>
        <pc:spChg chg="mod">
          <ac:chgData name="365 Pro Plus" userId="8a4ede6a-2f8b-4c6e-b52c-08ce3e3b5c4d" providerId="ADAL" clId="{E91601CC-018A-44E3-BE1A-FBDC3149E008}" dt="2021-09-01T04:53:05.549" v="1144" actId="20577"/>
          <ac:spMkLst>
            <pc:docMk/>
            <pc:sldMk cId="683689106" sldId="360"/>
            <ac:spMk id="2" creationId="{0A98D763-1B09-4579-9FDE-876D5F6D6527}"/>
          </ac:spMkLst>
        </pc:spChg>
      </pc:sldChg>
      <pc:sldChg chg="delSp modSp add mod ord">
        <pc:chgData name="365 Pro Plus" userId="8a4ede6a-2f8b-4c6e-b52c-08ce3e3b5c4d" providerId="ADAL" clId="{E91601CC-018A-44E3-BE1A-FBDC3149E008}" dt="2021-09-01T05:10:29.582" v="2091" actId="20578"/>
        <pc:sldMkLst>
          <pc:docMk/>
          <pc:sldMk cId="210611700" sldId="361"/>
        </pc:sldMkLst>
        <pc:spChg chg="mod">
          <ac:chgData name="365 Pro Plus" userId="8a4ede6a-2f8b-4c6e-b52c-08ce3e3b5c4d" providerId="ADAL" clId="{E91601CC-018A-44E3-BE1A-FBDC3149E008}" dt="2021-09-01T04:54:00.866" v="1185" actId="20577"/>
          <ac:spMkLst>
            <pc:docMk/>
            <pc:sldMk cId="210611700" sldId="361"/>
            <ac:spMk id="2" creationId="{53DB3B9E-0946-4C05-B8FD-53181A308FB1}"/>
          </ac:spMkLst>
        </pc:spChg>
        <pc:spChg chg="mod">
          <ac:chgData name="365 Pro Plus" userId="8a4ede6a-2f8b-4c6e-b52c-08ce3e3b5c4d" providerId="ADAL" clId="{E91601CC-018A-44E3-BE1A-FBDC3149E008}" dt="2021-09-01T04:56:50.535" v="1580" actId="20577"/>
          <ac:spMkLst>
            <pc:docMk/>
            <pc:sldMk cId="210611700" sldId="361"/>
            <ac:spMk id="3" creationId="{DDECD5AE-A79F-41A9-8EE2-614DA44944CE}"/>
          </ac:spMkLst>
        </pc:spChg>
        <pc:graphicFrameChg chg="del">
          <ac:chgData name="365 Pro Plus" userId="8a4ede6a-2f8b-4c6e-b52c-08ce3e3b5c4d" providerId="ADAL" clId="{E91601CC-018A-44E3-BE1A-FBDC3149E008}" dt="2021-09-01T04:54:25.686" v="1228" actId="478"/>
          <ac:graphicFrameMkLst>
            <pc:docMk/>
            <pc:sldMk cId="210611700" sldId="361"/>
            <ac:graphicFrameMk id="5" creationId="{8E908DC5-02E7-4650-821B-C96FB118957E}"/>
          </ac:graphicFrameMkLst>
        </pc:graphicFrameChg>
      </pc:sldChg>
      <pc:sldChg chg="modSp add del mod ord">
        <pc:chgData name="365 Pro Plus" userId="8a4ede6a-2f8b-4c6e-b52c-08ce3e3b5c4d" providerId="ADAL" clId="{E91601CC-018A-44E3-BE1A-FBDC3149E008}" dt="2021-09-01T05:10:31.207" v="2093" actId="47"/>
        <pc:sldMkLst>
          <pc:docMk/>
          <pc:sldMk cId="3760441534" sldId="362"/>
        </pc:sldMkLst>
        <pc:spChg chg="mod">
          <ac:chgData name="365 Pro Plus" userId="8a4ede6a-2f8b-4c6e-b52c-08ce3e3b5c4d" providerId="ADAL" clId="{E91601CC-018A-44E3-BE1A-FBDC3149E008}" dt="2021-09-01T05:02:06.407" v="1725" actId="20577"/>
          <ac:spMkLst>
            <pc:docMk/>
            <pc:sldMk cId="3760441534" sldId="362"/>
            <ac:spMk id="2" creationId="{53DB3B9E-0946-4C05-B8FD-53181A308FB1}"/>
          </ac:spMkLst>
        </pc:spChg>
        <pc:spChg chg="mod">
          <ac:chgData name="365 Pro Plus" userId="8a4ede6a-2f8b-4c6e-b52c-08ce3e3b5c4d" providerId="ADAL" clId="{E91601CC-018A-44E3-BE1A-FBDC3149E008}" dt="2021-09-01T05:09:59.628" v="2086" actId="27636"/>
          <ac:spMkLst>
            <pc:docMk/>
            <pc:sldMk cId="3760441534" sldId="362"/>
            <ac:spMk id="3" creationId="{DDECD5AE-A79F-41A9-8EE2-614DA44944C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9e48e6bc6a_0_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9e48e6bc6a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en-US" dirty="0"/>
          </a:p>
        </p:txBody>
      </p:sp>
      <p:sp>
        <p:nvSpPr>
          <p:cNvPr id="4" name="Tampungan Nomor Slide 3"/>
          <p:cNvSpPr>
            <a:spLocks noGrp="1"/>
          </p:cNvSpPr>
          <p:nvPr>
            <p:ph type="sldNum" sz="quarter" idx="5"/>
          </p:nvPr>
        </p:nvSpPr>
        <p:spPr/>
        <p:txBody>
          <a:bodyPr/>
          <a:lstStyle/>
          <a:p>
            <a:fld id="{9F60FB5C-5957-4F16-BB4C-AC3C5E32DD7A}" type="slidenum">
              <a:rPr lang="en-US" smtClean="0"/>
              <a:t>7</a:t>
            </a:fld>
            <a:endParaRPr lang="en-US"/>
          </a:p>
        </p:txBody>
      </p:sp>
    </p:spTree>
    <p:extLst>
      <p:ext uri="{BB962C8B-B14F-4D97-AF65-F5344CB8AC3E}">
        <p14:creationId xmlns:p14="http://schemas.microsoft.com/office/powerpoint/2010/main" val="1835874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r>
              <a:rPr lang="id-ID" dirty="0"/>
              <a:t>Perbedaan antara parameter dan </a:t>
            </a:r>
            <a:r>
              <a:rPr lang="id-ID" dirty="0" err="1"/>
              <a:t>hyperparameter</a:t>
            </a:r>
            <a:endParaRPr lang="en-US" dirty="0"/>
          </a:p>
        </p:txBody>
      </p:sp>
      <p:sp>
        <p:nvSpPr>
          <p:cNvPr id="4" name="Tampungan Nomor Slide 3"/>
          <p:cNvSpPr>
            <a:spLocks noGrp="1"/>
          </p:cNvSpPr>
          <p:nvPr>
            <p:ph type="sldNum" sz="quarter" idx="5"/>
          </p:nvPr>
        </p:nvSpPr>
        <p:spPr/>
        <p:txBody>
          <a:bodyPr/>
          <a:lstStyle/>
          <a:p>
            <a:fld id="{9F60FB5C-5957-4F16-BB4C-AC3C5E32DD7A}" type="slidenum">
              <a:rPr lang="en-US" smtClean="0"/>
              <a:t>43</a:t>
            </a:fld>
            <a:endParaRPr lang="en-US"/>
          </a:p>
        </p:txBody>
      </p:sp>
    </p:spTree>
    <p:extLst>
      <p:ext uri="{BB962C8B-B14F-4D97-AF65-F5344CB8AC3E}">
        <p14:creationId xmlns:p14="http://schemas.microsoft.com/office/powerpoint/2010/main" val="2624544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Judul">
    <p:spTree>
      <p:nvGrpSpPr>
        <p:cNvPr id="1" name=""/>
        <p:cNvGrpSpPr/>
        <p:nvPr/>
      </p:nvGrpSpPr>
      <p:grpSpPr>
        <a:xfrm>
          <a:off x="0" y="0"/>
          <a:ext cx="0" cy="0"/>
          <a:chOff x="0" y="0"/>
          <a:chExt cx="0" cy="0"/>
        </a:xfrm>
      </p:grpSpPr>
      <p:sp>
        <p:nvSpPr>
          <p:cNvPr id="2" name="Title 1"/>
          <p:cNvSpPr>
            <a:spLocks noGrp="1"/>
          </p:cNvSpPr>
          <p:nvPr>
            <p:ph type="ctrTitle"/>
          </p:nvPr>
        </p:nvSpPr>
        <p:spPr>
          <a:xfrm>
            <a:off x="514350" y="841772"/>
            <a:ext cx="5829300" cy="1790700"/>
          </a:xfrm>
        </p:spPr>
        <p:txBody>
          <a:bodyPr anchor="b"/>
          <a:lstStyle>
            <a:lvl1pPr algn="ctr">
              <a:defRPr sz="4500"/>
            </a:lvl1pPr>
          </a:lstStyle>
          <a:p>
            <a:r>
              <a:rPr lang="id-ID"/>
              <a:t>Klik untuk mengedit gaya judul Master</a:t>
            </a:r>
            <a:endParaRPr lang="en-US" dirty="0"/>
          </a:p>
        </p:txBody>
      </p:sp>
      <p:sp>
        <p:nvSpPr>
          <p:cNvPr id="3" name="Subtitle 2"/>
          <p:cNvSpPr>
            <a:spLocks noGrp="1"/>
          </p:cNvSpPr>
          <p:nvPr>
            <p:ph type="subTitle" idx="1"/>
          </p:nvPr>
        </p:nvSpPr>
        <p:spPr>
          <a:xfrm>
            <a:off x="857250" y="2701528"/>
            <a:ext cx="51435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id-ID"/>
              <a:t>Klik untuk mengedit gaya subjudul Master</a:t>
            </a:r>
            <a:endParaRPr lang="en-US" dirty="0"/>
          </a:p>
        </p:txBody>
      </p:sp>
      <p:sp>
        <p:nvSpPr>
          <p:cNvPr id="4" name="Date Placeholder 3"/>
          <p:cNvSpPr>
            <a:spLocks noGrp="1"/>
          </p:cNvSpPr>
          <p:nvPr>
            <p:ph type="dt" sz="half" idx="10"/>
          </p:nvPr>
        </p:nvSpPr>
        <p:spPr/>
        <p:txBody>
          <a:bodyPr/>
          <a:lstStyle/>
          <a:p>
            <a:fld id="{31F6E062-67E0-47D5-85D6-231AEA72DD1B}" type="datetimeFigureOut">
              <a:rPr lang="id-ID" smtClean="0"/>
              <a:t>08/09/2021</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00000000-1234-1234-1234-123412341234}" type="slidenum">
              <a:rPr lang="id" smtClean="0"/>
              <a:pPr/>
              <a:t>‹#›</a:t>
            </a:fld>
            <a:endParaRPr lang="id"/>
          </a:p>
        </p:txBody>
      </p:sp>
    </p:spTree>
    <p:extLst>
      <p:ext uri="{BB962C8B-B14F-4D97-AF65-F5344CB8AC3E}">
        <p14:creationId xmlns:p14="http://schemas.microsoft.com/office/powerpoint/2010/main" val="40905958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Judul dan Kont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a:t>Klik untuk mengedit gaya judul Master</a:t>
            </a:r>
            <a:endParaRPr lang="en-US" dirty="0"/>
          </a:p>
        </p:txBody>
      </p:sp>
      <p:sp>
        <p:nvSpPr>
          <p:cNvPr id="3" name="Content Placeholder 2"/>
          <p:cNvSpPr>
            <a:spLocks noGrp="1"/>
          </p:cNvSpPr>
          <p:nvPr>
            <p:ph idx="1"/>
          </p:nvPr>
        </p:nvSpPr>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4" name="Date Placeholder 3"/>
          <p:cNvSpPr>
            <a:spLocks noGrp="1"/>
          </p:cNvSpPr>
          <p:nvPr>
            <p:ph type="dt" sz="half" idx="10"/>
          </p:nvPr>
        </p:nvSpPr>
        <p:spPr/>
        <p:txBody>
          <a:bodyPr/>
          <a:lstStyle/>
          <a:p>
            <a:fld id="{31F6E062-67E0-47D5-85D6-231AEA72DD1B}" type="datetimeFigureOut">
              <a:rPr lang="id-ID" smtClean="0"/>
              <a:t>08/09/2021</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00000000-1234-1234-1234-123412341234}" type="slidenum">
              <a:rPr lang="id" smtClean="0"/>
              <a:pPr/>
              <a:t>‹#›</a:t>
            </a:fld>
            <a:endParaRPr lang="id"/>
          </a:p>
        </p:txBody>
      </p:sp>
    </p:spTree>
    <p:extLst>
      <p:ext uri="{BB962C8B-B14F-4D97-AF65-F5344CB8AC3E}">
        <p14:creationId xmlns:p14="http://schemas.microsoft.com/office/powerpoint/2010/main" val="412381250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Header Bagian">
    <p:spTree>
      <p:nvGrpSpPr>
        <p:cNvPr id="1" name=""/>
        <p:cNvGrpSpPr/>
        <p:nvPr/>
      </p:nvGrpSpPr>
      <p:grpSpPr>
        <a:xfrm>
          <a:off x="0" y="0"/>
          <a:ext cx="0" cy="0"/>
          <a:chOff x="0" y="0"/>
          <a:chExt cx="0" cy="0"/>
        </a:xfrm>
      </p:grpSpPr>
      <p:sp>
        <p:nvSpPr>
          <p:cNvPr id="2" name="Title 1"/>
          <p:cNvSpPr>
            <a:spLocks noGrp="1"/>
          </p:cNvSpPr>
          <p:nvPr>
            <p:ph type="title"/>
          </p:nvPr>
        </p:nvSpPr>
        <p:spPr>
          <a:xfrm>
            <a:off x="467916" y="1282305"/>
            <a:ext cx="5915025" cy="2139553"/>
          </a:xfrm>
        </p:spPr>
        <p:txBody>
          <a:bodyPr anchor="b"/>
          <a:lstStyle>
            <a:lvl1pPr>
              <a:defRPr sz="4500"/>
            </a:lvl1pPr>
          </a:lstStyle>
          <a:p>
            <a:r>
              <a:rPr lang="id-ID"/>
              <a:t>Klik untuk mengedit gaya judul Master</a:t>
            </a:r>
            <a:endParaRPr lang="en-US" dirty="0"/>
          </a:p>
        </p:txBody>
      </p:sp>
      <p:sp>
        <p:nvSpPr>
          <p:cNvPr id="3" name="Text Placeholder 2"/>
          <p:cNvSpPr>
            <a:spLocks noGrp="1"/>
          </p:cNvSpPr>
          <p:nvPr>
            <p:ph type="body" idx="1"/>
          </p:nvPr>
        </p:nvSpPr>
        <p:spPr>
          <a:xfrm>
            <a:off x="467916" y="3442099"/>
            <a:ext cx="5915025" cy="1125140"/>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id-ID"/>
              <a:t>Klik untuk edit gaya teks Master</a:t>
            </a:r>
          </a:p>
        </p:txBody>
      </p:sp>
      <p:sp>
        <p:nvSpPr>
          <p:cNvPr id="4" name="Date Placeholder 3"/>
          <p:cNvSpPr>
            <a:spLocks noGrp="1"/>
          </p:cNvSpPr>
          <p:nvPr>
            <p:ph type="dt" sz="half" idx="10"/>
          </p:nvPr>
        </p:nvSpPr>
        <p:spPr/>
        <p:txBody>
          <a:bodyPr/>
          <a:lstStyle/>
          <a:p>
            <a:fld id="{31F6E062-67E0-47D5-85D6-231AEA72DD1B}" type="datetimeFigureOut">
              <a:rPr lang="id-ID" smtClean="0"/>
              <a:t>08/09/2021</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00000000-1234-1234-1234-123412341234}" type="slidenum">
              <a:rPr lang="id" smtClean="0"/>
              <a:pPr/>
              <a:t>‹#›</a:t>
            </a:fld>
            <a:endParaRPr lang="id"/>
          </a:p>
        </p:txBody>
      </p:sp>
    </p:spTree>
    <p:extLst>
      <p:ext uri="{BB962C8B-B14F-4D97-AF65-F5344CB8AC3E}">
        <p14:creationId xmlns:p14="http://schemas.microsoft.com/office/powerpoint/2010/main" val="88607269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 Kont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a:t>Klik untuk mengedit gaya judul Master</a:t>
            </a:r>
            <a:endParaRPr lang="en-US" dirty="0"/>
          </a:p>
        </p:txBody>
      </p:sp>
      <p:sp>
        <p:nvSpPr>
          <p:cNvPr id="3" name="Content Placeholder 2"/>
          <p:cNvSpPr>
            <a:spLocks noGrp="1"/>
          </p:cNvSpPr>
          <p:nvPr>
            <p:ph sz="half" idx="1"/>
          </p:nvPr>
        </p:nvSpPr>
        <p:spPr>
          <a:xfrm>
            <a:off x="471488" y="1369219"/>
            <a:ext cx="2914650" cy="3263504"/>
          </a:xfrm>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4" name="Content Placeholder 3"/>
          <p:cNvSpPr>
            <a:spLocks noGrp="1"/>
          </p:cNvSpPr>
          <p:nvPr>
            <p:ph sz="half" idx="2"/>
          </p:nvPr>
        </p:nvSpPr>
        <p:spPr>
          <a:xfrm>
            <a:off x="3471863" y="1369219"/>
            <a:ext cx="2914650" cy="3263504"/>
          </a:xfrm>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5" name="Date Placeholder 4"/>
          <p:cNvSpPr>
            <a:spLocks noGrp="1"/>
          </p:cNvSpPr>
          <p:nvPr>
            <p:ph type="dt" sz="half" idx="10"/>
          </p:nvPr>
        </p:nvSpPr>
        <p:spPr/>
        <p:txBody>
          <a:bodyPr/>
          <a:lstStyle/>
          <a:p>
            <a:fld id="{31F6E062-67E0-47D5-85D6-231AEA72DD1B}" type="datetimeFigureOut">
              <a:rPr lang="id-ID" smtClean="0"/>
              <a:t>08/09/2021</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00000000-1234-1234-1234-123412341234}" type="slidenum">
              <a:rPr lang="id" smtClean="0"/>
              <a:pPr/>
              <a:t>‹#›</a:t>
            </a:fld>
            <a:endParaRPr lang="id"/>
          </a:p>
        </p:txBody>
      </p:sp>
    </p:spTree>
    <p:extLst>
      <p:ext uri="{BB962C8B-B14F-4D97-AF65-F5344CB8AC3E}">
        <p14:creationId xmlns:p14="http://schemas.microsoft.com/office/powerpoint/2010/main" val="256127913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erbandingan">
    <p:spTree>
      <p:nvGrpSpPr>
        <p:cNvPr id="1" name=""/>
        <p:cNvGrpSpPr/>
        <p:nvPr/>
      </p:nvGrpSpPr>
      <p:grpSpPr>
        <a:xfrm>
          <a:off x="0" y="0"/>
          <a:ext cx="0" cy="0"/>
          <a:chOff x="0" y="0"/>
          <a:chExt cx="0" cy="0"/>
        </a:xfrm>
      </p:grpSpPr>
      <p:sp>
        <p:nvSpPr>
          <p:cNvPr id="2" name="Title 1"/>
          <p:cNvSpPr>
            <a:spLocks noGrp="1"/>
          </p:cNvSpPr>
          <p:nvPr>
            <p:ph type="title"/>
          </p:nvPr>
        </p:nvSpPr>
        <p:spPr>
          <a:xfrm>
            <a:off x="472381" y="273845"/>
            <a:ext cx="5915025" cy="994172"/>
          </a:xfrm>
        </p:spPr>
        <p:txBody>
          <a:bodyPr/>
          <a:lstStyle/>
          <a:p>
            <a:r>
              <a:rPr lang="id-ID"/>
              <a:t>Klik untuk mengedit gaya judul Master</a:t>
            </a:r>
            <a:endParaRPr lang="en-US" dirty="0"/>
          </a:p>
        </p:txBody>
      </p:sp>
      <p:sp>
        <p:nvSpPr>
          <p:cNvPr id="3" name="Text Placeholder 2"/>
          <p:cNvSpPr>
            <a:spLocks noGrp="1"/>
          </p:cNvSpPr>
          <p:nvPr>
            <p:ph type="body" idx="1"/>
          </p:nvPr>
        </p:nvSpPr>
        <p:spPr>
          <a:xfrm>
            <a:off x="472381" y="1260872"/>
            <a:ext cx="2901255"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d-ID"/>
              <a:t>Klik untuk edit gaya teks Master</a:t>
            </a:r>
          </a:p>
        </p:txBody>
      </p:sp>
      <p:sp>
        <p:nvSpPr>
          <p:cNvPr id="4" name="Content Placeholder 3"/>
          <p:cNvSpPr>
            <a:spLocks noGrp="1"/>
          </p:cNvSpPr>
          <p:nvPr>
            <p:ph sz="half" idx="2"/>
          </p:nvPr>
        </p:nvSpPr>
        <p:spPr>
          <a:xfrm>
            <a:off x="472381" y="1878806"/>
            <a:ext cx="2901255" cy="2763441"/>
          </a:xfrm>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5" name="Text Placeholder 4"/>
          <p:cNvSpPr>
            <a:spLocks noGrp="1"/>
          </p:cNvSpPr>
          <p:nvPr>
            <p:ph type="body" sz="quarter" idx="3"/>
          </p:nvPr>
        </p:nvSpPr>
        <p:spPr>
          <a:xfrm>
            <a:off x="3471863" y="1260872"/>
            <a:ext cx="2915543"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d-ID"/>
              <a:t>Klik untuk edit gaya teks Master</a:t>
            </a:r>
          </a:p>
        </p:txBody>
      </p:sp>
      <p:sp>
        <p:nvSpPr>
          <p:cNvPr id="6" name="Content Placeholder 5"/>
          <p:cNvSpPr>
            <a:spLocks noGrp="1"/>
          </p:cNvSpPr>
          <p:nvPr>
            <p:ph sz="quarter" idx="4"/>
          </p:nvPr>
        </p:nvSpPr>
        <p:spPr>
          <a:xfrm>
            <a:off x="3471863" y="1878806"/>
            <a:ext cx="2915543" cy="2763441"/>
          </a:xfrm>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7" name="Date Placeholder 6"/>
          <p:cNvSpPr>
            <a:spLocks noGrp="1"/>
          </p:cNvSpPr>
          <p:nvPr>
            <p:ph type="dt" sz="half" idx="10"/>
          </p:nvPr>
        </p:nvSpPr>
        <p:spPr/>
        <p:txBody>
          <a:bodyPr/>
          <a:lstStyle/>
          <a:p>
            <a:fld id="{31F6E062-67E0-47D5-85D6-231AEA72DD1B}" type="datetimeFigureOut">
              <a:rPr lang="id-ID" smtClean="0"/>
              <a:t>08/09/2021</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00000000-1234-1234-1234-123412341234}" type="slidenum">
              <a:rPr lang="id" smtClean="0"/>
              <a:pPr/>
              <a:t>‹#›</a:t>
            </a:fld>
            <a:endParaRPr lang="id"/>
          </a:p>
        </p:txBody>
      </p:sp>
    </p:spTree>
    <p:extLst>
      <p:ext uri="{BB962C8B-B14F-4D97-AF65-F5344CB8AC3E}">
        <p14:creationId xmlns:p14="http://schemas.microsoft.com/office/powerpoint/2010/main" val="327867174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udul Saj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a:t>Klik untuk mengedit gaya judul Master</a:t>
            </a:r>
            <a:endParaRPr lang="en-US" dirty="0"/>
          </a:p>
        </p:txBody>
      </p:sp>
      <p:sp>
        <p:nvSpPr>
          <p:cNvPr id="3" name="Date Placeholder 2"/>
          <p:cNvSpPr>
            <a:spLocks noGrp="1"/>
          </p:cNvSpPr>
          <p:nvPr>
            <p:ph type="dt" sz="half" idx="10"/>
          </p:nvPr>
        </p:nvSpPr>
        <p:spPr/>
        <p:txBody>
          <a:bodyPr/>
          <a:lstStyle/>
          <a:p>
            <a:fld id="{31F6E062-67E0-47D5-85D6-231AEA72DD1B}" type="datetimeFigureOut">
              <a:rPr lang="id-ID" smtClean="0"/>
              <a:t>08/09/2021</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00000000-1234-1234-1234-123412341234}" type="slidenum">
              <a:rPr lang="id" smtClean="0"/>
              <a:pPr/>
              <a:t>‹#›</a:t>
            </a:fld>
            <a:endParaRPr lang="id"/>
          </a:p>
        </p:txBody>
      </p:sp>
    </p:spTree>
    <p:extLst>
      <p:ext uri="{BB962C8B-B14F-4D97-AF65-F5344CB8AC3E}">
        <p14:creationId xmlns:p14="http://schemas.microsoft.com/office/powerpoint/2010/main" val="26953811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Koson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F6E062-67E0-47D5-85D6-231AEA72DD1B}" type="datetimeFigureOut">
              <a:rPr lang="id-ID" smtClean="0"/>
              <a:t>08/09/2021</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00000000-1234-1234-1234-123412341234}" type="slidenum">
              <a:rPr lang="id" smtClean="0"/>
              <a:pPr/>
              <a:t>‹#›</a:t>
            </a:fld>
            <a:endParaRPr lang="id"/>
          </a:p>
        </p:txBody>
      </p:sp>
    </p:spTree>
    <p:extLst>
      <p:ext uri="{BB962C8B-B14F-4D97-AF65-F5344CB8AC3E}">
        <p14:creationId xmlns:p14="http://schemas.microsoft.com/office/powerpoint/2010/main" val="146868673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Konten dengan Keterangan">
    <p:spTree>
      <p:nvGrpSpPr>
        <p:cNvPr id="1" name=""/>
        <p:cNvGrpSpPr/>
        <p:nvPr/>
      </p:nvGrpSpPr>
      <p:grpSpPr>
        <a:xfrm>
          <a:off x="0" y="0"/>
          <a:ext cx="0" cy="0"/>
          <a:chOff x="0" y="0"/>
          <a:chExt cx="0" cy="0"/>
        </a:xfrm>
      </p:grpSpPr>
      <p:sp>
        <p:nvSpPr>
          <p:cNvPr id="2" name="Title 1"/>
          <p:cNvSpPr>
            <a:spLocks noGrp="1"/>
          </p:cNvSpPr>
          <p:nvPr>
            <p:ph type="title"/>
          </p:nvPr>
        </p:nvSpPr>
        <p:spPr>
          <a:xfrm>
            <a:off x="472381" y="342900"/>
            <a:ext cx="2211884" cy="1200150"/>
          </a:xfrm>
        </p:spPr>
        <p:txBody>
          <a:bodyPr anchor="b"/>
          <a:lstStyle>
            <a:lvl1pPr>
              <a:defRPr sz="2400"/>
            </a:lvl1pPr>
          </a:lstStyle>
          <a:p>
            <a:r>
              <a:rPr lang="id-ID"/>
              <a:t>Klik untuk mengedit gaya judul Master</a:t>
            </a:r>
            <a:endParaRPr lang="en-US" dirty="0"/>
          </a:p>
        </p:txBody>
      </p:sp>
      <p:sp>
        <p:nvSpPr>
          <p:cNvPr id="3" name="Content Placeholder 2"/>
          <p:cNvSpPr>
            <a:spLocks noGrp="1"/>
          </p:cNvSpPr>
          <p:nvPr>
            <p:ph idx="1"/>
          </p:nvPr>
        </p:nvSpPr>
        <p:spPr>
          <a:xfrm>
            <a:off x="2915543" y="740570"/>
            <a:ext cx="3471863"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4" name="Text Placeholder 3"/>
          <p:cNvSpPr>
            <a:spLocks noGrp="1"/>
          </p:cNvSpPr>
          <p:nvPr>
            <p:ph type="body" sz="half" idx="2"/>
          </p:nvPr>
        </p:nvSpPr>
        <p:spPr>
          <a:xfrm>
            <a:off x="472381" y="1543050"/>
            <a:ext cx="2211884"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d-ID"/>
              <a:t>Klik untuk edit gaya teks Master</a:t>
            </a:r>
          </a:p>
        </p:txBody>
      </p:sp>
      <p:sp>
        <p:nvSpPr>
          <p:cNvPr id="5" name="Date Placeholder 4"/>
          <p:cNvSpPr>
            <a:spLocks noGrp="1"/>
          </p:cNvSpPr>
          <p:nvPr>
            <p:ph type="dt" sz="half" idx="10"/>
          </p:nvPr>
        </p:nvSpPr>
        <p:spPr/>
        <p:txBody>
          <a:bodyPr/>
          <a:lstStyle/>
          <a:p>
            <a:fld id="{31F6E062-67E0-47D5-85D6-231AEA72DD1B}" type="datetimeFigureOut">
              <a:rPr lang="id-ID" smtClean="0"/>
              <a:t>08/09/2021</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00000000-1234-1234-1234-123412341234}" type="slidenum">
              <a:rPr lang="id" smtClean="0"/>
              <a:pPr/>
              <a:t>‹#›</a:t>
            </a:fld>
            <a:endParaRPr lang="id"/>
          </a:p>
        </p:txBody>
      </p:sp>
    </p:spTree>
    <p:extLst>
      <p:ext uri="{BB962C8B-B14F-4D97-AF65-F5344CB8AC3E}">
        <p14:creationId xmlns:p14="http://schemas.microsoft.com/office/powerpoint/2010/main" val="172966220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Gambar dengan Keterangan">
    <p:spTree>
      <p:nvGrpSpPr>
        <p:cNvPr id="1" name=""/>
        <p:cNvGrpSpPr/>
        <p:nvPr/>
      </p:nvGrpSpPr>
      <p:grpSpPr>
        <a:xfrm>
          <a:off x="0" y="0"/>
          <a:ext cx="0" cy="0"/>
          <a:chOff x="0" y="0"/>
          <a:chExt cx="0" cy="0"/>
        </a:xfrm>
      </p:grpSpPr>
      <p:sp>
        <p:nvSpPr>
          <p:cNvPr id="2" name="Title 1"/>
          <p:cNvSpPr>
            <a:spLocks noGrp="1"/>
          </p:cNvSpPr>
          <p:nvPr>
            <p:ph type="title"/>
          </p:nvPr>
        </p:nvSpPr>
        <p:spPr>
          <a:xfrm>
            <a:off x="472381" y="342900"/>
            <a:ext cx="2211884" cy="1200150"/>
          </a:xfrm>
        </p:spPr>
        <p:txBody>
          <a:bodyPr anchor="b"/>
          <a:lstStyle>
            <a:lvl1pPr>
              <a:defRPr sz="2400"/>
            </a:lvl1pPr>
          </a:lstStyle>
          <a:p>
            <a:r>
              <a:rPr lang="id-ID"/>
              <a:t>Klik untuk mengedit gaya judul Master</a:t>
            </a:r>
            <a:endParaRPr lang="en-US" dirty="0"/>
          </a:p>
        </p:txBody>
      </p:sp>
      <p:sp>
        <p:nvSpPr>
          <p:cNvPr id="3" name="Picture Placeholder 2"/>
          <p:cNvSpPr>
            <a:spLocks noGrp="1" noChangeAspect="1"/>
          </p:cNvSpPr>
          <p:nvPr>
            <p:ph type="pic" idx="1"/>
          </p:nvPr>
        </p:nvSpPr>
        <p:spPr>
          <a:xfrm>
            <a:off x="2915543" y="740570"/>
            <a:ext cx="3471863"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id-ID"/>
              <a:t>Klik ikon untuk menambahkan gambar</a:t>
            </a:r>
            <a:endParaRPr lang="en-US" dirty="0"/>
          </a:p>
        </p:txBody>
      </p:sp>
      <p:sp>
        <p:nvSpPr>
          <p:cNvPr id="4" name="Text Placeholder 3"/>
          <p:cNvSpPr>
            <a:spLocks noGrp="1"/>
          </p:cNvSpPr>
          <p:nvPr>
            <p:ph type="body" sz="half" idx="2"/>
          </p:nvPr>
        </p:nvSpPr>
        <p:spPr>
          <a:xfrm>
            <a:off x="472381" y="1543050"/>
            <a:ext cx="2211884"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d-ID"/>
              <a:t>Klik untuk edit gaya teks Master</a:t>
            </a:r>
          </a:p>
        </p:txBody>
      </p:sp>
      <p:sp>
        <p:nvSpPr>
          <p:cNvPr id="5" name="Date Placeholder 4"/>
          <p:cNvSpPr>
            <a:spLocks noGrp="1"/>
          </p:cNvSpPr>
          <p:nvPr>
            <p:ph type="dt" sz="half" idx="10"/>
          </p:nvPr>
        </p:nvSpPr>
        <p:spPr/>
        <p:txBody>
          <a:bodyPr/>
          <a:lstStyle/>
          <a:p>
            <a:fld id="{31F6E062-67E0-47D5-85D6-231AEA72DD1B}" type="datetimeFigureOut">
              <a:rPr lang="id-ID" smtClean="0"/>
              <a:t>08/09/2021</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00000000-1234-1234-1234-123412341234}" type="slidenum">
              <a:rPr lang="id" smtClean="0"/>
              <a:pPr/>
              <a:t>‹#›</a:t>
            </a:fld>
            <a:endParaRPr lang="id"/>
          </a:p>
        </p:txBody>
      </p:sp>
    </p:spTree>
    <p:extLst>
      <p:ext uri="{BB962C8B-B14F-4D97-AF65-F5344CB8AC3E}">
        <p14:creationId xmlns:p14="http://schemas.microsoft.com/office/powerpoint/2010/main" val="349785834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Judul dan Teks Vertik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a:t>Klik untuk mengedit gaya judul Master</a:t>
            </a:r>
            <a:endParaRPr lang="en-US" dirty="0"/>
          </a:p>
        </p:txBody>
      </p:sp>
      <p:sp>
        <p:nvSpPr>
          <p:cNvPr id="3" name="Vertical Text Placeholder 2"/>
          <p:cNvSpPr>
            <a:spLocks noGrp="1"/>
          </p:cNvSpPr>
          <p:nvPr>
            <p:ph type="body" orient="vert" idx="1"/>
          </p:nvPr>
        </p:nvSpPr>
        <p:spPr/>
        <p:txBody>
          <a:bodyPr vert="eaVert"/>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4" name="Date Placeholder 3"/>
          <p:cNvSpPr>
            <a:spLocks noGrp="1"/>
          </p:cNvSpPr>
          <p:nvPr>
            <p:ph type="dt" sz="half" idx="10"/>
          </p:nvPr>
        </p:nvSpPr>
        <p:spPr/>
        <p:txBody>
          <a:bodyPr/>
          <a:lstStyle/>
          <a:p>
            <a:fld id="{31F6E062-67E0-47D5-85D6-231AEA72DD1B}" type="datetimeFigureOut">
              <a:rPr lang="id-ID" smtClean="0"/>
              <a:t>08/09/2021</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00000000-1234-1234-1234-123412341234}" type="slidenum">
              <a:rPr lang="id" smtClean="0"/>
              <a:pPr/>
              <a:t>‹#›</a:t>
            </a:fld>
            <a:endParaRPr lang="id"/>
          </a:p>
        </p:txBody>
      </p:sp>
    </p:spTree>
    <p:extLst>
      <p:ext uri="{BB962C8B-B14F-4D97-AF65-F5344CB8AC3E}">
        <p14:creationId xmlns:p14="http://schemas.microsoft.com/office/powerpoint/2010/main" val="392311355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Judul Vertikal dan Teks">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273844"/>
            <a:ext cx="1478756" cy="4358879"/>
          </a:xfrm>
        </p:spPr>
        <p:txBody>
          <a:bodyPr vert="eaVert"/>
          <a:lstStyle/>
          <a:p>
            <a:r>
              <a:rPr lang="id-ID"/>
              <a:t>Klik untuk mengedit gaya judul Master</a:t>
            </a:r>
            <a:endParaRPr lang="en-US" dirty="0"/>
          </a:p>
        </p:txBody>
      </p:sp>
      <p:sp>
        <p:nvSpPr>
          <p:cNvPr id="3" name="Vertical Text Placeholder 2"/>
          <p:cNvSpPr>
            <a:spLocks noGrp="1"/>
          </p:cNvSpPr>
          <p:nvPr>
            <p:ph type="body" orient="vert" idx="1"/>
          </p:nvPr>
        </p:nvSpPr>
        <p:spPr>
          <a:xfrm>
            <a:off x="471488" y="273844"/>
            <a:ext cx="4350544" cy="4358879"/>
          </a:xfrm>
        </p:spPr>
        <p:txBody>
          <a:bodyPr vert="eaVert"/>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4" name="Date Placeholder 3"/>
          <p:cNvSpPr>
            <a:spLocks noGrp="1"/>
          </p:cNvSpPr>
          <p:nvPr>
            <p:ph type="dt" sz="half" idx="10"/>
          </p:nvPr>
        </p:nvSpPr>
        <p:spPr/>
        <p:txBody>
          <a:bodyPr/>
          <a:lstStyle/>
          <a:p>
            <a:fld id="{31F6E062-67E0-47D5-85D6-231AEA72DD1B}" type="datetimeFigureOut">
              <a:rPr lang="id-ID" smtClean="0"/>
              <a:t>08/09/2021</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00000000-1234-1234-1234-123412341234}" type="slidenum">
              <a:rPr lang="id" smtClean="0"/>
              <a:pPr/>
              <a:t>‹#›</a:t>
            </a:fld>
            <a:endParaRPr lang="id"/>
          </a:p>
        </p:txBody>
      </p:sp>
    </p:spTree>
    <p:extLst>
      <p:ext uri="{BB962C8B-B14F-4D97-AF65-F5344CB8AC3E}">
        <p14:creationId xmlns:p14="http://schemas.microsoft.com/office/powerpoint/2010/main" val="156805909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273845"/>
            <a:ext cx="5915025" cy="994172"/>
          </a:xfrm>
          <a:prstGeom prst="rect">
            <a:avLst/>
          </a:prstGeom>
        </p:spPr>
        <p:txBody>
          <a:bodyPr vert="horz" lIns="91440" tIns="45720" rIns="91440" bIns="45720" rtlCol="0" anchor="ctr">
            <a:normAutofit/>
          </a:bodyPr>
          <a:lstStyle/>
          <a:p>
            <a:r>
              <a:rPr lang="id-ID"/>
              <a:t>Klik untuk mengedit gaya judul Master</a:t>
            </a:r>
            <a:endParaRPr lang="en-US" dirty="0"/>
          </a:p>
        </p:txBody>
      </p:sp>
      <p:sp>
        <p:nvSpPr>
          <p:cNvPr id="3" name="Text Placeholder 2"/>
          <p:cNvSpPr>
            <a:spLocks noGrp="1"/>
          </p:cNvSpPr>
          <p:nvPr>
            <p:ph type="body" idx="1"/>
          </p:nvPr>
        </p:nvSpPr>
        <p:spPr>
          <a:xfrm>
            <a:off x="471488" y="1369219"/>
            <a:ext cx="5915025" cy="3263504"/>
          </a:xfrm>
          <a:prstGeom prst="rect">
            <a:avLst/>
          </a:prstGeom>
        </p:spPr>
        <p:txBody>
          <a:bodyPr vert="horz" lIns="91440" tIns="45720" rIns="91440" bIns="45720" rtlCol="0">
            <a:normAutofit/>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4" name="Date Placeholder 3"/>
          <p:cNvSpPr>
            <a:spLocks noGrp="1"/>
          </p:cNvSpPr>
          <p:nvPr>
            <p:ph type="dt" sz="half" idx="2"/>
          </p:nvPr>
        </p:nvSpPr>
        <p:spPr>
          <a:xfrm>
            <a:off x="471488" y="4767264"/>
            <a:ext cx="154305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31F6E062-67E0-47D5-85D6-231AEA72DD1B}" type="datetimeFigureOut">
              <a:rPr lang="id-ID" smtClean="0"/>
              <a:t>08/09/2021</a:t>
            </a:fld>
            <a:endParaRPr lang="id-ID"/>
          </a:p>
        </p:txBody>
      </p:sp>
      <p:sp>
        <p:nvSpPr>
          <p:cNvPr id="5" name="Footer Placeholder 4"/>
          <p:cNvSpPr>
            <a:spLocks noGrp="1"/>
          </p:cNvSpPr>
          <p:nvPr>
            <p:ph type="ftr" sz="quarter" idx="3"/>
          </p:nvPr>
        </p:nvSpPr>
        <p:spPr>
          <a:xfrm>
            <a:off x="2271713" y="4767264"/>
            <a:ext cx="2314575"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4843463" y="4767264"/>
            <a:ext cx="154305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00000000-1234-1234-1234-123412341234}" type="slidenum">
              <a:rPr lang="id" smtClean="0"/>
              <a:pPr/>
              <a:t>‹#›</a:t>
            </a:fld>
            <a:endParaRPr lang="id"/>
          </a:p>
        </p:txBody>
      </p:sp>
    </p:spTree>
    <p:extLst>
      <p:ext uri="{BB962C8B-B14F-4D97-AF65-F5344CB8AC3E}">
        <p14:creationId xmlns:p14="http://schemas.microsoft.com/office/powerpoint/2010/main" val="384420730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package" Target="../embeddings/Microsoft_Visio_Drawing.vsdx"/><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package" Target="../embeddings/Microsoft_Visio_Drawing1.vsdx"/><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package" Target="../embeddings/Microsoft_Visio_Drawing2.vsdx"/><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package" Target="../embeddings/Microsoft_Visio_Drawing3.vsdx"/><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package" Target="../embeddings/Microsoft_Visio_Drawing4.vsdx"/><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package" Target="../embeddings/Microsoft_Visio_Drawing5.vsdx"/><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package" Target="../embeddings/Microsoft_Visio_Drawing6.vsdx"/><Relationship Id="rId2" Type="http://schemas.openxmlformats.org/officeDocument/2006/relationships/image" Target="../media/image13.emf"/><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p:txBody>
          <a:bodyPr spcFirstLastPara="1" lIns="68569" tIns="68569" rIns="68569" bIns="68569" anchor="b" anchorCtr="0">
            <a:normAutofit/>
          </a:bodyPr>
          <a:lstStyle/>
          <a:p>
            <a:r>
              <a:rPr lang="en-US" dirty="0"/>
              <a:t>Decision Tree and Random Forest</a:t>
            </a:r>
            <a:endParaRPr dirty="0"/>
          </a:p>
        </p:txBody>
      </p:sp>
      <p:sp>
        <p:nvSpPr>
          <p:cNvPr id="2" name="Subjudul 1">
            <a:extLst>
              <a:ext uri="{FF2B5EF4-FFF2-40B4-BE49-F238E27FC236}">
                <a16:creationId xmlns:a16="http://schemas.microsoft.com/office/drawing/2014/main" id="{D60CB2C1-C816-4518-B132-46753F9C01AC}"/>
              </a:ext>
            </a:extLst>
          </p:cNvPr>
          <p:cNvSpPr>
            <a:spLocks noGrp="1"/>
          </p:cNvSpPr>
          <p:nvPr>
            <p:ph type="body" idx="1"/>
          </p:nvPr>
        </p:nvSpPr>
        <p:spPr/>
        <p:txBody>
          <a:bodyPr>
            <a:normAutofit/>
          </a:bodyPr>
          <a:lstStyle/>
          <a:p>
            <a:pPr>
              <a:lnSpc>
                <a:spcPct val="100000"/>
              </a:lnSpc>
              <a:spcBef>
                <a:spcPts val="0"/>
              </a:spcBef>
            </a:pPr>
            <a:r>
              <a:rPr lang="id-ID" dirty="0">
                <a:latin typeface="+mj-lt"/>
              </a:rPr>
              <a:t>Irwansyah Saputra, S.Kom., M.Kom., MTA</a:t>
            </a:r>
          </a:p>
          <a:p>
            <a:pPr>
              <a:lnSpc>
                <a:spcPct val="100000"/>
              </a:lnSpc>
              <a:spcBef>
                <a:spcPts val="0"/>
              </a:spcBef>
            </a:pPr>
            <a:r>
              <a:rPr lang="id-ID" sz="1200" dirty="0" err="1">
                <a:latin typeface="+mj-lt"/>
              </a:rPr>
              <a:t>Founder</a:t>
            </a:r>
            <a:r>
              <a:rPr lang="id-ID" sz="1200" dirty="0">
                <a:latin typeface="+mj-lt"/>
              </a:rPr>
              <a:t> </a:t>
            </a:r>
            <a:r>
              <a:rPr lang="id-ID" sz="1200" dirty="0" err="1">
                <a:latin typeface="+mj-lt"/>
              </a:rPr>
              <a:t>of</a:t>
            </a:r>
            <a:r>
              <a:rPr lang="id-ID" sz="1200" dirty="0">
                <a:latin typeface="+mj-lt"/>
              </a:rPr>
              <a:t> </a:t>
            </a:r>
            <a:r>
              <a:rPr lang="id-ID" sz="1200" dirty="0" err="1">
                <a:latin typeface="+mj-lt"/>
              </a:rPr>
              <a:t>Multinity</a:t>
            </a:r>
            <a:r>
              <a:rPr lang="id-ID" sz="1200" dirty="0">
                <a:latin typeface="+mj-lt"/>
              </a:rPr>
              <a:t> Indonesia</a:t>
            </a:r>
            <a:endParaRPr lang="en-US" sz="1200" dirty="0">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6BF74E02-C729-418F-86FC-5518C379132A}"/>
              </a:ext>
            </a:extLst>
          </p:cNvPr>
          <p:cNvSpPr>
            <a:spLocks noGrp="1"/>
          </p:cNvSpPr>
          <p:nvPr>
            <p:ph type="title"/>
          </p:nvPr>
        </p:nvSpPr>
        <p:spPr>
          <a:xfrm>
            <a:off x="471488" y="273845"/>
            <a:ext cx="5915025" cy="994172"/>
          </a:xfrm>
        </p:spPr>
        <p:txBody>
          <a:bodyPr/>
          <a:lstStyle/>
          <a:p>
            <a:r>
              <a:rPr lang="id-ID" dirty="0"/>
              <a:t>Tentang Saya</a:t>
            </a:r>
            <a:endParaRPr lang="en-US" dirty="0"/>
          </a:p>
        </p:txBody>
      </p:sp>
      <p:sp>
        <p:nvSpPr>
          <p:cNvPr id="19" name="Content Placeholder 2">
            <a:extLst>
              <a:ext uri="{FF2B5EF4-FFF2-40B4-BE49-F238E27FC236}">
                <a16:creationId xmlns:a16="http://schemas.microsoft.com/office/drawing/2014/main" id="{9725694D-2E47-4BA0-A067-31CA09402C42}"/>
              </a:ext>
            </a:extLst>
          </p:cNvPr>
          <p:cNvSpPr>
            <a:spLocks noGrp="1"/>
          </p:cNvSpPr>
          <p:nvPr>
            <p:ph sz="half" idx="1"/>
          </p:nvPr>
        </p:nvSpPr>
        <p:spPr>
          <a:xfrm>
            <a:off x="471488" y="1369219"/>
            <a:ext cx="2914650" cy="3263504"/>
          </a:xfrm>
        </p:spPr>
        <p:txBody>
          <a:bodyPr>
            <a:normAutofit/>
          </a:bodyPr>
          <a:lstStyle/>
          <a:p>
            <a:pPr>
              <a:lnSpc>
                <a:spcPct val="100000"/>
              </a:lnSpc>
              <a:spcBef>
                <a:spcPts val="300"/>
              </a:spcBef>
            </a:pPr>
            <a:r>
              <a:rPr lang="id-ID" sz="1100" dirty="0"/>
              <a:t>Irwansyah Saputra</a:t>
            </a:r>
          </a:p>
          <a:p>
            <a:pPr>
              <a:lnSpc>
                <a:spcPct val="100000"/>
              </a:lnSpc>
              <a:spcBef>
                <a:spcPts val="300"/>
              </a:spcBef>
            </a:pPr>
            <a:r>
              <a:rPr lang="id-ID" sz="1100" dirty="0"/>
              <a:t>Dosen Ilmu Komputer</a:t>
            </a:r>
          </a:p>
          <a:p>
            <a:pPr>
              <a:lnSpc>
                <a:spcPct val="100000"/>
              </a:lnSpc>
              <a:spcBef>
                <a:spcPts val="300"/>
              </a:spcBef>
            </a:pPr>
            <a:r>
              <a:rPr lang="id-ID" sz="1100" dirty="0"/>
              <a:t>Mahasiswa S3 Ilmu Komputer IPB </a:t>
            </a:r>
            <a:r>
              <a:rPr lang="id-ID" sz="1100" dirty="0" err="1"/>
              <a:t>University</a:t>
            </a:r>
            <a:endParaRPr lang="id-ID" sz="1100" dirty="0"/>
          </a:p>
          <a:p>
            <a:pPr>
              <a:lnSpc>
                <a:spcPct val="100000"/>
              </a:lnSpc>
              <a:spcBef>
                <a:spcPts val="300"/>
              </a:spcBef>
            </a:pPr>
            <a:r>
              <a:rPr lang="id-ID" sz="1100" dirty="0"/>
              <a:t>Bidang Kajian: </a:t>
            </a:r>
            <a:r>
              <a:rPr lang="id-ID" sz="1100" dirty="0" err="1"/>
              <a:t>Computational</a:t>
            </a:r>
            <a:r>
              <a:rPr lang="id-ID" sz="1100" dirty="0"/>
              <a:t> </a:t>
            </a:r>
            <a:r>
              <a:rPr lang="id-ID" sz="1100" dirty="0" err="1"/>
              <a:t>Intelligence</a:t>
            </a:r>
            <a:r>
              <a:rPr lang="id-ID" sz="1100" dirty="0"/>
              <a:t> &amp; </a:t>
            </a:r>
            <a:r>
              <a:rPr lang="id-ID" sz="1100" dirty="0" err="1"/>
              <a:t>Optimization</a:t>
            </a:r>
            <a:r>
              <a:rPr lang="id-ID" sz="1100" dirty="0"/>
              <a:t> (Data </a:t>
            </a:r>
            <a:r>
              <a:rPr lang="id-ID" sz="1100" dirty="0" err="1"/>
              <a:t>mining</a:t>
            </a:r>
            <a:r>
              <a:rPr lang="id-ID" sz="1100" dirty="0"/>
              <a:t>, </a:t>
            </a:r>
            <a:r>
              <a:rPr lang="id-ID" sz="1100" dirty="0" err="1"/>
              <a:t>machine</a:t>
            </a:r>
            <a:r>
              <a:rPr lang="id-ID" sz="1100" dirty="0"/>
              <a:t> </a:t>
            </a:r>
            <a:r>
              <a:rPr lang="id-ID" sz="1100" dirty="0" err="1"/>
              <a:t>learning</a:t>
            </a:r>
            <a:r>
              <a:rPr lang="id-ID" sz="1100" dirty="0"/>
              <a:t>, </a:t>
            </a:r>
            <a:r>
              <a:rPr lang="id-ID" sz="1100" dirty="0" err="1"/>
              <a:t>artificial</a:t>
            </a:r>
            <a:r>
              <a:rPr lang="id-ID" sz="1100" dirty="0"/>
              <a:t> </a:t>
            </a:r>
            <a:r>
              <a:rPr lang="id-ID" sz="1100" dirty="0" err="1"/>
              <a:t>intelligence</a:t>
            </a:r>
            <a:r>
              <a:rPr lang="id-ID" sz="1100" dirty="0"/>
              <a:t>)</a:t>
            </a:r>
          </a:p>
          <a:p>
            <a:pPr marL="0" indent="0">
              <a:lnSpc>
                <a:spcPct val="100000"/>
              </a:lnSpc>
              <a:spcBef>
                <a:spcPts val="300"/>
              </a:spcBef>
              <a:buNone/>
            </a:pPr>
            <a:endParaRPr lang="id-ID" sz="1100" dirty="0"/>
          </a:p>
          <a:p>
            <a:pPr marL="0" indent="0">
              <a:lnSpc>
                <a:spcPct val="100000"/>
              </a:lnSpc>
              <a:spcBef>
                <a:spcPts val="300"/>
              </a:spcBef>
              <a:buNone/>
            </a:pPr>
            <a:r>
              <a:rPr lang="id-ID" sz="1100" dirty="0"/>
              <a:t>Halo semuanya, saya suka belajar tentang segala hal dan suka berbagi pengetahuan. Saya juga sering menjadi pembicara di berbagai seminar.</a:t>
            </a:r>
          </a:p>
          <a:p>
            <a:pPr marL="0" indent="0">
              <a:lnSpc>
                <a:spcPct val="100000"/>
              </a:lnSpc>
              <a:spcBef>
                <a:spcPts val="300"/>
              </a:spcBef>
              <a:buNone/>
            </a:pPr>
            <a:r>
              <a:rPr lang="id-ID" sz="1100" dirty="0"/>
              <a:t>Kontak yang bisa dihubungi:</a:t>
            </a:r>
          </a:p>
          <a:p>
            <a:pPr marL="0" indent="0">
              <a:lnSpc>
                <a:spcPct val="100000"/>
              </a:lnSpc>
              <a:spcBef>
                <a:spcPts val="300"/>
              </a:spcBef>
              <a:buNone/>
            </a:pPr>
            <a:r>
              <a:rPr lang="id-ID" sz="1100" dirty="0" err="1"/>
              <a:t>WhatsApp</a:t>
            </a:r>
            <a:r>
              <a:rPr lang="id-ID" sz="1100" dirty="0"/>
              <a:t>: 0895323302241 </a:t>
            </a:r>
          </a:p>
          <a:p>
            <a:pPr marL="0" indent="0">
              <a:lnSpc>
                <a:spcPct val="100000"/>
              </a:lnSpc>
              <a:spcBef>
                <a:spcPts val="300"/>
              </a:spcBef>
              <a:buNone/>
            </a:pPr>
            <a:r>
              <a:rPr lang="id-ID" sz="1100" dirty="0"/>
              <a:t>Instagram: @irwansight_</a:t>
            </a:r>
          </a:p>
          <a:p>
            <a:pPr marL="0" indent="0">
              <a:lnSpc>
                <a:spcPct val="100000"/>
              </a:lnSpc>
              <a:spcBef>
                <a:spcPts val="300"/>
              </a:spcBef>
              <a:buNone/>
            </a:pPr>
            <a:r>
              <a:rPr lang="id-ID" sz="1100" dirty="0"/>
              <a:t>Web: https://irw.one</a:t>
            </a:r>
            <a:endParaRPr lang="en-US" sz="1100" dirty="0"/>
          </a:p>
        </p:txBody>
      </p:sp>
      <p:pic>
        <p:nvPicPr>
          <p:cNvPr id="12" name="Tampungan Konten 11" descr="Sebuah gambar berisi luar ruangan&#10;&#10;Deskripsi dibuat secara otomatis">
            <a:extLst>
              <a:ext uri="{FF2B5EF4-FFF2-40B4-BE49-F238E27FC236}">
                <a16:creationId xmlns:a16="http://schemas.microsoft.com/office/drawing/2014/main" id="{72EB67F1-EE32-4E0A-A2B9-7B63AEA2F687}"/>
              </a:ext>
            </a:extLst>
          </p:cNvPr>
          <p:cNvPicPr>
            <a:picLocks noGrp="1" noChangeAspect="1"/>
          </p:cNvPicPr>
          <p:nvPr>
            <p:ph sz="half" idx="2"/>
          </p:nvPr>
        </p:nvPicPr>
        <p:blipFill rotWithShape="1">
          <a:blip r:embed="rId2"/>
          <a:srcRect l="7963" r="25052" b="-3"/>
          <a:stretch/>
        </p:blipFill>
        <p:spPr>
          <a:xfrm>
            <a:off x="3471863" y="1369219"/>
            <a:ext cx="2914650" cy="3263504"/>
          </a:xfrm>
          <a:noFill/>
        </p:spPr>
      </p:pic>
    </p:spTree>
    <p:extLst>
      <p:ext uri="{BB962C8B-B14F-4D97-AF65-F5344CB8AC3E}">
        <p14:creationId xmlns:p14="http://schemas.microsoft.com/office/powerpoint/2010/main" val="1537788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D8220EB8-91B2-43B4-9D89-C156E604A1E3}"/>
              </a:ext>
            </a:extLst>
          </p:cNvPr>
          <p:cNvSpPr>
            <a:spLocks noGrp="1"/>
          </p:cNvSpPr>
          <p:nvPr>
            <p:ph type="ctrTitle"/>
          </p:nvPr>
        </p:nvSpPr>
        <p:spPr/>
        <p:txBody>
          <a:bodyPr anchor="b">
            <a:normAutofit/>
          </a:bodyPr>
          <a:lstStyle/>
          <a:p>
            <a:r>
              <a:rPr lang="id-ID" dirty="0" err="1"/>
              <a:t>Disclaimer</a:t>
            </a:r>
            <a:endParaRPr lang="en-US" dirty="0"/>
          </a:p>
        </p:txBody>
      </p:sp>
      <p:sp>
        <p:nvSpPr>
          <p:cNvPr id="3" name="Tampungan Konten 2">
            <a:extLst>
              <a:ext uri="{FF2B5EF4-FFF2-40B4-BE49-F238E27FC236}">
                <a16:creationId xmlns:a16="http://schemas.microsoft.com/office/drawing/2014/main" id="{65B468A6-65AC-4458-9266-57D17ECE4944}"/>
              </a:ext>
            </a:extLst>
          </p:cNvPr>
          <p:cNvSpPr>
            <a:spLocks noGrp="1"/>
          </p:cNvSpPr>
          <p:nvPr>
            <p:ph type="subTitle" idx="1"/>
          </p:nvPr>
        </p:nvSpPr>
        <p:spPr/>
        <p:txBody>
          <a:bodyPr>
            <a:normAutofit fontScale="85000" lnSpcReduction="10000"/>
          </a:bodyPr>
          <a:lstStyle/>
          <a:p>
            <a:r>
              <a:rPr lang="id-ID" dirty="0">
                <a:latin typeface="+mj-lt"/>
              </a:rPr>
              <a:t>Materi ini digunakan sebagai bahan ajar Program Data Mining di Multinity.id</a:t>
            </a:r>
          </a:p>
          <a:p>
            <a:r>
              <a:rPr lang="id-ID" dirty="0">
                <a:latin typeface="+mj-lt"/>
              </a:rPr>
              <a:t>Silakan gunakan, mohon untuk tidak mengubah </a:t>
            </a:r>
            <a:r>
              <a:rPr lang="id-ID" dirty="0" err="1">
                <a:latin typeface="+mj-lt"/>
              </a:rPr>
              <a:t>template</a:t>
            </a:r>
            <a:r>
              <a:rPr lang="id-ID" dirty="0">
                <a:latin typeface="+mj-lt"/>
              </a:rPr>
              <a:t>.</a:t>
            </a:r>
          </a:p>
          <a:p>
            <a:r>
              <a:rPr lang="id-ID" dirty="0">
                <a:latin typeface="+mj-lt"/>
              </a:rPr>
              <a:t>Jika Anda memiliki kesulitan dalam memahami materi pada </a:t>
            </a:r>
            <a:r>
              <a:rPr lang="id-ID" dirty="0" err="1">
                <a:latin typeface="+mj-lt"/>
              </a:rPr>
              <a:t>slide</a:t>
            </a:r>
            <a:r>
              <a:rPr lang="id-ID" dirty="0">
                <a:latin typeface="+mj-lt"/>
              </a:rPr>
              <a:t> ini, silakan belajar di Multinity.id</a:t>
            </a:r>
          </a:p>
          <a:p>
            <a:endParaRPr lang="en-US" dirty="0">
              <a:latin typeface="+mj-lt"/>
            </a:endParaRPr>
          </a:p>
        </p:txBody>
      </p:sp>
    </p:spTree>
    <p:extLst>
      <p:ext uri="{BB962C8B-B14F-4D97-AF65-F5344CB8AC3E}">
        <p14:creationId xmlns:p14="http://schemas.microsoft.com/office/powerpoint/2010/main" val="1489046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6DEE02A0-71D4-44CB-95CD-C4004727DA08}"/>
              </a:ext>
            </a:extLst>
          </p:cNvPr>
          <p:cNvSpPr>
            <a:spLocks noGrp="1"/>
          </p:cNvSpPr>
          <p:nvPr>
            <p:ph type="ctrTitle"/>
          </p:nvPr>
        </p:nvSpPr>
        <p:spPr>
          <a:xfrm>
            <a:off x="514349" y="297872"/>
            <a:ext cx="5829300" cy="692836"/>
          </a:xfrm>
        </p:spPr>
        <p:txBody>
          <a:bodyPr anchor="b">
            <a:normAutofit fontScale="90000"/>
          </a:bodyPr>
          <a:lstStyle/>
          <a:p>
            <a:r>
              <a:rPr lang="id-ID" dirty="0"/>
              <a:t>Referensi</a:t>
            </a:r>
            <a:endParaRPr lang="en-US" dirty="0"/>
          </a:p>
        </p:txBody>
      </p:sp>
      <p:sp>
        <p:nvSpPr>
          <p:cNvPr id="3" name="Tampungan Konten 2">
            <a:extLst>
              <a:ext uri="{FF2B5EF4-FFF2-40B4-BE49-F238E27FC236}">
                <a16:creationId xmlns:a16="http://schemas.microsoft.com/office/drawing/2014/main" id="{53428026-1A2C-477E-B416-C86ED237F512}"/>
              </a:ext>
            </a:extLst>
          </p:cNvPr>
          <p:cNvSpPr>
            <a:spLocks noGrp="1"/>
          </p:cNvSpPr>
          <p:nvPr>
            <p:ph type="subTitle" idx="1"/>
          </p:nvPr>
        </p:nvSpPr>
        <p:spPr>
          <a:xfrm>
            <a:off x="413038" y="990708"/>
            <a:ext cx="6031923" cy="3802965"/>
          </a:xfrm>
        </p:spPr>
        <p:txBody>
          <a:bodyPr>
            <a:normAutofit fontScale="92500" lnSpcReduction="10000"/>
          </a:bodyPr>
          <a:lstStyle/>
          <a:p>
            <a:pPr marL="457200" indent="-457200" algn="just">
              <a:buFont typeface="+mj-lt"/>
              <a:buAutoNum type="arabicPeriod"/>
            </a:pPr>
            <a:r>
              <a:rPr lang="en-US" sz="1400" dirty="0">
                <a:latin typeface="+mj-lt"/>
              </a:rPr>
              <a:t>Jiawei Han</a:t>
            </a:r>
            <a:r>
              <a:rPr lang="id-ID" sz="1400" dirty="0">
                <a:latin typeface="+mj-lt"/>
              </a:rPr>
              <a:t> </a:t>
            </a:r>
            <a:r>
              <a:rPr lang="id-ID" sz="1400" dirty="0" err="1">
                <a:latin typeface="+mj-lt"/>
              </a:rPr>
              <a:t>and</a:t>
            </a:r>
            <a:r>
              <a:rPr lang="id-ID" sz="1400" dirty="0">
                <a:latin typeface="+mj-lt"/>
              </a:rPr>
              <a:t> </a:t>
            </a:r>
            <a:r>
              <a:rPr lang="id-ID" sz="1400" dirty="0" err="1">
                <a:latin typeface="+mj-lt"/>
              </a:rPr>
              <a:t>Micheline</a:t>
            </a:r>
            <a:r>
              <a:rPr lang="id-ID" sz="1400" dirty="0">
                <a:latin typeface="+mj-lt"/>
              </a:rPr>
              <a:t> Kamber, </a:t>
            </a:r>
            <a:r>
              <a:rPr lang="en-US" sz="1400" dirty="0">
                <a:solidFill>
                  <a:srgbClr val="C00000"/>
                </a:solidFill>
                <a:latin typeface="+mj-lt"/>
              </a:rPr>
              <a:t>Data Mining:</a:t>
            </a:r>
            <a:r>
              <a:rPr lang="id-ID" sz="1400" dirty="0">
                <a:solidFill>
                  <a:srgbClr val="C00000"/>
                </a:solidFill>
                <a:latin typeface="+mj-lt"/>
              </a:rPr>
              <a:t> </a:t>
            </a:r>
            <a:r>
              <a:rPr lang="en-US" sz="1400" dirty="0">
                <a:solidFill>
                  <a:srgbClr val="C00000"/>
                </a:solidFill>
                <a:latin typeface="+mj-lt"/>
              </a:rPr>
              <a:t>Concepts and Techniques</a:t>
            </a:r>
            <a:r>
              <a:rPr lang="id-ID" sz="1400" dirty="0">
                <a:solidFill>
                  <a:srgbClr val="C00000"/>
                </a:solidFill>
                <a:latin typeface="+mj-lt"/>
              </a:rPr>
              <a:t> </a:t>
            </a:r>
            <a:r>
              <a:rPr lang="en-US" sz="1400" dirty="0">
                <a:solidFill>
                  <a:srgbClr val="C00000"/>
                </a:solidFill>
                <a:latin typeface="+mj-lt"/>
              </a:rPr>
              <a:t>Third Edition</a:t>
            </a:r>
            <a:r>
              <a:rPr lang="id-ID" sz="1400" dirty="0">
                <a:latin typeface="+mj-lt"/>
              </a:rPr>
              <a:t>, </a:t>
            </a:r>
            <a:r>
              <a:rPr lang="id-ID" sz="1400" i="1" dirty="0" err="1">
                <a:latin typeface="+mj-lt"/>
              </a:rPr>
              <a:t>Elsevier</a:t>
            </a:r>
            <a:r>
              <a:rPr lang="id-ID" sz="1400" dirty="0">
                <a:latin typeface="+mj-lt"/>
              </a:rPr>
              <a:t>, 20</a:t>
            </a:r>
            <a:r>
              <a:rPr lang="en-US" sz="1400" dirty="0">
                <a:latin typeface="+mj-lt"/>
              </a:rPr>
              <a:t>12</a:t>
            </a:r>
            <a:endParaRPr lang="id-ID" sz="1400" dirty="0">
              <a:latin typeface="+mj-lt"/>
            </a:endParaRPr>
          </a:p>
          <a:p>
            <a:pPr marL="457200" indent="-457200" algn="just">
              <a:buFont typeface="+mj-lt"/>
              <a:buAutoNum type="arabicPeriod"/>
            </a:pPr>
            <a:r>
              <a:rPr lang="de-DE" sz="1400" dirty="0">
                <a:latin typeface="+mj-lt"/>
              </a:rPr>
              <a:t>Ian H. Witten, Frank Eibe, Mark A. Hall</a:t>
            </a:r>
            <a:r>
              <a:rPr lang="id-ID" sz="1400" dirty="0">
                <a:latin typeface="+mj-lt"/>
              </a:rPr>
              <a:t>, </a:t>
            </a:r>
            <a:r>
              <a:rPr lang="en-US" sz="1400" dirty="0">
                <a:solidFill>
                  <a:srgbClr val="C00000"/>
                </a:solidFill>
                <a:latin typeface="+mj-lt"/>
              </a:rPr>
              <a:t>Data mining: </a:t>
            </a:r>
            <a:r>
              <a:rPr lang="id-ID" sz="1400" dirty="0">
                <a:solidFill>
                  <a:srgbClr val="C00000"/>
                </a:solidFill>
                <a:latin typeface="+mj-lt"/>
              </a:rPr>
              <a:t>P</a:t>
            </a:r>
            <a:r>
              <a:rPr lang="en-US" sz="1400" dirty="0" err="1">
                <a:solidFill>
                  <a:srgbClr val="C00000"/>
                </a:solidFill>
                <a:latin typeface="+mj-lt"/>
              </a:rPr>
              <a:t>ractical</a:t>
            </a:r>
            <a:r>
              <a:rPr lang="en-US" sz="1400" dirty="0">
                <a:solidFill>
                  <a:srgbClr val="C00000"/>
                </a:solidFill>
                <a:latin typeface="+mj-lt"/>
              </a:rPr>
              <a:t> </a:t>
            </a:r>
            <a:r>
              <a:rPr lang="id-ID" sz="1400" dirty="0">
                <a:solidFill>
                  <a:srgbClr val="C00000"/>
                </a:solidFill>
                <a:latin typeface="+mj-lt"/>
              </a:rPr>
              <a:t>M</a:t>
            </a:r>
            <a:r>
              <a:rPr lang="en-US" sz="1400" dirty="0" err="1">
                <a:solidFill>
                  <a:srgbClr val="C00000"/>
                </a:solidFill>
                <a:latin typeface="+mj-lt"/>
              </a:rPr>
              <a:t>achine</a:t>
            </a:r>
            <a:r>
              <a:rPr lang="en-US" sz="1400" dirty="0">
                <a:solidFill>
                  <a:srgbClr val="C00000"/>
                </a:solidFill>
                <a:latin typeface="+mj-lt"/>
              </a:rPr>
              <a:t> </a:t>
            </a:r>
            <a:r>
              <a:rPr lang="id-ID" sz="1400" dirty="0">
                <a:solidFill>
                  <a:srgbClr val="C00000"/>
                </a:solidFill>
                <a:latin typeface="+mj-lt"/>
              </a:rPr>
              <a:t>L</a:t>
            </a:r>
            <a:r>
              <a:rPr lang="en-US" sz="1400" dirty="0">
                <a:solidFill>
                  <a:srgbClr val="C00000"/>
                </a:solidFill>
                <a:latin typeface="+mj-lt"/>
              </a:rPr>
              <a:t>earning </a:t>
            </a:r>
            <a:r>
              <a:rPr lang="id-ID" sz="1400" dirty="0">
                <a:solidFill>
                  <a:srgbClr val="C00000"/>
                </a:solidFill>
                <a:latin typeface="+mj-lt"/>
              </a:rPr>
              <a:t>T</a:t>
            </a:r>
            <a:r>
              <a:rPr lang="en-US" sz="1400" dirty="0" err="1">
                <a:solidFill>
                  <a:srgbClr val="C00000"/>
                </a:solidFill>
                <a:latin typeface="+mj-lt"/>
              </a:rPr>
              <a:t>ools</a:t>
            </a:r>
            <a:r>
              <a:rPr lang="en-US" sz="1400" dirty="0">
                <a:solidFill>
                  <a:srgbClr val="C00000"/>
                </a:solidFill>
                <a:latin typeface="+mj-lt"/>
              </a:rPr>
              <a:t> and </a:t>
            </a:r>
            <a:r>
              <a:rPr lang="id-ID" sz="1400" dirty="0">
                <a:solidFill>
                  <a:srgbClr val="C00000"/>
                </a:solidFill>
                <a:latin typeface="+mj-lt"/>
              </a:rPr>
              <a:t>T</a:t>
            </a:r>
            <a:r>
              <a:rPr lang="en-US" sz="1400" dirty="0" err="1">
                <a:solidFill>
                  <a:srgbClr val="C00000"/>
                </a:solidFill>
                <a:latin typeface="+mj-lt"/>
              </a:rPr>
              <a:t>echniques</a:t>
            </a:r>
            <a:r>
              <a:rPr lang="id-ID" sz="1400" dirty="0">
                <a:solidFill>
                  <a:srgbClr val="C00000"/>
                </a:solidFill>
                <a:latin typeface="+mj-lt"/>
              </a:rPr>
              <a:t> </a:t>
            </a:r>
            <a:r>
              <a:rPr lang="en-US" sz="1400" dirty="0">
                <a:solidFill>
                  <a:srgbClr val="C00000"/>
                </a:solidFill>
                <a:latin typeface="+mj-lt"/>
              </a:rPr>
              <a:t>3rd </a:t>
            </a:r>
            <a:r>
              <a:rPr lang="id-ID" sz="1400" dirty="0">
                <a:solidFill>
                  <a:srgbClr val="C00000"/>
                </a:solidFill>
                <a:latin typeface="+mj-lt"/>
              </a:rPr>
              <a:t>E</a:t>
            </a:r>
            <a:r>
              <a:rPr lang="en-US" sz="1400" dirty="0">
                <a:solidFill>
                  <a:srgbClr val="C00000"/>
                </a:solidFill>
                <a:latin typeface="+mj-lt"/>
              </a:rPr>
              <a:t>d</a:t>
            </a:r>
            <a:r>
              <a:rPr lang="id-ID" sz="1400" dirty="0" err="1">
                <a:solidFill>
                  <a:srgbClr val="C00000"/>
                </a:solidFill>
                <a:latin typeface="+mj-lt"/>
              </a:rPr>
              <a:t>ition</a:t>
            </a:r>
            <a:r>
              <a:rPr lang="id-ID" sz="1400" dirty="0">
                <a:latin typeface="+mj-lt"/>
              </a:rPr>
              <a:t>, </a:t>
            </a:r>
            <a:r>
              <a:rPr lang="id-ID" sz="1400" i="1" dirty="0" err="1">
                <a:latin typeface="+mj-lt"/>
              </a:rPr>
              <a:t>Elsevier</a:t>
            </a:r>
            <a:r>
              <a:rPr lang="id-ID" sz="1400" dirty="0">
                <a:latin typeface="+mj-lt"/>
              </a:rPr>
              <a:t>, 2011</a:t>
            </a:r>
          </a:p>
          <a:p>
            <a:pPr marL="457200" indent="-457200" algn="just">
              <a:buFont typeface="+mj-lt"/>
              <a:buAutoNum type="arabicPeriod"/>
            </a:pPr>
            <a:r>
              <a:rPr lang="en-US" sz="1400" dirty="0">
                <a:latin typeface="+mj-lt"/>
              </a:rPr>
              <a:t>Markus Hofmann and Ralf </a:t>
            </a:r>
            <a:r>
              <a:rPr lang="en-US" sz="1400" dirty="0" err="1">
                <a:latin typeface="+mj-lt"/>
              </a:rPr>
              <a:t>Klinkenberg</a:t>
            </a:r>
            <a:r>
              <a:rPr lang="en-US" sz="1400" dirty="0">
                <a:latin typeface="+mj-lt"/>
              </a:rPr>
              <a:t>, </a:t>
            </a:r>
            <a:r>
              <a:rPr lang="en-US" sz="1400" dirty="0">
                <a:solidFill>
                  <a:srgbClr val="C00000"/>
                </a:solidFill>
                <a:latin typeface="+mj-lt"/>
              </a:rPr>
              <a:t>RapidMiner: Data Mining Use Cases and Business Analytics Applications</a:t>
            </a:r>
            <a:r>
              <a:rPr lang="en-US" sz="1400" dirty="0">
                <a:latin typeface="+mj-lt"/>
              </a:rPr>
              <a:t>, </a:t>
            </a:r>
            <a:r>
              <a:rPr lang="en-US" sz="1400" i="1" dirty="0">
                <a:latin typeface="+mj-lt"/>
              </a:rPr>
              <a:t>CRC Press Taylor &amp; Francis Group</a:t>
            </a:r>
            <a:r>
              <a:rPr lang="en-US" sz="1400" dirty="0">
                <a:latin typeface="+mj-lt"/>
              </a:rPr>
              <a:t>, 2014</a:t>
            </a:r>
          </a:p>
          <a:p>
            <a:pPr marL="457200" indent="-457200" algn="just">
              <a:buFont typeface="+mj-lt"/>
              <a:buAutoNum type="arabicPeriod"/>
            </a:pPr>
            <a:r>
              <a:rPr lang="en-US" sz="1400" dirty="0">
                <a:latin typeface="+mj-lt"/>
              </a:rPr>
              <a:t>Daniel T. Larose</a:t>
            </a:r>
            <a:r>
              <a:rPr lang="id-ID" sz="1400" dirty="0">
                <a:latin typeface="+mj-lt"/>
              </a:rPr>
              <a:t>, </a:t>
            </a:r>
            <a:r>
              <a:rPr lang="en-US" sz="1400" dirty="0">
                <a:solidFill>
                  <a:srgbClr val="C00000"/>
                </a:solidFill>
                <a:latin typeface="+mj-lt"/>
              </a:rPr>
              <a:t>Discovering </a:t>
            </a:r>
            <a:r>
              <a:rPr lang="id-ID" sz="1400" dirty="0">
                <a:solidFill>
                  <a:srgbClr val="C00000"/>
                </a:solidFill>
                <a:latin typeface="+mj-lt"/>
              </a:rPr>
              <a:t>K</a:t>
            </a:r>
            <a:r>
              <a:rPr lang="en-US" sz="1400" dirty="0" err="1">
                <a:solidFill>
                  <a:srgbClr val="C00000"/>
                </a:solidFill>
                <a:latin typeface="+mj-lt"/>
              </a:rPr>
              <a:t>nowledge</a:t>
            </a:r>
            <a:r>
              <a:rPr lang="en-US" sz="1400" dirty="0">
                <a:solidFill>
                  <a:srgbClr val="C00000"/>
                </a:solidFill>
                <a:latin typeface="+mj-lt"/>
              </a:rPr>
              <a:t> in </a:t>
            </a:r>
            <a:r>
              <a:rPr lang="id-ID" sz="1400" dirty="0">
                <a:solidFill>
                  <a:srgbClr val="C00000"/>
                </a:solidFill>
                <a:latin typeface="+mj-lt"/>
              </a:rPr>
              <a:t>D</a:t>
            </a:r>
            <a:r>
              <a:rPr lang="en-US" sz="1400" dirty="0" err="1">
                <a:solidFill>
                  <a:srgbClr val="C00000"/>
                </a:solidFill>
                <a:latin typeface="+mj-lt"/>
              </a:rPr>
              <a:t>ata</a:t>
            </a:r>
            <a:r>
              <a:rPr lang="en-US" sz="1400" dirty="0">
                <a:solidFill>
                  <a:srgbClr val="C00000"/>
                </a:solidFill>
                <a:latin typeface="+mj-lt"/>
              </a:rPr>
              <a:t>: an </a:t>
            </a:r>
            <a:r>
              <a:rPr lang="id-ID" sz="1400" dirty="0">
                <a:solidFill>
                  <a:srgbClr val="C00000"/>
                </a:solidFill>
                <a:latin typeface="+mj-lt"/>
              </a:rPr>
              <a:t>I</a:t>
            </a:r>
            <a:r>
              <a:rPr lang="en-US" sz="1400" dirty="0" err="1">
                <a:solidFill>
                  <a:srgbClr val="C00000"/>
                </a:solidFill>
                <a:latin typeface="+mj-lt"/>
              </a:rPr>
              <a:t>ntroduction</a:t>
            </a:r>
            <a:r>
              <a:rPr lang="en-US" sz="1400" dirty="0">
                <a:solidFill>
                  <a:srgbClr val="C00000"/>
                </a:solidFill>
                <a:latin typeface="+mj-lt"/>
              </a:rPr>
              <a:t> to </a:t>
            </a:r>
            <a:r>
              <a:rPr lang="id-ID" sz="1400" dirty="0">
                <a:solidFill>
                  <a:srgbClr val="C00000"/>
                </a:solidFill>
                <a:latin typeface="+mj-lt"/>
              </a:rPr>
              <a:t>D</a:t>
            </a:r>
            <a:r>
              <a:rPr lang="en-US" sz="1400" dirty="0" err="1">
                <a:solidFill>
                  <a:srgbClr val="C00000"/>
                </a:solidFill>
                <a:latin typeface="+mj-lt"/>
              </a:rPr>
              <a:t>ata</a:t>
            </a:r>
            <a:r>
              <a:rPr lang="en-US" sz="1400" dirty="0">
                <a:solidFill>
                  <a:srgbClr val="C00000"/>
                </a:solidFill>
                <a:latin typeface="+mj-lt"/>
              </a:rPr>
              <a:t> </a:t>
            </a:r>
            <a:r>
              <a:rPr lang="id-ID" sz="1400" dirty="0">
                <a:solidFill>
                  <a:srgbClr val="C00000"/>
                </a:solidFill>
                <a:latin typeface="+mj-lt"/>
              </a:rPr>
              <a:t>M</a:t>
            </a:r>
            <a:r>
              <a:rPr lang="en-US" sz="1400" dirty="0" err="1">
                <a:solidFill>
                  <a:srgbClr val="C00000"/>
                </a:solidFill>
                <a:latin typeface="+mj-lt"/>
              </a:rPr>
              <a:t>ining</a:t>
            </a:r>
            <a:r>
              <a:rPr lang="id-ID" sz="1400" dirty="0">
                <a:latin typeface="+mj-lt"/>
              </a:rPr>
              <a:t>, </a:t>
            </a:r>
            <a:r>
              <a:rPr lang="id-ID" sz="1400" i="1" dirty="0">
                <a:latin typeface="+mj-lt"/>
              </a:rPr>
              <a:t>John </a:t>
            </a:r>
            <a:r>
              <a:rPr lang="id-ID" sz="1400" i="1" dirty="0" err="1">
                <a:latin typeface="+mj-lt"/>
              </a:rPr>
              <a:t>Wiley</a:t>
            </a:r>
            <a:r>
              <a:rPr lang="id-ID" sz="1400" i="1" dirty="0">
                <a:latin typeface="+mj-lt"/>
              </a:rPr>
              <a:t> &amp; Sons</a:t>
            </a:r>
            <a:r>
              <a:rPr lang="id-ID" sz="1400" dirty="0">
                <a:latin typeface="+mj-lt"/>
              </a:rPr>
              <a:t>, 2005</a:t>
            </a:r>
          </a:p>
          <a:p>
            <a:pPr marL="457200" indent="-457200" algn="just">
              <a:buFont typeface="+mj-lt"/>
              <a:buAutoNum type="arabicPeriod"/>
            </a:pPr>
            <a:r>
              <a:rPr lang="en-US" sz="1400" dirty="0" err="1">
                <a:latin typeface="+mj-lt"/>
              </a:rPr>
              <a:t>Ethem</a:t>
            </a:r>
            <a:r>
              <a:rPr lang="en-US" sz="1400" dirty="0">
                <a:latin typeface="+mj-lt"/>
              </a:rPr>
              <a:t> </a:t>
            </a:r>
            <a:r>
              <a:rPr lang="en-US" sz="1400" dirty="0" err="1">
                <a:latin typeface="+mj-lt"/>
              </a:rPr>
              <a:t>Alpaydin</a:t>
            </a:r>
            <a:r>
              <a:rPr lang="en-US" sz="1400" dirty="0">
                <a:latin typeface="+mj-lt"/>
              </a:rPr>
              <a:t>, </a:t>
            </a:r>
            <a:r>
              <a:rPr lang="en-US" sz="1400" dirty="0">
                <a:solidFill>
                  <a:srgbClr val="C00000"/>
                </a:solidFill>
                <a:latin typeface="+mj-lt"/>
              </a:rPr>
              <a:t>Introduction to Machine Learning</a:t>
            </a:r>
            <a:r>
              <a:rPr lang="en-US" sz="1400" dirty="0">
                <a:latin typeface="+mj-lt"/>
              </a:rPr>
              <a:t>, 3rd ed., </a:t>
            </a:r>
            <a:r>
              <a:rPr lang="en-US" sz="1400" i="1" dirty="0">
                <a:latin typeface="+mj-lt"/>
              </a:rPr>
              <a:t>MIT Press</a:t>
            </a:r>
            <a:r>
              <a:rPr lang="en-US" sz="1400" dirty="0">
                <a:latin typeface="+mj-lt"/>
              </a:rPr>
              <a:t>, 2014</a:t>
            </a:r>
          </a:p>
          <a:p>
            <a:pPr marL="457200" indent="-457200" algn="just">
              <a:buFont typeface="+mj-lt"/>
              <a:buAutoNum type="arabicPeriod"/>
            </a:pPr>
            <a:r>
              <a:rPr lang="en-US" sz="1400" dirty="0">
                <a:latin typeface="+mj-lt"/>
              </a:rPr>
              <a:t>Florin </a:t>
            </a:r>
            <a:r>
              <a:rPr lang="en-US" sz="1400" dirty="0" err="1">
                <a:latin typeface="+mj-lt"/>
              </a:rPr>
              <a:t>Gorunescu</a:t>
            </a:r>
            <a:r>
              <a:rPr lang="id-ID" sz="1400" dirty="0">
                <a:latin typeface="+mj-lt"/>
              </a:rPr>
              <a:t>, </a:t>
            </a:r>
            <a:r>
              <a:rPr lang="en-US" sz="1400" dirty="0">
                <a:solidFill>
                  <a:srgbClr val="C00000"/>
                </a:solidFill>
                <a:latin typeface="+mj-lt"/>
              </a:rPr>
              <a:t>Data Mining: Concepts, Models and Techniques</a:t>
            </a:r>
            <a:r>
              <a:rPr lang="id-ID" sz="1400" dirty="0">
                <a:latin typeface="+mj-lt"/>
              </a:rPr>
              <a:t>, </a:t>
            </a:r>
            <a:r>
              <a:rPr lang="en-US" sz="1400" i="1" dirty="0">
                <a:latin typeface="+mj-lt"/>
              </a:rPr>
              <a:t>Springer</a:t>
            </a:r>
            <a:r>
              <a:rPr lang="id-ID" sz="1400" dirty="0">
                <a:latin typeface="+mj-lt"/>
              </a:rPr>
              <a:t>, </a:t>
            </a:r>
            <a:r>
              <a:rPr lang="en-US" sz="1400" dirty="0">
                <a:latin typeface="+mj-lt"/>
              </a:rPr>
              <a:t> 2011 </a:t>
            </a:r>
            <a:endParaRPr lang="id-ID" sz="1400" dirty="0">
              <a:latin typeface="+mj-lt"/>
            </a:endParaRPr>
          </a:p>
          <a:p>
            <a:pPr marL="457200" indent="-457200" algn="just">
              <a:buFont typeface="+mj-lt"/>
              <a:buAutoNum type="arabicPeriod"/>
            </a:pPr>
            <a:r>
              <a:rPr lang="en-US" sz="1400" dirty="0">
                <a:latin typeface="+mj-lt"/>
              </a:rPr>
              <a:t>Oded </a:t>
            </a:r>
            <a:r>
              <a:rPr lang="en-US" sz="1400" dirty="0" err="1">
                <a:latin typeface="+mj-lt"/>
              </a:rPr>
              <a:t>Maimon</a:t>
            </a:r>
            <a:r>
              <a:rPr lang="en-US" sz="1400" dirty="0">
                <a:latin typeface="+mj-lt"/>
              </a:rPr>
              <a:t> </a:t>
            </a:r>
            <a:r>
              <a:rPr lang="id-ID" sz="1400" dirty="0" err="1">
                <a:latin typeface="+mj-lt"/>
              </a:rPr>
              <a:t>and</a:t>
            </a:r>
            <a:r>
              <a:rPr lang="en-US" sz="1400" dirty="0">
                <a:latin typeface="+mj-lt"/>
              </a:rPr>
              <a:t> </a:t>
            </a:r>
            <a:r>
              <a:rPr lang="en-US" sz="1400" dirty="0" err="1">
                <a:latin typeface="+mj-lt"/>
              </a:rPr>
              <a:t>Lior</a:t>
            </a:r>
            <a:r>
              <a:rPr lang="en-US" sz="1400" dirty="0">
                <a:latin typeface="+mj-lt"/>
              </a:rPr>
              <a:t> </a:t>
            </a:r>
            <a:r>
              <a:rPr lang="en-US" sz="1400" dirty="0" err="1">
                <a:latin typeface="+mj-lt"/>
              </a:rPr>
              <a:t>Rokach</a:t>
            </a:r>
            <a:r>
              <a:rPr lang="id-ID" sz="1400" dirty="0">
                <a:solidFill>
                  <a:srgbClr val="C00000"/>
                </a:solidFill>
                <a:latin typeface="+mj-lt"/>
              </a:rPr>
              <a:t>, </a:t>
            </a:r>
            <a:r>
              <a:rPr lang="en-US" sz="1400" dirty="0">
                <a:solidFill>
                  <a:srgbClr val="C00000"/>
                </a:solidFill>
                <a:latin typeface="+mj-lt"/>
              </a:rPr>
              <a:t>Data Mining and Knowledge Discovery Handbook</a:t>
            </a:r>
            <a:r>
              <a:rPr lang="id-ID" sz="1400" dirty="0">
                <a:solidFill>
                  <a:srgbClr val="C00000"/>
                </a:solidFill>
                <a:latin typeface="+mj-lt"/>
              </a:rPr>
              <a:t> </a:t>
            </a:r>
            <a:r>
              <a:rPr lang="id-ID" sz="1400" dirty="0" err="1">
                <a:solidFill>
                  <a:srgbClr val="C00000"/>
                </a:solidFill>
                <a:latin typeface="+mj-lt"/>
              </a:rPr>
              <a:t>Second</a:t>
            </a:r>
            <a:r>
              <a:rPr lang="id-ID" sz="1400" dirty="0">
                <a:solidFill>
                  <a:srgbClr val="C00000"/>
                </a:solidFill>
                <a:latin typeface="+mj-lt"/>
              </a:rPr>
              <a:t> </a:t>
            </a:r>
            <a:r>
              <a:rPr lang="id-ID" sz="1400" dirty="0" err="1">
                <a:solidFill>
                  <a:srgbClr val="C00000"/>
                </a:solidFill>
                <a:latin typeface="+mj-lt"/>
              </a:rPr>
              <a:t>Edition</a:t>
            </a:r>
            <a:r>
              <a:rPr lang="id-ID" sz="1400" dirty="0">
                <a:latin typeface="+mj-lt"/>
              </a:rPr>
              <a:t>, </a:t>
            </a:r>
            <a:r>
              <a:rPr lang="id-ID" sz="1400" i="1" dirty="0" err="1">
                <a:latin typeface="+mj-lt"/>
              </a:rPr>
              <a:t>Springer</a:t>
            </a:r>
            <a:r>
              <a:rPr lang="id-ID" sz="1400" dirty="0">
                <a:latin typeface="+mj-lt"/>
              </a:rPr>
              <a:t>, 2010</a:t>
            </a:r>
          </a:p>
          <a:p>
            <a:pPr marL="457200" indent="-457200" algn="just">
              <a:buFont typeface="+mj-lt"/>
              <a:buAutoNum type="arabicPeriod"/>
            </a:pPr>
            <a:r>
              <a:rPr lang="en-US" sz="1400" dirty="0">
                <a:latin typeface="+mj-lt"/>
              </a:rPr>
              <a:t>Warren Liao and </a:t>
            </a:r>
            <a:r>
              <a:rPr lang="en-US" sz="1400" dirty="0" err="1">
                <a:latin typeface="+mj-lt"/>
              </a:rPr>
              <a:t>Evangelos</a:t>
            </a:r>
            <a:r>
              <a:rPr lang="en-US" sz="1400" dirty="0">
                <a:latin typeface="+mj-lt"/>
              </a:rPr>
              <a:t> </a:t>
            </a:r>
            <a:r>
              <a:rPr lang="en-US" sz="1400" dirty="0" err="1">
                <a:latin typeface="+mj-lt"/>
              </a:rPr>
              <a:t>Triantaphyllou</a:t>
            </a:r>
            <a:r>
              <a:rPr lang="id-ID" sz="1400" dirty="0">
                <a:latin typeface="+mj-lt"/>
              </a:rPr>
              <a:t> (</a:t>
            </a:r>
            <a:r>
              <a:rPr lang="id-ID" sz="1400" dirty="0" err="1">
                <a:latin typeface="+mj-lt"/>
              </a:rPr>
              <a:t>eds</a:t>
            </a:r>
            <a:r>
              <a:rPr lang="id-ID" sz="1400" dirty="0">
                <a:latin typeface="+mj-lt"/>
              </a:rPr>
              <a:t>.), </a:t>
            </a:r>
            <a:r>
              <a:rPr lang="en-US" sz="1400" dirty="0">
                <a:solidFill>
                  <a:srgbClr val="C00000"/>
                </a:solidFill>
                <a:latin typeface="+mj-lt"/>
              </a:rPr>
              <a:t>Recent Advances in Data Mining of Enterprise Data: Algorithms</a:t>
            </a:r>
            <a:r>
              <a:rPr lang="id-ID" sz="1400" dirty="0">
                <a:solidFill>
                  <a:srgbClr val="C00000"/>
                </a:solidFill>
                <a:latin typeface="+mj-lt"/>
              </a:rPr>
              <a:t> </a:t>
            </a:r>
            <a:r>
              <a:rPr lang="en-US" sz="1400" dirty="0">
                <a:solidFill>
                  <a:srgbClr val="C00000"/>
                </a:solidFill>
                <a:latin typeface="+mj-lt"/>
              </a:rPr>
              <a:t>and Applications</a:t>
            </a:r>
            <a:r>
              <a:rPr lang="id-ID" sz="1400" dirty="0">
                <a:latin typeface="+mj-lt"/>
              </a:rPr>
              <a:t>, </a:t>
            </a:r>
            <a:r>
              <a:rPr lang="id-ID" sz="1400" i="1" dirty="0">
                <a:latin typeface="+mj-lt"/>
              </a:rPr>
              <a:t>World </a:t>
            </a:r>
            <a:r>
              <a:rPr lang="id-ID" sz="1400" i="1" dirty="0" err="1">
                <a:latin typeface="+mj-lt"/>
              </a:rPr>
              <a:t>Scientific</a:t>
            </a:r>
            <a:r>
              <a:rPr lang="id-ID" sz="1400" dirty="0">
                <a:latin typeface="+mj-lt"/>
              </a:rPr>
              <a:t>, 2007</a:t>
            </a:r>
            <a:r>
              <a:rPr lang="en-US" sz="1400" dirty="0">
                <a:latin typeface="+mj-lt"/>
              </a:rPr>
              <a:t> </a:t>
            </a:r>
            <a:endParaRPr lang="id-ID" sz="1400" dirty="0">
              <a:latin typeface="+mj-lt"/>
            </a:endParaRPr>
          </a:p>
          <a:p>
            <a:pPr marL="457200" indent="-457200" algn="just">
              <a:buFont typeface="+mj-lt"/>
              <a:buAutoNum type="arabicPeriod"/>
            </a:pPr>
            <a:r>
              <a:rPr lang="id-ID" sz="1400" dirty="0">
                <a:latin typeface="+mj-lt"/>
              </a:rPr>
              <a:t>Suyanto, </a:t>
            </a:r>
            <a:r>
              <a:rPr lang="id-ID" sz="1400" dirty="0">
                <a:solidFill>
                  <a:srgbClr val="C00000"/>
                </a:solidFill>
                <a:latin typeface="+mj-lt"/>
              </a:rPr>
              <a:t>DATA MINING: Untuk klasifikasi dan </a:t>
            </a:r>
            <a:r>
              <a:rPr lang="id-ID" sz="1400" dirty="0" err="1">
                <a:solidFill>
                  <a:srgbClr val="C00000"/>
                </a:solidFill>
                <a:latin typeface="+mj-lt"/>
              </a:rPr>
              <a:t>klasterisasi</a:t>
            </a:r>
            <a:r>
              <a:rPr lang="id-ID" sz="1400" dirty="0">
                <a:solidFill>
                  <a:srgbClr val="C00000"/>
                </a:solidFill>
                <a:latin typeface="+mj-lt"/>
              </a:rPr>
              <a:t> data, </a:t>
            </a:r>
            <a:r>
              <a:rPr lang="id-ID" sz="1400" i="1" dirty="0">
                <a:latin typeface="+mj-lt"/>
              </a:rPr>
              <a:t>Penerbit Informatika, </a:t>
            </a:r>
            <a:r>
              <a:rPr lang="id-ID" sz="1400" dirty="0">
                <a:latin typeface="+mj-lt"/>
              </a:rPr>
              <a:t>2017</a:t>
            </a:r>
          </a:p>
          <a:p>
            <a:pPr marL="457200" indent="-457200" algn="just">
              <a:buFont typeface="+mj-lt"/>
              <a:buAutoNum type="arabicPeriod"/>
            </a:pPr>
            <a:endParaRPr lang="id-ID" sz="1400" dirty="0">
              <a:latin typeface="+mj-lt"/>
            </a:endParaRPr>
          </a:p>
        </p:txBody>
      </p:sp>
    </p:spTree>
    <p:extLst>
      <p:ext uri="{BB962C8B-B14F-4D97-AF65-F5344CB8AC3E}">
        <p14:creationId xmlns:p14="http://schemas.microsoft.com/office/powerpoint/2010/main" val="3294539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0A98D763-1B09-4579-9FDE-876D5F6D6527}"/>
              </a:ext>
            </a:extLst>
          </p:cNvPr>
          <p:cNvSpPr>
            <a:spLocks noGrp="1"/>
          </p:cNvSpPr>
          <p:nvPr>
            <p:ph type="ctrTitle"/>
          </p:nvPr>
        </p:nvSpPr>
        <p:spPr/>
        <p:txBody>
          <a:bodyPr/>
          <a:lstStyle/>
          <a:p>
            <a:r>
              <a:rPr lang="id-ID" dirty="0" err="1"/>
              <a:t>Decision</a:t>
            </a:r>
            <a:r>
              <a:rPr lang="id-ID" dirty="0"/>
              <a:t> Tree</a:t>
            </a:r>
            <a:endParaRPr lang="en-US" dirty="0"/>
          </a:p>
        </p:txBody>
      </p:sp>
      <p:sp>
        <p:nvSpPr>
          <p:cNvPr id="3" name="Subjudul 2">
            <a:extLst>
              <a:ext uri="{FF2B5EF4-FFF2-40B4-BE49-F238E27FC236}">
                <a16:creationId xmlns:a16="http://schemas.microsoft.com/office/drawing/2014/main" id="{803D6827-DBBC-4606-B74E-FEAB448E1470}"/>
              </a:ext>
            </a:extLst>
          </p:cNvPr>
          <p:cNvSpPr>
            <a:spLocks noGrp="1"/>
          </p:cNvSpPr>
          <p:nvPr>
            <p:ph type="subTitle" idx="1"/>
          </p:nvPr>
        </p:nvSpPr>
        <p:spPr/>
        <p:txBody>
          <a:bodyPr/>
          <a:lstStyle/>
          <a:p>
            <a:pPr>
              <a:lnSpc>
                <a:spcPct val="100000"/>
              </a:lnSpc>
              <a:spcBef>
                <a:spcPts val="0"/>
              </a:spcBef>
            </a:pPr>
            <a:r>
              <a:rPr lang="id-ID" dirty="0">
                <a:latin typeface="+mj-lt"/>
              </a:rPr>
              <a:t>Irwansyah Saputra, S.Kom., M.Kom., MTA</a:t>
            </a:r>
          </a:p>
          <a:p>
            <a:pPr>
              <a:lnSpc>
                <a:spcPct val="100000"/>
              </a:lnSpc>
              <a:spcBef>
                <a:spcPts val="0"/>
              </a:spcBef>
            </a:pPr>
            <a:r>
              <a:rPr lang="id-ID" sz="1200" dirty="0" err="1">
                <a:latin typeface="+mj-lt"/>
              </a:rPr>
              <a:t>Founder</a:t>
            </a:r>
            <a:r>
              <a:rPr lang="id-ID" sz="1200" dirty="0">
                <a:latin typeface="+mj-lt"/>
              </a:rPr>
              <a:t> </a:t>
            </a:r>
            <a:r>
              <a:rPr lang="id-ID" sz="1200" dirty="0" err="1">
                <a:latin typeface="+mj-lt"/>
              </a:rPr>
              <a:t>of</a:t>
            </a:r>
            <a:r>
              <a:rPr lang="id-ID" sz="1200" dirty="0">
                <a:latin typeface="+mj-lt"/>
              </a:rPr>
              <a:t> Multinity Indonesia</a:t>
            </a:r>
            <a:endParaRPr lang="en-US" sz="1200" dirty="0">
              <a:latin typeface="+mj-lt"/>
            </a:endParaRPr>
          </a:p>
          <a:p>
            <a:endParaRPr lang="en-US" dirty="0"/>
          </a:p>
        </p:txBody>
      </p:sp>
    </p:spTree>
    <p:extLst>
      <p:ext uri="{BB962C8B-B14F-4D97-AF65-F5344CB8AC3E}">
        <p14:creationId xmlns:p14="http://schemas.microsoft.com/office/powerpoint/2010/main" val="2181423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0EFFE5BF-2C4B-4852-A464-8D737D2DFACD}"/>
              </a:ext>
            </a:extLst>
          </p:cNvPr>
          <p:cNvSpPr>
            <a:spLocks noGrp="1"/>
          </p:cNvSpPr>
          <p:nvPr>
            <p:ph type="title"/>
          </p:nvPr>
        </p:nvSpPr>
        <p:spPr/>
        <p:txBody>
          <a:bodyPr/>
          <a:lstStyle/>
          <a:p>
            <a:r>
              <a:rPr lang="id-ID" dirty="0" err="1"/>
              <a:t>Decision</a:t>
            </a:r>
            <a:r>
              <a:rPr lang="id-ID" dirty="0"/>
              <a:t> </a:t>
            </a:r>
            <a:r>
              <a:rPr lang="id-ID" dirty="0" err="1"/>
              <a:t>tree</a:t>
            </a:r>
            <a:r>
              <a:rPr lang="id-ID" dirty="0"/>
              <a:t> dalam keseharian</a:t>
            </a:r>
            <a:endParaRPr lang="en-US" dirty="0"/>
          </a:p>
        </p:txBody>
      </p:sp>
      <p:sp>
        <p:nvSpPr>
          <p:cNvPr id="3" name="Tampungan Konten 2">
            <a:extLst>
              <a:ext uri="{FF2B5EF4-FFF2-40B4-BE49-F238E27FC236}">
                <a16:creationId xmlns:a16="http://schemas.microsoft.com/office/drawing/2014/main" id="{D5E0BC37-00BB-4414-B3CF-C6612711D46C}"/>
              </a:ext>
            </a:extLst>
          </p:cNvPr>
          <p:cNvSpPr>
            <a:spLocks noGrp="1"/>
          </p:cNvSpPr>
          <p:nvPr>
            <p:ph idx="1"/>
          </p:nvPr>
        </p:nvSpPr>
        <p:spPr/>
        <p:txBody>
          <a:bodyPr/>
          <a:lstStyle/>
          <a:p>
            <a:pPr marL="0" indent="0">
              <a:lnSpc>
                <a:spcPct val="107000"/>
              </a:lnSpc>
              <a:spcBef>
                <a:spcPts val="0"/>
              </a:spcBef>
              <a:buNone/>
            </a:pPr>
            <a:r>
              <a:rPr lang="id-ID" sz="1350" dirty="0">
                <a:latin typeface="+mj-lt"/>
                <a:ea typeface="Calibri" panose="020F0502020204030204" pitchFamily="34" charset="0"/>
                <a:cs typeface="Arial" panose="020B0604020202020204" pitchFamily="34" charset="0"/>
              </a:rPr>
              <a:t>Dalam kehidupan sehari-hari, kita pasti akan menggunakan algoritme </a:t>
            </a:r>
            <a:r>
              <a:rPr lang="id-ID" sz="1350" dirty="0" err="1">
                <a:latin typeface="+mj-lt"/>
                <a:ea typeface="Calibri" panose="020F0502020204030204" pitchFamily="34" charset="0"/>
                <a:cs typeface="Arial" panose="020B0604020202020204" pitchFamily="34" charset="0"/>
              </a:rPr>
              <a:t>decision</a:t>
            </a:r>
            <a:r>
              <a:rPr lang="id-ID" sz="1350" dirty="0">
                <a:latin typeface="+mj-lt"/>
                <a:ea typeface="Calibri" panose="020F0502020204030204" pitchFamily="34" charset="0"/>
                <a:cs typeface="Arial" panose="020B0604020202020204" pitchFamily="34" charset="0"/>
              </a:rPr>
              <a:t> </a:t>
            </a:r>
            <a:r>
              <a:rPr lang="id-ID" sz="1350" dirty="0" err="1">
                <a:latin typeface="+mj-lt"/>
                <a:ea typeface="Calibri" panose="020F0502020204030204" pitchFamily="34" charset="0"/>
                <a:cs typeface="Arial" panose="020B0604020202020204" pitchFamily="34" charset="0"/>
              </a:rPr>
              <a:t>tree</a:t>
            </a:r>
            <a:r>
              <a:rPr lang="id-ID" sz="1350" dirty="0">
                <a:latin typeface="+mj-lt"/>
                <a:ea typeface="Calibri" panose="020F0502020204030204" pitchFamily="34" charset="0"/>
                <a:cs typeface="Arial" panose="020B0604020202020204" pitchFamily="34" charset="0"/>
              </a:rPr>
              <a:t> walaupun mungkin kita menggunakannya tanpa sadar. Misalnya syarat mengikuti ujian universitas adalah:</a:t>
            </a:r>
            <a:endParaRPr lang="en-US" sz="1350" dirty="0">
              <a:latin typeface="+mj-lt"/>
              <a:ea typeface="Calibri" panose="020F0502020204030204" pitchFamily="34" charset="0"/>
              <a:cs typeface="Arial" panose="020B0604020202020204" pitchFamily="34" charset="0"/>
            </a:endParaRPr>
          </a:p>
          <a:p>
            <a:pPr marL="257175" indent="-257175">
              <a:lnSpc>
                <a:spcPct val="107000"/>
              </a:lnSpc>
              <a:spcBef>
                <a:spcPts val="0"/>
              </a:spcBef>
              <a:buFont typeface="Symbol" panose="05050102010706020507" pitchFamily="18" charset="2"/>
              <a:buChar char=""/>
            </a:pPr>
            <a:r>
              <a:rPr lang="id-ID" sz="1350" dirty="0">
                <a:latin typeface="+mj-lt"/>
                <a:ea typeface="Calibri" panose="020F0502020204030204" pitchFamily="34" charset="0"/>
                <a:cs typeface="Arial" panose="020B0604020202020204" pitchFamily="34" charset="0"/>
              </a:rPr>
              <a:t>Terdaftar sebagai mahasiswa aktif</a:t>
            </a:r>
            <a:endParaRPr lang="en-US" sz="1350" dirty="0">
              <a:latin typeface="+mj-lt"/>
              <a:ea typeface="Calibri" panose="020F0502020204030204" pitchFamily="34" charset="0"/>
              <a:cs typeface="Arial" panose="020B0604020202020204" pitchFamily="34" charset="0"/>
            </a:endParaRPr>
          </a:p>
          <a:p>
            <a:pPr marL="257175" indent="-257175">
              <a:lnSpc>
                <a:spcPct val="107000"/>
              </a:lnSpc>
              <a:spcBef>
                <a:spcPts val="0"/>
              </a:spcBef>
              <a:buFont typeface="Symbol" panose="05050102010706020507" pitchFamily="18" charset="2"/>
              <a:buChar char=""/>
            </a:pPr>
            <a:r>
              <a:rPr lang="id-ID" sz="1350" dirty="0">
                <a:latin typeface="+mj-lt"/>
                <a:ea typeface="Calibri" panose="020F0502020204030204" pitchFamily="34" charset="0"/>
                <a:cs typeface="Arial" panose="020B0604020202020204" pitchFamily="34" charset="0"/>
              </a:rPr>
              <a:t>Tidak terkena sanksi akademik</a:t>
            </a:r>
            <a:endParaRPr lang="en-US" sz="1350" dirty="0">
              <a:latin typeface="+mj-lt"/>
              <a:ea typeface="Calibri" panose="020F0502020204030204" pitchFamily="34" charset="0"/>
              <a:cs typeface="Arial" panose="020B0604020202020204" pitchFamily="34" charset="0"/>
            </a:endParaRPr>
          </a:p>
          <a:p>
            <a:pPr marL="257175" indent="-257175">
              <a:lnSpc>
                <a:spcPct val="107000"/>
              </a:lnSpc>
              <a:spcBef>
                <a:spcPts val="0"/>
              </a:spcBef>
              <a:buFont typeface="Symbol" panose="05050102010706020507" pitchFamily="18" charset="2"/>
              <a:buChar char=""/>
            </a:pPr>
            <a:r>
              <a:rPr lang="id-ID" sz="1350" dirty="0">
                <a:latin typeface="+mj-lt"/>
                <a:ea typeface="Calibri" panose="020F0502020204030204" pitchFamily="34" charset="0"/>
                <a:cs typeface="Arial" panose="020B0604020202020204" pitchFamily="34" charset="0"/>
              </a:rPr>
              <a:t>Tidak ada nilai C</a:t>
            </a:r>
            <a:endParaRPr lang="en-US" sz="1350" dirty="0">
              <a:latin typeface="+mj-lt"/>
              <a:ea typeface="Calibri" panose="020F0502020204030204" pitchFamily="34" charset="0"/>
              <a:cs typeface="Arial" panose="020B0604020202020204" pitchFamily="34" charset="0"/>
            </a:endParaRPr>
          </a:p>
          <a:p>
            <a:endParaRPr lang="en-US" dirty="0">
              <a:latin typeface="+mj-lt"/>
            </a:endParaRPr>
          </a:p>
        </p:txBody>
      </p:sp>
      <p:sp>
        <p:nvSpPr>
          <p:cNvPr id="4" name="Rectangle 2">
            <a:extLst>
              <a:ext uri="{FF2B5EF4-FFF2-40B4-BE49-F238E27FC236}">
                <a16:creationId xmlns:a16="http://schemas.microsoft.com/office/drawing/2014/main" id="{73B6615E-3BF8-48AF-9D42-5449992D3A4B}"/>
              </a:ext>
            </a:extLst>
          </p:cNvPr>
          <p:cNvSpPr>
            <a:spLocks noChangeArrowheads="1"/>
          </p:cNvSpPr>
          <p:nvPr/>
        </p:nvSpPr>
        <p:spPr bwMode="auto">
          <a:xfrm>
            <a:off x="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latin typeface="+mj-lt"/>
            </a:endParaRPr>
          </a:p>
        </p:txBody>
      </p:sp>
      <p:graphicFrame>
        <p:nvGraphicFramePr>
          <p:cNvPr id="5" name="Objek 4">
            <a:extLst>
              <a:ext uri="{FF2B5EF4-FFF2-40B4-BE49-F238E27FC236}">
                <a16:creationId xmlns:a16="http://schemas.microsoft.com/office/drawing/2014/main" id="{78AC88EC-2233-408C-9494-987D80DC09B4}"/>
              </a:ext>
            </a:extLst>
          </p:cNvPr>
          <p:cNvGraphicFramePr>
            <a:graphicFrameLocks noChangeAspect="1"/>
          </p:cNvGraphicFramePr>
          <p:nvPr>
            <p:extLst>
              <p:ext uri="{D42A27DB-BD31-4B8C-83A1-F6EECF244321}">
                <p14:modId xmlns:p14="http://schemas.microsoft.com/office/powerpoint/2010/main" val="3598659389"/>
              </p:ext>
            </p:extLst>
          </p:nvPr>
        </p:nvGraphicFramePr>
        <p:xfrm>
          <a:off x="3193869" y="2024743"/>
          <a:ext cx="3156926" cy="2508560"/>
        </p:xfrm>
        <a:graphic>
          <a:graphicData uri="http://schemas.openxmlformats.org/presentationml/2006/ole">
            <mc:AlternateContent xmlns:mc="http://schemas.openxmlformats.org/markup-compatibility/2006">
              <mc:Choice xmlns:v="urn:schemas-microsoft-com:vml" Requires="v">
                <p:oleObj name="Visio" r:id="rId2" imgW="6477148" imgH="5133986" progId="Visio.Drawing.15">
                  <p:embed/>
                </p:oleObj>
              </mc:Choice>
              <mc:Fallback>
                <p:oleObj name="Visio" r:id="rId2" imgW="6477148" imgH="5133986" progId="Visio.Drawing.15">
                  <p:embed/>
                  <p:pic>
                    <p:nvPicPr>
                      <p:cNvPr id="5" name="Objek 4">
                        <a:extLst>
                          <a:ext uri="{FF2B5EF4-FFF2-40B4-BE49-F238E27FC236}">
                            <a16:creationId xmlns:a16="http://schemas.microsoft.com/office/drawing/2014/main" id="{78AC88EC-2233-408C-9494-987D80DC09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3869" y="2024743"/>
                        <a:ext cx="3156926" cy="2508560"/>
                      </a:xfrm>
                      <a:prstGeom prst="rect">
                        <a:avLst/>
                      </a:prstGeom>
                      <a:noFill/>
                    </p:spPr>
                  </p:pic>
                </p:oleObj>
              </mc:Fallback>
            </mc:AlternateContent>
          </a:graphicData>
        </a:graphic>
      </p:graphicFrame>
    </p:spTree>
    <p:extLst>
      <p:ext uri="{BB962C8B-B14F-4D97-AF65-F5344CB8AC3E}">
        <p14:creationId xmlns:p14="http://schemas.microsoft.com/office/powerpoint/2010/main" val="3958868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52D1D453-0E5C-4790-A274-6D6977647A21}"/>
              </a:ext>
            </a:extLst>
          </p:cNvPr>
          <p:cNvSpPr>
            <a:spLocks noGrp="1"/>
          </p:cNvSpPr>
          <p:nvPr>
            <p:ph type="title"/>
          </p:nvPr>
        </p:nvSpPr>
        <p:spPr/>
        <p:txBody>
          <a:bodyPr/>
          <a:lstStyle/>
          <a:p>
            <a:r>
              <a:rPr lang="id-ID" dirty="0"/>
              <a:t>Ide dasar </a:t>
            </a:r>
            <a:r>
              <a:rPr lang="id-ID" dirty="0" err="1"/>
              <a:t>Decision</a:t>
            </a:r>
            <a:r>
              <a:rPr lang="id-ID" dirty="0"/>
              <a:t> </a:t>
            </a:r>
            <a:r>
              <a:rPr lang="id-ID" dirty="0" err="1"/>
              <a:t>tree</a:t>
            </a:r>
            <a:endParaRPr lang="en-US" dirty="0"/>
          </a:p>
        </p:txBody>
      </p:sp>
      <p:sp>
        <p:nvSpPr>
          <p:cNvPr id="3" name="Tampungan Konten 2">
            <a:extLst>
              <a:ext uri="{FF2B5EF4-FFF2-40B4-BE49-F238E27FC236}">
                <a16:creationId xmlns:a16="http://schemas.microsoft.com/office/drawing/2014/main" id="{1BB43090-EA3E-4D32-BC40-62765B410B9C}"/>
              </a:ext>
            </a:extLst>
          </p:cNvPr>
          <p:cNvSpPr>
            <a:spLocks noGrp="1"/>
          </p:cNvSpPr>
          <p:nvPr>
            <p:ph idx="1"/>
          </p:nvPr>
        </p:nvSpPr>
        <p:spPr/>
        <p:txBody>
          <a:bodyPr>
            <a:normAutofit/>
          </a:bodyPr>
          <a:lstStyle/>
          <a:p>
            <a:r>
              <a:rPr lang="id-ID" sz="1600" dirty="0">
                <a:latin typeface="+mj-lt"/>
              </a:rPr>
              <a:t>Mencari ukuran varians / entropi dari berbagai atribut.</a:t>
            </a:r>
          </a:p>
          <a:p>
            <a:r>
              <a:rPr lang="id-ID" sz="1600" dirty="0">
                <a:latin typeface="+mj-lt"/>
              </a:rPr>
              <a:t>Mendapatkan akar sebagai atribut yang memiliki informasi terbanyak dalam </a:t>
            </a:r>
            <a:r>
              <a:rPr lang="id-ID" sz="1600" dirty="0" err="1">
                <a:latin typeface="+mj-lt"/>
              </a:rPr>
              <a:t>dataset</a:t>
            </a:r>
            <a:r>
              <a:rPr lang="id-ID" sz="1600" dirty="0">
                <a:latin typeface="+mj-lt"/>
              </a:rPr>
              <a:t> berdasarkan ukuran entropi.</a:t>
            </a:r>
          </a:p>
          <a:p>
            <a:r>
              <a:rPr lang="id-ID" sz="1600" dirty="0">
                <a:latin typeface="+mj-lt"/>
              </a:rPr>
              <a:t>Kemudian, membuat cabang untuk atribut yang memiliki peringkat di bawah akar. Semakin kecil informasi yang dimiliki, atribut akan semakin di bawah. </a:t>
            </a:r>
          </a:p>
          <a:p>
            <a:r>
              <a:rPr lang="id-ID" sz="1600" dirty="0">
                <a:latin typeface="+mj-lt"/>
              </a:rPr>
              <a:t>Ujungnya adalah daun. Di tingkatan ini, perhitungan akan berhenti dilakukan karena sudah mencapai akhir pohon.</a:t>
            </a:r>
          </a:p>
          <a:p>
            <a:r>
              <a:rPr lang="sv-SE" sz="1600" dirty="0">
                <a:latin typeface="+mj-lt"/>
              </a:rPr>
              <a:t>Setelah model pohon dibuat, akan menghasilkan aturan IF – Then yang dapat digunakan dan dipahami tanpa membutuhkan pengetahuan statistika sama sekali.</a:t>
            </a:r>
            <a:endParaRPr lang="en-US" sz="1600" dirty="0">
              <a:latin typeface="+mj-lt"/>
            </a:endParaRPr>
          </a:p>
        </p:txBody>
      </p:sp>
    </p:spTree>
    <p:extLst>
      <p:ext uri="{BB962C8B-B14F-4D97-AF65-F5344CB8AC3E}">
        <p14:creationId xmlns:p14="http://schemas.microsoft.com/office/powerpoint/2010/main" val="1098848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32C80AFA-83F1-4DC8-A76B-C5C73F0B9130}"/>
              </a:ext>
            </a:extLst>
          </p:cNvPr>
          <p:cNvSpPr>
            <a:spLocks noGrp="1"/>
          </p:cNvSpPr>
          <p:nvPr>
            <p:ph type="title"/>
          </p:nvPr>
        </p:nvSpPr>
        <p:spPr/>
        <p:txBody>
          <a:bodyPr/>
          <a:lstStyle/>
          <a:p>
            <a:r>
              <a:rPr lang="id-ID" dirty="0"/>
              <a:t>Struktur Pohon</a:t>
            </a:r>
            <a:endParaRPr lang="en-US" dirty="0"/>
          </a:p>
        </p:txBody>
      </p:sp>
      <p:sp>
        <p:nvSpPr>
          <p:cNvPr id="3" name="Tampungan Konten 2">
            <a:extLst>
              <a:ext uri="{FF2B5EF4-FFF2-40B4-BE49-F238E27FC236}">
                <a16:creationId xmlns:a16="http://schemas.microsoft.com/office/drawing/2014/main" id="{9D8788AA-26DD-48C9-A10C-E63AC2E3124D}"/>
              </a:ext>
            </a:extLst>
          </p:cNvPr>
          <p:cNvSpPr>
            <a:spLocks noGrp="1"/>
          </p:cNvSpPr>
          <p:nvPr>
            <p:ph idx="1"/>
          </p:nvPr>
        </p:nvSpPr>
        <p:spPr>
          <a:xfrm>
            <a:off x="471488" y="3138055"/>
            <a:ext cx="5915025" cy="1612431"/>
          </a:xfrm>
        </p:spPr>
        <p:txBody>
          <a:bodyPr>
            <a:normAutofit lnSpcReduction="10000"/>
          </a:bodyPr>
          <a:lstStyle/>
          <a:p>
            <a:pPr marL="0" indent="0">
              <a:lnSpc>
                <a:spcPct val="107000"/>
              </a:lnSpc>
              <a:spcBef>
                <a:spcPts val="0"/>
              </a:spcBef>
              <a:spcAft>
                <a:spcPts val="600"/>
              </a:spcAft>
              <a:buNone/>
            </a:pPr>
            <a:r>
              <a:rPr lang="id-ID" sz="1200" dirty="0">
                <a:latin typeface="+mj-lt"/>
                <a:ea typeface="Calibri" panose="020F0502020204030204" pitchFamily="34" charset="0"/>
                <a:cs typeface="Arial" panose="020B0604020202020204" pitchFamily="34" charset="0"/>
              </a:rPr>
              <a:t>Keterangan:</a:t>
            </a:r>
            <a:endParaRPr lang="en-US" sz="1200" dirty="0">
              <a:latin typeface="+mj-lt"/>
              <a:ea typeface="Calibri" panose="020F0502020204030204" pitchFamily="34" charset="0"/>
              <a:cs typeface="Arial" panose="020B0604020202020204" pitchFamily="34" charset="0"/>
            </a:endParaRPr>
          </a:p>
          <a:p>
            <a:pPr marL="257175" indent="-257175">
              <a:lnSpc>
                <a:spcPct val="107000"/>
              </a:lnSpc>
              <a:spcBef>
                <a:spcPts val="0"/>
              </a:spcBef>
              <a:buFont typeface="Symbol" panose="05050102010706020507" pitchFamily="18" charset="2"/>
              <a:buChar char=""/>
            </a:pPr>
            <a:r>
              <a:rPr lang="id-ID" sz="1200" dirty="0" err="1">
                <a:latin typeface="+mj-lt"/>
                <a:ea typeface="Calibri" panose="020F0502020204030204" pitchFamily="34" charset="0"/>
                <a:cs typeface="Arial" panose="020B0604020202020204" pitchFamily="34" charset="0"/>
              </a:rPr>
              <a:t>Root</a:t>
            </a:r>
            <a:r>
              <a:rPr lang="id-ID" sz="1200" dirty="0">
                <a:latin typeface="+mj-lt"/>
                <a:ea typeface="Calibri" panose="020F0502020204030204" pitchFamily="34" charset="0"/>
                <a:cs typeface="Arial" panose="020B0604020202020204" pitchFamily="34" charset="0"/>
              </a:rPr>
              <a:t> </a:t>
            </a:r>
            <a:r>
              <a:rPr lang="id-ID" sz="1200" dirty="0" err="1">
                <a:latin typeface="+mj-lt"/>
                <a:ea typeface="Calibri" panose="020F0502020204030204" pitchFamily="34" charset="0"/>
                <a:cs typeface="Arial" panose="020B0604020202020204" pitchFamily="34" charset="0"/>
              </a:rPr>
              <a:t>Node</a:t>
            </a:r>
            <a:r>
              <a:rPr lang="id-ID" sz="1200" dirty="0">
                <a:latin typeface="+mj-lt"/>
                <a:ea typeface="Calibri" panose="020F0502020204030204" pitchFamily="34" charset="0"/>
                <a:cs typeface="Arial" panose="020B0604020202020204" pitchFamily="34" charset="0"/>
              </a:rPr>
              <a:t>		= biasa juga disebut dengan </a:t>
            </a:r>
            <a:r>
              <a:rPr lang="id-ID" sz="1200" dirty="0" err="1">
                <a:latin typeface="+mj-lt"/>
                <a:ea typeface="Calibri" panose="020F0502020204030204" pitchFamily="34" charset="0"/>
                <a:cs typeface="Arial" panose="020B0604020202020204" pitchFamily="34" charset="0"/>
              </a:rPr>
              <a:t>node</a:t>
            </a:r>
            <a:r>
              <a:rPr lang="id-ID" sz="1200" dirty="0">
                <a:latin typeface="+mj-lt"/>
                <a:ea typeface="Calibri" panose="020F0502020204030204" pitchFamily="34" charset="0"/>
                <a:cs typeface="Arial" panose="020B0604020202020204" pitchFamily="34" charset="0"/>
              </a:rPr>
              <a:t> induk. Yaitu </a:t>
            </a:r>
            <a:r>
              <a:rPr lang="id-ID" sz="1200" dirty="0" err="1">
                <a:latin typeface="+mj-lt"/>
                <a:ea typeface="Calibri" panose="020F0502020204030204" pitchFamily="34" charset="0"/>
                <a:cs typeface="Arial" panose="020B0604020202020204" pitchFamily="34" charset="0"/>
              </a:rPr>
              <a:t>node</a:t>
            </a:r>
            <a:r>
              <a:rPr lang="id-ID" sz="1200" dirty="0">
                <a:latin typeface="+mj-lt"/>
                <a:ea typeface="Calibri" panose="020F0502020204030204" pitchFamily="34" charset="0"/>
                <a:cs typeface="Arial" panose="020B0604020202020204" pitchFamily="34" charset="0"/>
              </a:rPr>
              <a:t> pertama yang ditempati oleh atribut dengan nilai informasi tertinggi.</a:t>
            </a:r>
            <a:endParaRPr lang="en-US" sz="1200" dirty="0">
              <a:latin typeface="+mj-lt"/>
              <a:ea typeface="Calibri" panose="020F0502020204030204" pitchFamily="34" charset="0"/>
              <a:cs typeface="Arial" panose="020B0604020202020204" pitchFamily="34" charset="0"/>
            </a:endParaRPr>
          </a:p>
          <a:p>
            <a:pPr marL="257175" indent="-257175">
              <a:lnSpc>
                <a:spcPct val="107000"/>
              </a:lnSpc>
              <a:spcBef>
                <a:spcPts val="0"/>
              </a:spcBef>
              <a:buFont typeface="Symbol" panose="05050102010706020507" pitchFamily="18" charset="2"/>
              <a:buChar char=""/>
            </a:pPr>
            <a:r>
              <a:rPr lang="id-ID" sz="1200" dirty="0" err="1">
                <a:latin typeface="+mj-lt"/>
                <a:ea typeface="Calibri" panose="020F0502020204030204" pitchFamily="34" charset="0"/>
                <a:cs typeface="Arial" panose="020B0604020202020204" pitchFamily="34" charset="0"/>
              </a:rPr>
              <a:t>Decision</a:t>
            </a:r>
            <a:r>
              <a:rPr lang="id-ID" sz="1200" dirty="0">
                <a:latin typeface="+mj-lt"/>
                <a:ea typeface="Calibri" panose="020F0502020204030204" pitchFamily="34" charset="0"/>
                <a:cs typeface="Arial" panose="020B0604020202020204" pitchFamily="34" charset="0"/>
              </a:rPr>
              <a:t> </a:t>
            </a:r>
            <a:r>
              <a:rPr lang="id-ID" sz="1200" dirty="0" err="1">
                <a:latin typeface="+mj-lt"/>
                <a:ea typeface="Calibri" panose="020F0502020204030204" pitchFamily="34" charset="0"/>
                <a:cs typeface="Arial" panose="020B0604020202020204" pitchFamily="34" charset="0"/>
              </a:rPr>
              <a:t>Node</a:t>
            </a:r>
            <a:r>
              <a:rPr lang="id-ID" sz="1200" dirty="0">
                <a:latin typeface="+mj-lt"/>
                <a:ea typeface="Calibri" panose="020F0502020204030204" pitchFamily="34" charset="0"/>
                <a:cs typeface="Arial" panose="020B0604020202020204" pitchFamily="34" charset="0"/>
              </a:rPr>
              <a:t>	= pemisahan sub </a:t>
            </a:r>
            <a:r>
              <a:rPr lang="id-ID" sz="1200" dirty="0" err="1">
                <a:latin typeface="+mj-lt"/>
                <a:ea typeface="Calibri" panose="020F0502020204030204" pitchFamily="34" charset="0"/>
                <a:cs typeface="Arial" panose="020B0604020202020204" pitchFamily="34" charset="0"/>
              </a:rPr>
              <a:t>node</a:t>
            </a:r>
            <a:r>
              <a:rPr lang="id-ID" sz="1200" dirty="0">
                <a:latin typeface="+mj-lt"/>
                <a:ea typeface="Calibri" panose="020F0502020204030204" pitchFamily="34" charset="0"/>
                <a:cs typeface="Arial" panose="020B0604020202020204" pitchFamily="34" charset="0"/>
              </a:rPr>
              <a:t> menjadi lebih banyak sub </a:t>
            </a:r>
            <a:r>
              <a:rPr lang="id-ID" sz="1200" dirty="0" err="1">
                <a:latin typeface="+mj-lt"/>
                <a:ea typeface="Calibri" panose="020F0502020204030204" pitchFamily="34" charset="0"/>
                <a:cs typeface="Arial" panose="020B0604020202020204" pitchFamily="34" charset="0"/>
              </a:rPr>
              <a:t>node</a:t>
            </a:r>
            <a:r>
              <a:rPr lang="id-ID" sz="1200" dirty="0">
                <a:latin typeface="+mj-lt"/>
                <a:ea typeface="Calibri" panose="020F0502020204030204" pitchFamily="34" charset="0"/>
                <a:cs typeface="Arial" panose="020B0604020202020204" pitchFamily="34" charset="0"/>
              </a:rPr>
              <a:t>.</a:t>
            </a:r>
            <a:endParaRPr lang="en-US" sz="1200" dirty="0">
              <a:latin typeface="+mj-lt"/>
              <a:ea typeface="Calibri" panose="020F0502020204030204" pitchFamily="34" charset="0"/>
              <a:cs typeface="Arial" panose="020B0604020202020204" pitchFamily="34" charset="0"/>
            </a:endParaRPr>
          </a:p>
          <a:p>
            <a:pPr marL="257175" indent="-257175">
              <a:lnSpc>
                <a:spcPct val="107000"/>
              </a:lnSpc>
              <a:spcBef>
                <a:spcPts val="0"/>
              </a:spcBef>
              <a:buFont typeface="Symbol" panose="05050102010706020507" pitchFamily="18" charset="2"/>
              <a:buChar char=""/>
            </a:pPr>
            <a:r>
              <a:rPr lang="id-ID" sz="1200" dirty="0" err="1">
                <a:latin typeface="+mj-lt"/>
                <a:ea typeface="Calibri" panose="020F0502020204030204" pitchFamily="34" charset="0"/>
                <a:cs typeface="Arial" panose="020B0604020202020204" pitchFamily="34" charset="0"/>
              </a:rPr>
              <a:t>Leaf</a:t>
            </a:r>
            <a:r>
              <a:rPr lang="id-ID" sz="1200" dirty="0">
                <a:latin typeface="+mj-lt"/>
                <a:ea typeface="Calibri" panose="020F0502020204030204" pitchFamily="34" charset="0"/>
                <a:cs typeface="Arial" panose="020B0604020202020204" pitchFamily="34" charset="0"/>
              </a:rPr>
              <a:t> </a:t>
            </a:r>
            <a:r>
              <a:rPr lang="id-ID" sz="1200" dirty="0" err="1">
                <a:latin typeface="+mj-lt"/>
                <a:ea typeface="Calibri" panose="020F0502020204030204" pitchFamily="34" charset="0"/>
                <a:cs typeface="Arial" panose="020B0604020202020204" pitchFamily="34" charset="0"/>
              </a:rPr>
              <a:t>Node</a:t>
            </a:r>
            <a:r>
              <a:rPr lang="id-ID" sz="1200" dirty="0">
                <a:latin typeface="+mj-lt"/>
                <a:ea typeface="Calibri" panose="020F0502020204030204" pitchFamily="34" charset="0"/>
                <a:cs typeface="Arial" panose="020B0604020202020204" pitchFamily="34" charset="0"/>
              </a:rPr>
              <a:t>		= </a:t>
            </a:r>
            <a:r>
              <a:rPr lang="id-ID" sz="1200" dirty="0" err="1">
                <a:latin typeface="+mj-lt"/>
                <a:ea typeface="Calibri" panose="020F0502020204030204" pitchFamily="34" charset="0"/>
                <a:cs typeface="Arial" panose="020B0604020202020204" pitchFamily="34" charset="0"/>
              </a:rPr>
              <a:t>node</a:t>
            </a:r>
            <a:r>
              <a:rPr lang="id-ID" sz="1200" dirty="0">
                <a:latin typeface="+mj-lt"/>
                <a:ea typeface="Calibri" panose="020F0502020204030204" pitchFamily="34" charset="0"/>
                <a:cs typeface="Arial" panose="020B0604020202020204" pitchFamily="34" charset="0"/>
              </a:rPr>
              <a:t> terminal, karena tidak dapat dipisahkan lagi.</a:t>
            </a:r>
            <a:endParaRPr lang="en-US" sz="1200" dirty="0">
              <a:latin typeface="+mj-lt"/>
              <a:ea typeface="Calibri" panose="020F0502020204030204" pitchFamily="34" charset="0"/>
              <a:cs typeface="Arial" panose="020B0604020202020204" pitchFamily="34" charset="0"/>
            </a:endParaRPr>
          </a:p>
          <a:p>
            <a:pPr marL="257175" indent="-257175">
              <a:lnSpc>
                <a:spcPct val="107000"/>
              </a:lnSpc>
              <a:spcBef>
                <a:spcPts val="0"/>
              </a:spcBef>
              <a:spcAft>
                <a:spcPts val="600"/>
              </a:spcAft>
              <a:buFont typeface="Symbol" panose="05050102010706020507" pitchFamily="18" charset="2"/>
              <a:buChar char=""/>
            </a:pPr>
            <a:r>
              <a:rPr lang="id-ID" sz="1200" dirty="0">
                <a:latin typeface="+mj-lt"/>
                <a:ea typeface="Calibri" panose="020F0502020204030204" pitchFamily="34" charset="0"/>
                <a:cs typeface="Arial" panose="020B0604020202020204" pitchFamily="34" charset="0"/>
              </a:rPr>
              <a:t>Sub-Tree		= biasa disebut cabang, yaitu bagian pohon dari pohon keseluruhan.</a:t>
            </a:r>
            <a:endParaRPr lang="en-US" sz="1200" dirty="0">
              <a:latin typeface="+mj-lt"/>
              <a:ea typeface="Calibri" panose="020F0502020204030204" pitchFamily="34" charset="0"/>
              <a:cs typeface="Arial" panose="020B0604020202020204" pitchFamily="34" charset="0"/>
            </a:endParaRPr>
          </a:p>
          <a:p>
            <a:endParaRPr lang="en-US" sz="1350" dirty="0">
              <a:latin typeface="+mj-lt"/>
            </a:endParaRPr>
          </a:p>
        </p:txBody>
      </p:sp>
      <p:sp>
        <p:nvSpPr>
          <p:cNvPr id="8" name="Rectangle 6">
            <a:extLst>
              <a:ext uri="{FF2B5EF4-FFF2-40B4-BE49-F238E27FC236}">
                <a16:creationId xmlns:a16="http://schemas.microsoft.com/office/drawing/2014/main" id="{420CE6C4-81E5-4DCE-9DE2-FE07E07560E6}"/>
              </a:ext>
            </a:extLst>
          </p:cNvPr>
          <p:cNvSpPr>
            <a:spLocks noChangeArrowheads="1"/>
          </p:cNvSpPr>
          <p:nvPr/>
        </p:nvSpPr>
        <p:spPr bwMode="auto">
          <a:xfrm>
            <a:off x="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latin typeface="+mj-lt"/>
            </a:endParaRPr>
          </a:p>
        </p:txBody>
      </p:sp>
      <p:graphicFrame>
        <p:nvGraphicFramePr>
          <p:cNvPr id="9" name="Objek 8">
            <a:extLst>
              <a:ext uri="{FF2B5EF4-FFF2-40B4-BE49-F238E27FC236}">
                <a16:creationId xmlns:a16="http://schemas.microsoft.com/office/drawing/2014/main" id="{24F16F55-E42F-48BC-B848-9EEEF8517293}"/>
              </a:ext>
            </a:extLst>
          </p:cNvPr>
          <p:cNvGraphicFramePr>
            <a:graphicFrameLocks noChangeAspect="1"/>
          </p:cNvGraphicFramePr>
          <p:nvPr>
            <p:extLst>
              <p:ext uri="{D42A27DB-BD31-4B8C-83A1-F6EECF244321}">
                <p14:modId xmlns:p14="http://schemas.microsoft.com/office/powerpoint/2010/main" val="3199303335"/>
              </p:ext>
            </p:extLst>
          </p:nvPr>
        </p:nvGraphicFramePr>
        <p:xfrm>
          <a:off x="1714500" y="1046401"/>
          <a:ext cx="3429000" cy="2286000"/>
        </p:xfrm>
        <a:graphic>
          <a:graphicData uri="http://schemas.openxmlformats.org/presentationml/2006/ole">
            <mc:AlternateContent xmlns:mc="http://schemas.openxmlformats.org/markup-compatibility/2006">
              <mc:Choice xmlns:v="urn:schemas-microsoft-com:vml" Requires="v">
                <p:oleObj name="Visio" r:id="rId2" imgW="5753322" imgH="3848408" progId="Visio.Drawing.15">
                  <p:embed/>
                </p:oleObj>
              </mc:Choice>
              <mc:Fallback>
                <p:oleObj name="Visio" r:id="rId2" imgW="5753322" imgH="3848408" progId="Visio.Drawing.15">
                  <p:embed/>
                  <p:pic>
                    <p:nvPicPr>
                      <p:cNvPr id="9" name="Objek 8">
                        <a:extLst>
                          <a:ext uri="{FF2B5EF4-FFF2-40B4-BE49-F238E27FC236}">
                            <a16:creationId xmlns:a16="http://schemas.microsoft.com/office/drawing/2014/main" id="{24F16F55-E42F-48BC-B848-9EEEF85172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4500" y="1046401"/>
                        <a:ext cx="3429000" cy="228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00188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9DC3055-E89A-459F-90EE-9E3BEAC944F1}"/>
              </a:ext>
            </a:extLst>
          </p:cNvPr>
          <p:cNvSpPr>
            <a:spLocks noGrp="1"/>
          </p:cNvSpPr>
          <p:nvPr>
            <p:ph type="title"/>
          </p:nvPr>
        </p:nvSpPr>
        <p:spPr/>
        <p:txBody>
          <a:bodyPr/>
          <a:lstStyle/>
          <a:p>
            <a:r>
              <a:rPr lang="id-ID" dirty="0"/>
              <a:t>Kenapa harus mencari </a:t>
            </a:r>
            <a:r>
              <a:rPr lang="id-ID" dirty="0" err="1"/>
              <a:t>root</a:t>
            </a:r>
            <a:r>
              <a:rPr lang="id-ID" dirty="0"/>
              <a:t> </a:t>
            </a:r>
            <a:r>
              <a:rPr lang="id-ID" dirty="0" err="1"/>
              <a:t>node</a:t>
            </a:r>
            <a:r>
              <a:rPr lang="id-ID" dirty="0"/>
              <a:t>?</a:t>
            </a:r>
            <a:endParaRPr lang="en-US" dirty="0"/>
          </a:p>
        </p:txBody>
      </p:sp>
      <p:sp>
        <p:nvSpPr>
          <p:cNvPr id="3" name="Tampungan Konten 2">
            <a:extLst>
              <a:ext uri="{FF2B5EF4-FFF2-40B4-BE49-F238E27FC236}">
                <a16:creationId xmlns:a16="http://schemas.microsoft.com/office/drawing/2014/main" id="{41A02132-BE44-459F-90A5-9B7D549AEAE2}"/>
              </a:ext>
            </a:extLst>
          </p:cNvPr>
          <p:cNvSpPr>
            <a:spLocks noGrp="1"/>
          </p:cNvSpPr>
          <p:nvPr>
            <p:ph idx="1"/>
          </p:nvPr>
        </p:nvSpPr>
        <p:spPr/>
        <p:txBody>
          <a:bodyPr>
            <a:normAutofit/>
          </a:bodyPr>
          <a:lstStyle/>
          <a:p>
            <a:r>
              <a:rPr lang="id-ID" sz="1800" dirty="0">
                <a:latin typeface="+mj-lt"/>
              </a:rPr>
              <a:t>Jika menggunakan sembarang atribut sebagai </a:t>
            </a:r>
            <a:r>
              <a:rPr lang="id-ID" sz="1800" dirty="0" err="1">
                <a:latin typeface="+mj-lt"/>
              </a:rPr>
              <a:t>root</a:t>
            </a:r>
            <a:r>
              <a:rPr lang="id-ID" sz="1800" dirty="0">
                <a:latin typeface="+mj-lt"/>
              </a:rPr>
              <a:t>, maka aturan yang dihasilkan akan tidak berguna sama sekali.</a:t>
            </a:r>
          </a:p>
          <a:p>
            <a:r>
              <a:rPr lang="id-ID" sz="1800" dirty="0">
                <a:latin typeface="+mj-lt"/>
              </a:rPr>
              <a:t>Mencari atribut sebagai </a:t>
            </a:r>
            <a:r>
              <a:rPr lang="id-ID" sz="1800" dirty="0" err="1">
                <a:latin typeface="+mj-lt"/>
              </a:rPr>
              <a:t>root</a:t>
            </a:r>
            <a:r>
              <a:rPr lang="id-ID" sz="1800" dirty="0">
                <a:latin typeface="+mj-lt"/>
              </a:rPr>
              <a:t> untuk mengetahui seberapa pengaruhnya atribut tersebut pada kelas target. Tentunya, atribut yang memiliki informasi tertinggi layak menjadi </a:t>
            </a:r>
            <a:r>
              <a:rPr lang="id-ID" sz="1800" dirty="0" err="1">
                <a:latin typeface="+mj-lt"/>
              </a:rPr>
              <a:t>root</a:t>
            </a:r>
            <a:r>
              <a:rPr lang="id-ID" sz="1800" dirty="0">
                <a:latin typeface="+mj-lt"/>
              </a:rPr>
              <a:t>.</a:t>
            </a:r>
          </a:p>
          <a:p>
            <a:r>
              <a:rPr lang="id-ID" sz="1800" dirty="0">
                <a:latin typeface="+mj-lt"/>
              </a:rPr>
              <a:t>Tanpa </a:t>
            </a:r>
            <a:r>
              <a:rPr lang="id-ID" sz="1800" dirty="0" err="1">
                <a:latin typeface="+mj-lt"/>
              </a:rPr>
              <a:t>root</a:t>
            </a:r>
            <a:r>
              <a:rPr lang="id-ID" sz="1800" dirty="0">
                <a:latin typeface="+mj-lt"/>
              </a:rPr>
              <a:t>, kita tak bisa membuat struktur pohon yang benar.</a:t>
            </a:r>
          </a:p>
          <a:p>
            <a:r>
              <a:rPr lang="id-ID" sz="1800" dirty="0" err="1">
                <a:latin typeface="+mj-lt"/>
              </a:rPr>
              <a:t>Root</a:t>
            </a:r>
            <a:r>
              <a:rPr lang="id-ID" sz="1800" dirty="0">
                <a:latin typeface="+mj-lt"/>
              </a:rPr>
              <a:t> akan sangat penting dalam membuat aturan yang dihasilkan dari pohon.</a:t>
            </a:r>
            <a:endParaRPr lang="en-US" sz="1800" dirty="0">
              <a:latin typeface="+mj-lt"/>
            </a:endParaRPr>
          </a:p>
        </p:txBody>
      </p:sp>
    </p:spTree>
    <p:extLst>
      <p:ext uri="{BB962C8B-B14F-4D97-AF65-F5344CB8AC3E}">
        <p14:creationId xmlns:p14="http://schemas.microsoft.com/office/powerpoint/2010/main" val="2901811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8D79FB83-4335-458B-B9E2-BCFE87100355}"/>
              </a:ext>
            </a:extLst>
          </p:cNvPr>
          <p:cNvSpPr>
            <a:spLocks noGrp="1"/>
          </p:cNvSpPr>
          <p:nvPr>
            <p:ph type="title"/>
          </p:nvPr>
        </p:nvSpPr>
        <p:spPr/>
        <p:txBody>
          <a:bodyPr/>
          <a:lstStyle/>
          <a:p>
            <a:r>
              <a:rPr lang="id-ID" dirty="0"/>
              <a:t>Bagaimana cara mencari </a:t>
            </a:r>
            <a:r>
              <a:rPr lang="id-ID" dirty="0" err="1"/>
              <a:t>root</a:t>
            </a:r>
            <a:r>
              <a:rPr lang="id-ID" dirty="0"/>
              <a:t>?</a:t>
            </a:r>
            <a:endParaRPr lang="en-US" dirty="0"/>
          </a:p>
        </p:txBody>
      </p:sp>
      <p:sp>
        <p:nvSpPr>
          <p:cNvPr id="3" name="Tampungan Konten 2">
            <a:extLst>
              <a:ext uri="{FF2B5EF4-FFF2-40B4-BE49-F238E27FC236}">
                <a16:creationId xmlns:a16="http://schemas.microsoft.com/office/drawing/2014/main" id="{A6F7C961-6826-4E80-9556-BC9E872DCECB}"/>
              </a:ext>
            </a:extLst>
          </p:cNvPr>
          <p:cNvSpPr>
            <a:spLocks noGrp="1"/>
          </p:cNvSpPr>
          <p:nvPr>
            <p:ph idx="1"/>
          </p:nvPr>
        </p:nvSpPr>
        <p:spPr/>
        <p:txBody>
          <a:bodyPr>
            <a:normAutofit/>
          </a:bodyPr>
          <a:lstStyle/>
          <a:p>
            <a:r>
              <a:rPr lang="id-ID" sz="1800" dirty="0">
                <a:latin typeface="+mj-lt"/>
              </a:rPr>
              <a:t>Pertama, kita harus mendapatkan varians dari setiap kelas pada atribut dan total target.</a:t>
            </a:r>
          </a:p>
          <a:p>
            <a:r>
              <a:rPr lang="id-ID" sz="1800" dirty="0">
                <a:latin typeface="+mj-lt"/>
              </a:rPr>
              <a:t>Hitung varians tersebut dengan entropi.</a:t>
            </a:r>
          </a:p>
          <a:p>
            <a:r>
              <a:rPr lang="id-ID" sz="1800" dirty="0">
                <a:latin typeface="+mj-lt"/>
              </a:rPr>
              <a:t>Cari </a:t>
            </a:r>
            <a:r>
              <a:rPr lang="id-ID" sz="1800" dirty="0" err="1">
                <a:latin typeface="+mj-lt"/>
              </a:rPr>
              <a:t>weighting</a:t>
            </a:r>
            <a:r>
              <a:rPr lang="id-ID" sz="1800" dirty="0">
                <a:latin typeface="+mj-lt"/>
              </a:rPr>
              <a:t> </a:t>
            </a:r>
            <a:r>
              <a:rPr lang="id-ID" sz="1800" dirty="0" err="1">
                <a:latin typeface="+mj-lt"/>
              </a:rPr>
              <a:t>average</a:t>
            </a:r>
            <a:r>
              <a:rPr lang="id-ID" sz="1800" dirty="0">
                <a:latin typeface="+mj-lt"/>
              </a:rPr>
              <a:t> dari setiap atribut.</a:t>
            </a:r>
          </a:p>
          <a:p>
            <a:r>
              <a:rPr lang="id-ID" sz="1800" dirty="0">
                <a:latin typeface="+mj-lt"/>
              </a:rPr>
              <a:t>Lakukan perhitungan entropi total – </a:t>
            </a:r>
            <a:r>
              <a:rPr lang="id-ID" sz="1800" dirty="0" err="1">
                <a:latin typeface="+mj-lt"/>
              </a:rPr>
              <a:t>weighting</a:t>
            </a:r>
            <a:r>
              <a:rPr lang="id-ID" sz="1800" dirty="0">
                <a:latin typeface="+mj-lt"/>
              </a:rPr>
              <a:t> </a:t>
            </a:r>
            <a:r>
              <a:rPr lang="id-ID" sz="1800" dirty="0" err="1">
                <a:latin typeface="+mj-lt"/>
              </a:rPr>
              <a:t>average</a:t>
            </a:r>
            <a:r>
              <a:rPr lang="id-ID" sz="1800" dirty="0">
                <a:latin typeface="+mj-lt"/>
              </a:rPr>
              <a:t>. Ini disebut </a:t>
            </a:r>
            <a:r>
              <a:rPr lang="id-ID" sz="1800" dirty="0" err="1">
                <a:latin typeface="+mj-lt"/>
              </a:rPr>
              <a:t>information</a:t>
            </a:r>
            <a:r>
              <a:rPr lang="id-ID" sz="1800" dirty="0">
                <a:latin typeface="+mj-lt"/>
              </a:rPr>
              <a:t> gain.</a:t>
            </a:r>
          </a:p>
          <a:p>
            <a:r>
              <a:rPr lang="id-ID" sz="1800" dirty="0">
                <a:latin typeface="+mj-lt"/>
              </a:rPr>
              <a:t>atribut yang memiliki </a:t>
            </a:r>
            <a:r>
              <a:rPr lang="id-ID" sz="1800" dirty="0" err="1">
                <a:latin typeface="+mj-lt"/>
              </a:rPr>
              <a:t>information</a:t>
            </a:r>
            <a:r>
              <a:rPr lang="id-ID" sz="1800" dirty="0">
                <a:latin typeface="+mj-lt"/>
              </a:rPr>
              <a:t> gain tertinggi, maka layak menjadi </a:t>
            </a:r>
            <a:r>
              <a:rPr lang="id-ID" sz="1800" dirty="0" err="1">
                <a:latin typeface="+mj-lt"/>
              </a:rPr>
              <a:t>root</a:t>
            </a:r>
            <a:r>
              <a:rPr lang="id-ID" sz="1800" dirty="0">
                <a:latin typeface="+mj-lt"/>
              </a:rPr>
              <a:t>.</a:t>
            </a:r>
            <a:endParaRPr lang="en-US" sz="1800" dirty="0">
              <a:latin typeface="+mj-lt"/>
            </a:endParaRPr>
          </a:p>
        </p:txBody>
      </p:sp>
    </p:spTree>
    <p:extLst>
      <p:ext uri="{BB962C8B-B14F-4D97-AF65-F5344CB8AC3E}">
        <p14:creationId xmlns:p14="http://schemas.microsoft.com/office/powerpoint/2010/main" val="837492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0A4247D5-F35C-4906-BCCB-C93C4DEACF49}"/>
              </a:ext>
            </a:extLst>
          </p:cNvPr>
          <p:cNvSpPr>
            <a:spLocks noGrp="1"/>
          </p:cNvSpPr>
          <p:nvPr>
            <p:ph type="title"/>
          </p:nvPr>
        </p:nvSpPr>
        <p:spPr/>
        <p:txBody>
          <a:bodyPr/>
          <a:lstStyle/>
          <a:p>
            <a:r>
              <a:rPr lang="id-ID" dirty="0"/>
              <a:t>Apa itu entropi?</a:t>
            </a:r>
            <a:endParaRPr lang="en-US"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3038A399-13EF-4B09-B8B9-6572B4286CB6}"/>
                  </a:ext>
                </a:extLst>
              </p:cNvPr>
              <p:cNvSpPr>
                <a:spLocks noGrp="1"/>
              </p:cNvSpPr>
              <p:nvPr>
                <p:ph idx="1"/>
              </p:nvPr>
            </p:nvSpPr>
            <p:spPr/>
            <p:txBody>
              <a:bodyPr>
                <a:normAutofit/>
              </a:bodyPr>
              <a:lstStyle/>
              <a:p>
                <a:r>
                  <a:rPr lang="id-ID" sz="1600" dirty="0">
                    <a:latin typeface="+mj-lt"/>
                  </a:rPr>
                  <a:t>Sederhananya, Entropi adalah ukuran </a:t>
                </a:r>
                <a:r>
                  <a:rPr lang="id-ID" sz="1600" dirty="0" err="1">
                    <a:latin typeface="+mj-lt"/>
                  </a:rPr>
                  <a:t>ketidakteraturan</a:t>
                </a:r>
                <a:r>
                  <a:rPr lang="id-ID" sz="1600" dirty="0">
                    <a:latin typeface="+mj-lt"/>
                  </a:rPr>
                  <a:t> (</a:t>
                </a:r>
                <a:r>
                  <a:rPr lang="id-ID" sz="1600" dirty="0" err="1">
                    <a:latin typeface="+mj-lt"/>
                  </a:rPr>
                  <a:t>measure</a:t>
                </a:r>
                <a:r>
                  <a:rPr lang="id-ID" sz="1600" dirty="0">
                    <a:latin typeface="+mj-lt"/>
                  </a:rPr>
                  <a:t> </a:t>
                </a:r>
                <a:r>
                  <a:rPr lang="id-ID" sz="1600" dirty="0" err="1">
                    <a:latin typeface="+mj-lt"/>
                  </a:rPr>
                  <a:t>of</a:t>
                </a:r>
                <a:r>
                  <a:rPr lang="id-ID" sz="1600" dirty="0">
                    <a:latin typeface="+mj-lt"/>
                  </a:rPr>
                  <a:t> disorder), bisa juga disebut dengan ukuran kemurnian (</a:t>
                </a:r>
                <a:r>
                  <a:rPr lang="id-ID" sz="1600" dirty="0" err="1">
                    <a:latin typeface="+mj-lt"/>
                  </a:rPr>
                  <a:t>purity</a:t>
                </a:r>
                <a:r>
                  <a:rPr lang="id-ID" sz="1600" dirty="0">
                    <a:latin typeface="+mj-lt"/>
                  </a:rPr>
                  <a:t>). </a:t>
                </a:r>
              </a:p>
              <a:p>
                <a:pPr marL="0" indent="0">
                  <a:buNone/>
                </a:pPr>
                <a:r>
                  <a:rPr lang="id-ID" sz="1600" dirty="0">
                    <a:latin typeface="+mj-lt"/>
                    <a:ea typeface="Calibri" panose="020F0502020204030204" pitchFamily="34" charset="0"/>
                    <a:cs typeface="Arial" panose="020B0604020202020204" pitchFamily="34" charset="0"/>
                  </a:rPr>
                  <a:t>Rumusnya:</a:t>
                </a:r>
              </a:p>
              <a:p>
                <a:pPr marL="0" indent="0">
                  <a:buNone/>
                </a:pPr>
                <a14:m>
                  <m:oMathPara xmlns:m="http://schemas.openxmlformats.org/officeDocument/2006/math">
                    <m:oMathParaPr>
                      <m:jc m:val="centerGroup"/>
                    </m:oMathParaPr>
                    <m:oMath xmlns:m="http://schemas.openxmlformats.org/officeDocument/2006/math">
                      <m:r>
                        <a:rPr lang="id-ID" sz="1600" i="1">
                          <a:latin typeface="Cambria Math" panose="02040503050406030204" pitchFamily="18" charset="0"/>
                          <a:ea typeface="Calibri" panose="020F0502020204030204" pitchFamily="34" charset="0"/>
                          <a:cs typeface="Arial" panose="020B0604020202020204" pitchFamily="34" charset="0"/>
                        </a:rPr>
                        <m:t>𝐸</m:t>
                      </m:r>
                      <m:d>
                        <m:dPr>
                          <m:ctrlPr>
                            <a:rPr lang="en-US" sz="1600" i="1">
                              <a:effectLst/>
                              <a:latin typeface="Cambria Math" panose="02040503050406030204" pitchFamily="18" charset="0"/>
                            </a:rPr>
                          </m:ctrlPr>
                        </m:dPr>
                        <m:e>
                          <m:r>
                            <a:rPr lang="id-ID" sz="1600" i="1">
                              <a:latin typeface="Cambria Math" panose="02040503050406030204" pitchFamily="18" charset="0"/>
                              <a:ea typeface="Calibri" panose="020F0502020204030204" pitchFamily="34" charset="0"/>
                              <a:cs typeface="Arial" panose="020B0604020202020204" pitchFamily="34" charset="0"/>
                            </a:rPr>
                            <m:t>𝑆</m:t>
                          </m:r>
                        </m:e>
                      </m:d>
                      <m:r>
                        <a:rPr lang="id-ID" sz="1600" i="1">
                          <a:latin typeface="Cambria Math" panose="02040503050406030204" pitchFamily="18" charset="0"/>
                          <a:ea typeface="Calibri" panose="020F0502020204030204" pitchFamily="34" charset="0"/>
                          <a:cs typeface="Arial" panose="020B0604020202020204" pitchFamily="34" charset="0"/>
                        </a:rPr>
                        <m:t>=</m:t>
                      </m:r>
                      <m:nary>
                        <m:naryPr>
                          <m:chr m:val="∑"/>
                          <m:limLoc m:val="undOvr"/>
                          <m:ctrlPr>
                            <a:rPr lang="en-US" sz="1600" i="1">
                              <a:effectLst/>
                              <a:latin typeface="Cambria Math" panose="02040503050406030204" pitchFamily="18" charset="0"/>
                            </a:rPr>
                          </m:ctrlPr>
                        </m:naryPr>
                        <m:sub>
                          <m:r>
                            <a:rPr lang="id-ID" sz="1600" i="1">
                              <a:latin typeface="Cambria Math" panose="02040503050406030204" pitchFamily="18" charset="0"/>
                              <a:ea typeface="Calibri" panose="020F0502020204030204" pitchFamily="34" charset="0"/>
                              <a:cs typeface="Arial" panose="020B0604020202020204" pitchFamily="34" charset="0"/>
                            </a:rPr>
                            <m:t>𝑖</m:t>
                          </m:r>
                          <m:r>
                            <a:rPr lang="id-ID" sz="1600" i="1">
                              <a:latin typeface="Cambria Math" panose="02040503050406030204" pitchFamily="18" charset="0"/>
                              <a:ea typeface="Calibri" panose="020F0502020204030204" pitchFamily="34" charset="0"/>
                              <a:cs typeface="Arial" panose="020B0604020202020204" pitchFamily="34" charset="0"/>
                            </a:rPr>
                            <m:t>=1</m:t>
                          </m:r>
                        </m:sub>
                        <m:sup>
                          <m:r>
                            <a:rPr lang="id-ID" sz="1600" i="1">
                              <a:latin typeface="Cambria Math" panose="02040503050406030204" pitchFamily="18" charset="0"/>
                              <a:ea typeface="Calibri" panose="020F0502020204030204" pitchFamily="34" charset="0"/>
                              <a:cs typeface="Arial" panose="020B0604020202020204" pitchFamily="34" charset="0"/>
                            </a:rPr>
                            <m:t>𝑛</m:t>
                          </m:r>
                        </m:sup>
                        <m:e>
                          <m:r>
                            <a:rPr lang="id-ID" sz="1600" i="1">
                              <a:latin typeface="Cambria Math" panose="02040503050406030204" pitchFamily="18" charset="0"/>
                              <a:ea typeface="Calibri" panose="020F0502020204030204" pitchFamily="34" charset="0"/>
                              <a:cs typeface="Arial" panose="020B0604020202020204" pitchFamily="34" charset="0"/>
                            </a:rPr>
                            <m:t>−</m:t>
                          </m:r>
                          <m:sSub>
                            <m:sSubPr>
                              <m:ctrlPr>
                                <a:rPr lang="en-US" sz="1600" i="1">
                                  <a:effectLst/>
                                  <a:latin typeface="Cambria Math" panose="02040503050406030204" pitchFamily="18" charset="0"/>
                                </a:rPr>
                              </m:ctrlPr>
                            </m:sSubPr>
                            <m:e>
                              <m:r>
                                <a:rPr lang="id-ID" sz="1600" i="1">
                                  <a:latin typeface="Cambria Math" panose="02040503050406030204" pitchFamily="18" charset="0"/>
                                  <a:ea typeface="Calibri" panose="020F0502020204030204" pitchFamily="34" charset="0"/>
                                  <a:cs typeface="Arial" panose="020B0604020202020204" pitchFamily="34" charset="0"/>
                                </a:rPr>
                                <m:t>𝑝</m:t>
                              </m:r>
                            </m:e>
                            <m:sub>
                              <m:r>
                                <a:rPr lang="id-ID" sz="1600" i="1">
                                  <a:latin typeface="Cambria Math" panose="02040503050406030204" pitchFamily="18" charset="0"/>
                                  <a:ea typeface="Calibri" panose="020F0502020204030204" pitchFamily="34" charset="0"/>
                                  <a:cs typeface="Arial" panose="020B0604020202020204" pitchFamily="34" charset="0"/>
                                </a:rPr>
                                <m:t>𝑖</m:t>
                              </m:r>
                            </m:sub>
                          </m:sSub>
                          <m:func>
                            <m:funcPr>
                              <m:ctrlPr>
                                <a:rPr lang="en-US" sz="1600" i="1">
                                  <a:effectLst/>
                                  <a:latin typeface="Cambria Math" panose="02040503050406030204" pitchFamily="18" charset="0"/>
                                </a:rPr>
                              </m:ctrlPr>
                            </m:funcPr>
                            <m:fName>
                              <m:sSub>
                                <m:sSubPr>
                                  <m:ctrlPr>
                                    <a:rPr lang="en-US" sz="1600" i="1">
                                      <a:effectLst/>
                                      <a:latin typeface="Cambria Math" panose="02040503050406030204" pitchFamily="18" charset="0"/>
                                    </a:rPr>
                                  </m:ctrlPr>
                                </m:sSubPr>
                                <m:e>
                                  <m:r>
                                    <m:rPr>
                                      <m:sty m:val="p"/>
                                    </m:rPr>
                                    <a:rPr lang="id-ID" sz="1600">
                                      <a:latin typeface="Cambria Math" panose="02040503050406030204" pitchFamily="18" charset="0"/>
                                      <a:ea typeface="Calibri" panose="020F0502020204030204" pitchFamily="34" charset="0"/>
                                      <a:cs typeface="Arial" panose="020B0604020202020204" pitchFamily="34" charset="0"/>
                                    </a:rPr>
                                    <m:t>log</m:t>
                                  </m:r>
                                </m:e>
                                <m:sub>
                                  <m:r>
                                    <a:rPr lang="id-ID" sz="1600" i="1">
                                      <a:latin typeface="Cambria Math" panose="02040503050406030204" pitchFamily="18" charset="0"/>
                                      <a:ea typeface="Calibri" panose="020F0502020204030204" pitchFamily="34" charset="0"/>
                                      <a:cs typeface="Arial" panose="020B0604020202020204" pitchFamily="34" charset="0"/>
                                    </a:rPr>
                                    <m:t>2</m:t>
                                  </m:r>
                                </m:sub>
                              </m:sSub>
                            </m:fName>
                            <m:e>
                              <m:sSub>
                                <m:sSubPr>
                                  <m:ctrlPr>
                                    <a:rPr lang="en-US" sz="1600" i="1">
                                      <a:effectLst/>
                                      <a:latin typeface="Cambria Math" panose="02040503050406030204" pitchFamily="18" charset="0"/>
                                    </a:rPr>
                                  </m:ctrlPr>
                                </m:sSubPr>
                                <m:e>
                                  <m:r>
                                    <a:rPr lang="id-ID" sz="1600" i="1">
                                      <a:latin typeface="Cambria Math" panose="02040503050406030204" pitchFamily="18" charset="0"/>
                                      <a:ea typeface="Calibri" panose="020F0502020204030204" pitchFamily="34" charset="0"/>
                                      <a:cs typeface="Arial" panose="020B0604020202020204" pitchFamily="34" charset="0"/>
                                    </a:rPr>
                                    <m:t>𝑝</m:t>
                                  </m:r>
                                </m:e>
                                <m:sub>
                                  <m:r>
                                    <a:rPr lang="id-ID" sz="1600" i="1">
                                      <a:latin typeface="Cambria Math" panose="02040503050406030204" pitchFamily="18" charset="0"/>
                                      <a:ea typeface="Calibri" panose="020F0502020204030204" pitchFamily="34" charset="0"/>
                                      <a:cs typeface="Arial" panose="020B0604020202020204" pitchFamily="34" charset="0"/>
                                    </a:rPr>
                                    <m:t>𝑖</m:t>
                                  </m:r>
                                </m:sub>
                              </m:sSub>
                            </m:e>
                          </m:func>
                        </m:e>
                      </m:nary>
                    </m:oMath>
                  </m:oMathPara>
                </a14:m>
                <a:endParaRPr lang="id-ID" sz="1600" dirty="0">
                  <a:latin typeface="+mj-lt"/>
                </a:endParaRPr>
              </a:p>
              <a:p>
                <a:pPr marL="0" indent="0">
                  <a:lnSpc>
                    <a:spcPct val="107000"/>
                  </a:lnSpc>
                  <a:spcBef>
                    <a:spcPts val="0"/>
                  </a:spcBef>
                  <a:spcAft>
                    <a:spcPts val="600"/>
                  </a:spcAft>
                  <a:buNone/>
                </a:pPr>
                <a:r>
                  <a:rPr lang="id-ID" sz="1600" dirty="0">
                    <a:latin typeface="+mj-lt"/>
                    <a:ea typeface="Times New Roman" panose="02020603050405020304" pitchFamily="18" charset="0"/>
                    <a:cs typeface="Arial" panose="020B0604020202020204" pitchFamily="34" charset="0"/>
                  </a:rPr>
                  <a:t>Keterangan:</a:t>
                </a:r>
                <a:endParaRPr lang="en-US" sz="1600" dirty="0">
                  <a:latin typeface="+mj-lt"/>
                  <a:ea typeface="Calibri" panose="020F0502020204030204" pitchFamily="34" charset="0"/>
                  <a:cs typeface="Arial" panose="020B0604020202020204" pitchFamily="34" charset="0"/>
                </a:endParaRPr>
              </a:p>
              <a:p>
                <a:pPr marL="257175" indent="-257175">
                  <a:lnSpc>
                    <a:spcPct val="107000"/>
                  </a:lnSpc>
                  <a:spcBef>
                    <a:spcPts val="0"/>
                  </a:spcBef>
                  <a:buFont typeface="Symbol" panose="05050102010706020507" pitchFamily="18" charset="2"/>
                  <a:buChar char=""/>
                </a:pPr>
                <a14:m>
                  <m:oMath xmlns:m="http://schemas.openxmlformats.org/officeDocument/2006/math">
                    <m:r>
                      <a:rPr lang="id-ID" sz="1600" i="1">
                        <a:latin typeface="Cambria Math" panose="02040503050406030204" pitchFamily="18" charset="0"/>
                        <a:ea typeface="Calibri" panose="020F0502020204030204" pitchFamily="34" charset="0"/>
                        <a:cs typeface="Arial" panose="020B0604020202020204" pitchFamily="34" charset="0"/>
                      </a:rPr>
                      <m:t>𝑆</m:t>
                    </m:r>
                  </m:oMath>
                </a14:m>
                <a:r>
                  <a:rPr lang="id-ID" sz="1600" dirty="0">
                    <a:latin typeface="+mj-lt"/>
                    <a:ea typeface="Calibri" panose="020F0502020204030204" pitchFamily="34" charset="0"/>
                    <a:cs typeface="Arial" panose="020B0604020202020204" pitchFamily="34" charset="0"/>
                  </a:rPr>
                  <a:t>	= Himpunan kasus</a:t>
                </a:r>
                <a:endParaRPr lang="en-US" sz="1600" dirty="0">
                  <a:latin typeface="+mj-lt"/>
                  <a:ea typeface="Calibri" panose="020F0502020204030204" pitchFamily="34" charset="0"/>
                  <a:cs typeface="Arial" panose="020B0604020202020204" pitchFamily="34" charset="0"/>
                </a:endParaRPr>
              </a:p>
              <a:p>
                <a:pPr marL="257175" indent="-257175">
                  <a:lnSpc>
                    <a:spcPct val="107000"/>
                  </a:lnSpc>
                  <a:spcBef>
                    <a:spcPts val="0"/>
                  </a:spcBef>
                  <a:buFont typeface="Symbol" panose="05050102010706020507" pitchFamily="18" charset="2"/>
                  <a:buChar char=""/>
                </a:pPr>
                <a14:m>
                  <m:oMath xmlns:m="http://schemas.openxmlformats.org/officeDocument/2006/math">
                    <m:r>
                      <a:rPr lang="id-ID" sz="1600" i="1">
                        <a:latin typeface="Cambria Math" panose="02040503050406030204" pitchFamily="18" charset="0"/>
                        <a:ea typeface="Calibri" panose="020F0502020204030204" pitchFamily="34" charset="0"/>
                        <a:cs typeface="Arial" panose="020B0604020202020204" pitchFamily="34" charset="0"/>
                      </a:rPr>
                      <m:t>𝑛</m:t>
                    </m:r>
                  </m:oMath>
                </a14:m>
                <a:r>
                  <a:rPr lang="id-ID" sz="1600" dirty="0">
                    <a:latin typeface="+mj-lt"/>
                    <a:ea typeface="Calibri" panose="020F0502020204030204" pitchFamily="34" charset="0"/>
                    <a:cs typeface="Arial" panose="020B0604020202020204" pitchFamily="34" charset="0"/>
                  </a:rPr>
                  <a:t>	= Jumlah anggota dari </a:t>
                </a:r>
                <a14:m>
                  <m:oMath xmlns:m="http://schemas.openxmlformats.org/officeDocument/2006/math">
                    <m:r>
                      <a:rPr lang="id-ID" sz="1600" i="1">
                        <a:latin typeface="Cambria Math" panose="02040503050406030204" pitchFamily="18" charset="0"/>
                        <a:ea typeface="Calibri" panose="020F0502020204030204" pitchFamily="34" charset="0"/>
                        <a:cs typeface="Arial" panose="020B0604020202020204" pitchFamily="34" charset="0"/>
                      </a:rPr>
                      <m:t>𝑆</m:t>
                    </m:r>
                  </m:oMath>
                </a14:m>
                <a:endParaRPr lang="en-US" sz="1600" dirty="0">
                  <a:latin typeface="+mj-lt"/>
                  <a:ea typeface="Calibri" panose="020F0502020204030204" pitchFamily="34" charset="0"/>
                  <a:cs typeface="Arial" panose="020B0604020202020204" pitchFamily="34" charset="0"/>
                </a:endParaRPr>
              </a:p>
              <a:p>
                <a:pPr marL="257175" indent="-257175">
                  <a:lnSpc>
                    <a:spcPct val="107000"/>
                  </a:lnSpc>
                  <a:spcBef>
                    <a:spcPts val="0"/>
                  </a:spcBef>
                  <a:spcAft>
                    <a:spcPts val="600"/>
                  </a:spcAft>
                  <a:buFont typeface="Symbol" panose="05050102010706020507" pitchFamily="18" charset="2"/>
                  <a:buChar char=""/>
                </a:pPr>
                <a14:m>
                  <m:oMath xmlns:m="http://schemas.openxmlformats.org/officeDocument/2006/math">
                    <m:sSub>
                      <m:sSubPr>
                        <m:ctrlPr>
                          <a:rPr lang="en-US" sz="1600" i="1">
                            <a:latin typeface="Cambria Math" panose="02040503050406030204" pitchFamily="18" charset="0"/>
                            <a:ea typeface="Calibri" panose="020F0502020204030204" pitchFamily="34" charset="0"/>
                            <a:cs typeface="Arial" panose="020B0604020202020204" pitchFamily="34" charset="0"/>
                          </a:rPr>
                        </m:ctrlPr>
                      </m:sSubPr>
                      <m:e>
                        <m:r>
                          <a:rPr lang="id-ID" sz="1600" i="1">
                            <a:latin typeface="Cambria Math" panose="02040503050406030204" pitchFamily="18" charset="0"/>
                            <a:ea typeface="Calibri" panose="020F0502020204030204" pitchFamily="34" charset="0"/>
                            <a:cs typeface="Arial" panose="020B0604020202020204" pitchFamily="34" charset="0"/>
                          </a:rPr>
                          <m:t>𝑝</m:t>
                        </m:r>
                      </m:e>
                      <m:sub>
                        <m:r>
                          <a:rPr lang="id-ID" sz="1600" i="1">
                            <a:latin typeface="Cambria Math" panose="02040503050406030204" pitchFamily="18" charset="0"/>
                            <a:ea typeface="Calibri" panose="020F0502020204030204" pitchFamily="34" charset="0"/>
                            <a:cs typeface="Arial" panose="020B0604020202020204" pitchFamily="34" charset="0"/>
                          </a:rPr>
                          <m:t>𝑖</m:t>
                        </m:r>
                      </m:sub>
                    </m:sSub>
                  </m:oMath>
                </a14:m>
                <a:r>
                  <a:rPr lang="id-ID" sz="1600" dirty="0">
                    <a:latin typeface="+mj-lt"/>
                    <a:ea typeface="Calibri" panose="020F0502020204030204" pitchFamily="34" charset="0"/>
                    <a:cs typeface="Arial" panose="020B0604020202020204" pitchFamily="34" charset="0"/>
                  </a:rPr>
                  <a:t>	= proporsi dari </a:t>
                </a:r>
                <a14:m>
                  <m:oMath xmlns:m="http://schemas.openxmlformats.org/officeDocument/2006/math">
                    <m:sSub>
                      <m:sSubPr>
                        <m:ctrlPr>
                          <a:rPr lang="en-US" sz="1600" i="1">
                            <a:latin typeface="Cambria Math" panose="02040503050406030204" pitchFamily="18" charset="0"/>
                            <a:ea typeface="Calibri" panose="020F0502020204030204" pitchFamily="34" charset="0"/>
                            <a:cs typeface="Arial" panose="020B0604020202020204" pitchFamily="34" charset="0"/>
                          </a:rPr>
                        </m:ctrlPr>
                      </m:sSubPr>
                      <m:e>
                        <m:r>
                          <a:rPr lang="id-ID" sz="1600" i="1">
                            <a:latin typeface="Cambria Math" panose="02040503050406030204" pitchFamily="18" charset="0"/>
                            <a:ea typeface="Calibri" panose="020F0502020204030204" pitchFamily="34" charset="0"/>
                            <a:cs typeface="Arial" panose="020B0604020202020204" pitchFamily="34" charset="0"/>
                          </a:rPr>
                          <m:t>𝑆</m:t>
                        </m:r>
                      </m:e>
                      <m:sub>
                        <m:r>
                          <a:rPr lang="id-ID" sz="1600" i="1">
                            <a:latin typeface="Cambria Math" panose="02040503050406030204" pitchFamily="18" charset="0"/>
                            <a:ea typeface="Calibri" panose="020F0502020204030204" pitchFamily="34" charset="0"/>
                            <a:cs typeface="Arial" panose="020B0604020202020204" pitchFamily="34" charset="0"/>
                          </a:rPr>
                          <m:t>𝑖</m:t>
                        </m:r>
                      </m:sub>
                    </m:sSub>
                  </m:oMath>
                </a14:m>
                <a:r>
                  <a:rPr lang="id-ID" sz="1600" dirty="0">
                    <a:latin typeface="+mj-lt"/>
                    <a:ea typeface="Calibri" panose="020F0502020204030204" pitchFamily="34" charset="0"/>
                    <a:cs typeface="Arial" panose="020B0604020202020204" pitchFamily="34" charset="0"/>
                  </a:rPr>
                  <a:t> terhadap </a:t>
                </a:r>
                <a14:m>
                  <m:oMath xmlns:m="http://schemas.openxmlformats.org/officeDocument/2006/math">
                    <m:r>
                      <a:rPr lang="id-ID" sz="1600" i="1">
                        <a:latin typeface="Cambria Math" panose="02040503050406030204" pitchFamily="18" charset="0"/>
                        <a:ea typeface="Calibri" panose="020F0502020204030204" pitchFamily="34" charset="0"/>
                        <a:cs typeface="Arial" panose="020B0604020202020204" pitchFamily="34" charset="0"/>
                      </a:rPr>
                      <m:t>𝑆</m:t>
                    </m:r>
                  </m:oMath>
                </a14:m>
                <a:r>
                  <a:rPr lang="id-ID" sz="1600" dirty="0">
                    <a:latin typeface="+mj-lt"/>
                    <a:ea typeface="Calibri" panose="020F0502020204030204" pitchFamily="34" charset="0"/>
                    <a:cs typeface="Arial" panose="020B0604020202020204" pitchFamily="34" charset="0"/>
                  </a:rPr>
                  <a:t> </a:t>
                </a:r>
                <a:endParaRPr lang="en-US" sz="1600" dirty="0">
                  <a:latin typeface="+mj-lt"/>
                  <a:ea typeface="Calibri" panose="020F0502020204030204" pitchFamily="34" charset="0"/>
                  <a:cs typeface="Arial" panose="020B0604020202020204" pitchFamily="34" charset="0"/>
                </a:endParaRPr>
              </a:p>
              <a:p>
                <a:endParaRPr lang="en-US" sz="1600" dirty="0">
                  <a:latin typeface="+mj-lt"/>
                </a:endParaRPr>
              </a:p>
            </p:txBody>
          </p:sp>
        </mc:Choice>
        <mc:Fallback xmlns="">
          <p:sp>
            <p:nvSpPr>
              <p:cNvPr id="3" name="Tampungan Konten 2">
                <a:extLst>
                  <a:ext uri="{FF2B5EF4-FFF2-40B4-BE49-F238E27FC236}">
                    <a16:creationId xmlns:a16="http://schemas.microsoft.com/office/drawing/2014/main" id="{3038A399-13EF-4B09-B8B9-6572B4286CB6}"/>
                  </a:ext>
                </a:extLst>
              </p:cNvPr>
              <p:cNvSpPr>
                <a:spLocks noGrp="1" noRot="1" noChangeAspect="1" noMove="1" noResize="1" noEditPoints="1" noAdjustHandles="1" noChangeArrowheads="1" noChangeShapeType="1" noTextEdit="1"/>
              </p:cNvSpPr>
              <p:nvPr>
                <p:ph idx="1"/>
              </p:nvPr>
            </p:nvSpPr>
            <p:spPr>
              <a:blipFill>
                <a:blip r:embed="rId2"/>
                <a:stretch>
                  <a:fillRect l="-515" t="-1308"/>
                </a:stretch>
              </a:blipFill>
            </p:spPr>
            <p:txBody>
              <a:bodyPr/>
              <a:lstStyle/>
              <a:p>
                <a:r>
                  <a:rPr lang="en-US">
                    <a:noFill/>
                  </a:rPr>
                  <a:t> </a:t>
                </a:r>
              </a:p>
            </p:txBody>
          </p:sp>
        </mc:Fallback>
      </mc:AlternateContent>
    </p:spTree>
    <p:extLst>
      <p:ext uri="{BB962C8B-B14F-4D97-AF65-F5344CB8AC3E}">
        <p14:creationId xmlns:p14="http://schemas.microsoft.com/office/powerpoint/2010/main" val="2056109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9CB48950-C316-4888-BE28-2161C35AB3E8}"/>
              </a:ext>
            </a:extLst>
          </p:cNvPr>
          <p:cNvSpPr>
            <a:spLocks noGrp="1"/>
          </p:cNvSpPr>
          <p:nvPr>
            <p:ph type="title"/>
          </p:nvPr>
        </p:nvSpPr>
        <p:spPr/>
        <p:txBody>
          <a:bodyPr/>
          <a:lstStyle/>
          <a:p>
            <a:r>
              <a:rPr lang="id-ID" dirty="0"/>
              <a:t>Contoh sederhana</a:t>
            </a:r>
            <a:endParaRPr lang="en-US"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C6D32A17-FD8C-498B-A883-51BDDB013A8B}"/>
                  </a:ext>
                </a:extLst>
              </p:cNvPr>
              <p:cNvSpPr>
                <a:spLocks noGrp="1"/>
              </p:cNvSpPr>
              <p:nvPr>
                <p:ph idx="1"/>
              </p:nvPr>
            </p:nvSpPr>
            <p:spPr/>
            <p:txBody>
              <a:bodyPr>
                <a:normAutofit/>
              </a:bodyPr>
              <a:lstStyle/>
              <a:p>
                <a:r>
                  <a:rPr lang="en-US" sz="1600" dirty="0" err="1">
                    <a:latin typeface="+mj-lt"/>
                  </a:rPr>
                  <a:t>Misalnya</a:t>
                </a:r>
                <a:r>
                  <a:rPr lang="en-US" sz="1600" dirty="0">
                    <a:latin typeface="+mj-lt"/>
                  </a:rPr>
                  <a:t> </a:t>
                </a:r>
                <a:r>
                  <a:rPr lang="en-US" sz="1600" dirty="0" err="1">
                    <a:latin typeface="+mj-lt"/>
                  </a:rPr>
                  <a:t>kita</a:t>
                </a:r>
                <a:r>
                  <a:rPr lang="en-US" sz="1600" dirty="0">
                    <a:latin typeface="+mj-lt"/>
                  </a:rPr>
                  <a:t> </a:t>
                </a:r>
                <a:r>
                  <a:rPr lang="en-US" sz="1600" dirty="0" err="1">
                    <a:latin typeface="+mj-lt"/>
                  </a:rPr>
                  <a:t>memiliki</a:t>
                </a:r>
                <a:r>
                  <a:rPr lang="en-US" sz="1600" dirty="0">
                    <a:latin typeface="+mj-lt"/>
                  </a:rPr>
                  <a:t> dataset yang </a:t>
                </a:r>
                <a:r>
                  <a:rPr lang="en-US" sz="1600" dirty="0" err="1">
                    <a:latin typeface="+mj-lt"/>
                  </a:rPr>
                  <a:t>terdiri</a:t>
                </a:r>
                <a:r>
                  <a:rPr lang="en-US" sz="1600" dirty="0">
                    <a:latin typeface="+mj-lt"/>
                  </a:rPr>
                  <a:t> </a:t>
                </a:r>
                <a:r>
                  <a:rPr lang="en-US" sz="1600" dirty="0" err="1">
                    <a:latin typeface="+mj-lt"/>
                  </a:rPr>
                  <a:t>dari</a:t>
                </a:r>
                <a:r>
                  <a:rPr lang="en-US" sz="1600" dirty="0">
                    <a:latin typeface="+mj-lt"/>
                  </a:rPr>
                  <a:t> </a:t>
                </a:r>
                <a:r>
                  <a:rPr lang="en-US" sz="1600" dirty="0" err="1">
                    <a:latin typeface="+mj-lt"/>
                  </a:rPr>
                  <a:t>kelas</a:t>
                </a:r>
                <a:r>
                  <a:rPr lang="en-US" sz="1600" dirty="0">
                    <a:latin typeface="+mj-lt"/>
                  </a:rPr>
                  <a:t> </a:t>
                </a:r>
                <a:r>
                  <a:rPr lang="en-US" sz="1600" dirty="0" err="1">
                    <a:latin typeface="+mj-lt"/>
                  </a:rPr>
                  <a:t>positif</a:t>
                </a:r>
                <a:r>
                  <a:rPr lang="en-US" sz="1600" dirty="0">
                    <a:latin typeface="+mj-lt"/>
                  </a:rPr>
                  <a:t> dan </a:t>
                </a:r>
                <a:r>
                  <a:rPr lang="en-US" sz="1600" dirty="0" err="1">
                    <a:latin typeface="+mj-lt"/>
                  </a:rPr>
                  <a:t>kelas</a:t>
                </a:r>
                <a:r>
                  <a:rPr lang="en-US" sz="1600" dirty="0">
                    <a:latin typeface="+mj-lt"/>
                  </a:rPr>
                  <a:t> </a:t>
                </a:r>
                <a:r>
                  <a:rPr lang="en-US" sz="1600" dirty="0" err="1">
                    <a:latin typeface="+mj-lt"/>
                  </a:rPr>
                  <a:t>negatif</a:t>
                </a:r>
                <a:r>
                  <a:rPr lang="en-US" sz="1600" dirty="0">
                    <a:latin typeface="+mj-lt"/>
                  </a:rPr>
                  <a:t> , </a:t>
                </a:r>
                <a:r>
                  <a:rPr lang="en-US" sz="1600" dirty="0" err="1">
                    <a:latin typeface="+mj-lt"/>
                  </a:rPr>
                  <a:t>sehingga</a:t>
                </a:r>
                <a:r>
                  <a:rPr lang="en-US" sz="1600" dirty="0">
                    <a:latin typeface="+mj-lt"/>
                  </a:rPr>
                  <a:t> ‘</a:t>
                </a:r>
                <a:r>
                  <a:rPr lang="en-US" sz="1600" dirty="0" err="1">
                    <a:latin typeface="+mj-lt"/>
                  </a:rPr>
                  <a:t>i</a:t>
                </a:r>
                <a:r>
                  <a:rPr lang="en-US" sz="1600" dirty="0">
                    <a:latin typeface="+mj-lt"/>
                  </a:rPr>
                  <a:t>’ pada </a:t>
                </a:r>
                <a:r>
                  <a:rPr lang="en-US" sz="1600" dirty="0" err="1">
                    <a:latin typeface="+mj-lt"/>
                  </a:rPr>
                  <a:t>rumus</a:t>
                </a:r>
                <a:r>
                  <a:rPr lang="en-US" sz="1600" dirty="0">
                    <a:latin typeface="+mj-lt"/>
                  </a:rPr>
                  <a:t> </a:t>
                </a:r>
                <a:r>
                  <a:rPr lang="en-US" sz="1600" dirty="0" err="1">
                    <a:latin typeface="+mj-lt"/>
                  </a:rPr>
                  <a:t>bisa</a:t>
                </a:r>
                <a:r>
                  <a:rPr lang="en-US" sz="1600" dirty="0">
                    <a:latin typeface="+mj-lt"/>
                  </a:rPr>
                  <a:t> </a:t>
                </a:r>
                <a:r>
                  <a:rPr lang="en-US" sz="1600" dirty="0" err="1">
                    <a:latin typeface="+mj-lt"/>
                  </a:rPr>
                  <a:t>bernilai</a:t>
                </a:r>
                <a:r>
                  <a:rPr lang="en-US" sz="1600" dirty="0">
                    <a:latin typeface="+mj-lt"/>
                  </a:rPr>
                  <a:t> </a:t>
                </a:r>
                <a:r>
                  <a:rPr lang="en-US" sz="1600" dirty="0" err="1">
                    <a:latin typeface="+mj-lt"/>
                  </a:rPr>
                  <a:t>positif</a:t>
                </a:r>
                <a:r>
                  <a:rPr lang="en-US" sz="1600" dirty="0">
                    <a:latin typeface="+mj-lt"/>
                  </a:rPr>
                  <a:t> </a:t>
                </a:r>
                <a:r>
                  <a:rPr lang="en-US" sz="1600" dirty="0" err="1">
                    <a:latin typeface="+mj-lt"/>
                  </a:rPr>
                  <a:t>atau</a:t>
                </a:r>
                <a:r>
                  <a:rPr lang="en-US" sz="1600" dirty="0">
                    <a:latin typeface="+mj-lt"/>
                  </a:rPr>
                  <a:t> </a:t>
                </a:r>
                <a:r>
                  <a:rPr lang="en-US" sz="1600" dirty="0" err="1">
                    <a:latin typeface="+mj-lt"/>
                  </a:rPr>
                  <a:t>negatif</a:t>
                </a:r>
                <a:r>
                  <a:rPr lang="en-US" sz="1600" dirty="0">
                    <a:latin typeface="+mj-lt"/>
                  </a:rPr>
                  <a:t>. </a:t>
                </a:r>
                <a:endParaRPr lang="id-ID" sz="1600" dirty="0">
                  <a:latin typeface="+mj-lt"/>
                </a:endParaRPr>
              </a:p>
              <a:p>
                <a:r>
                  <a:rPr lang="en-US" sz="1600" dirty="0">
                    <a:latin typeface="+mj-lt"/>
                  </a:rPr>
                  <a:t>Jika </a:t>
                </a:r>
                <a:r>
                  <a:rPr lang="en-US" sz="1600" dirty="0" err="1">
                    <a:latin typeface="+mj-lt"/>
                  </a:rPr>
                  <a:t>kita</a:t>
                </a:r>
                <a:r>
                  <a:rPr lang="en-US" sz="1600" dirty="0">
                    <a:latin typeface="+mj-lt"/>
                  </a:rPr>
                  <a:t> </a:t>
                </a:r>
                <a:r>
                  <a:rPr lang="en-US" sz="1600" dirty="0" err="1">
                    <a:latin typeface="+mj-lt"/>
                  </a:rPr>
                  <a:t>memiliki</a:t>
                </a:r>
                <a:r>
                  <a:rPr lang="en-US" sz="1600" dirty="0">
                    <a:latin typeface="+mj-lt"/>
                  </a:rPr>
                  <a:t> total </a:t>
                </a:r>
                <a:r>
                  <a:rPr lang="en-US" sz="1600" dirty="0" err="1">
                    <a:latin typeface="+mj-lt"/>
                  </a:rPr>
                  <a:t>berjumlah</a:t>
                </a:r>
                <a:r>
                  <a:rPr lang="en-US" sz="1600" dirty="0">
                    <a:latin typeface="+mj-lt"/>
                  </a:rPr>
                  <a:t> 10 </a:t>
                </a:r>
                <a:r>
                  <a:rPr lang="en-US" sz="1600" dirty="0" err="1">
                    <a:latin typeface="+mj-lt"/>
                  </a:rPr>
                  <a:t>tupel</a:t>
                </a:r>
                <a:r>
                  <a:rPr lang="en-US" sz="1600" dirty="0">
                    <a:latin typeface="+mj-lt"/>
                  </a:rPr>
                  <a:t>, </a:t>
                </a:r>
                <a:r>
                  <a:rPr lang="en-US" sz="1600" dirty="0" err="1">
                    <a:latin typeface="+mj-lt"/>
                  </a:rPr>
                  <a:t>lalu</a:t>
                </a:r>
                <a:r>
                  <a:rPr lang="en-US" sz="1600" dirty="0">
                    <a:latin typeface="+mj-lt"/>
                  </a:rPr>
                  <a:t> </a:t>
                </a:r>
                <a:r>
                  <a:rPr lang="en-US" sz="1600" dirty="0" err="1">
                    <a:latin typeface="+mj-lt"/>
                  </a:rPr>
                  <a:t>terbagi</a:t>
                </a:r>
                <a:r>
                  <a:rPr lang="en-US" sz="1600" dirty="0">
                    <a:latin typeface="+mj-lt"/>
                  </a:rPr>
                  <a:t> pada data </a:t>
                </a:r>
                <a:r>
                  <a:rPr lang="en-US" sz="1600" dirty="0" err="1">
                    <a:latin typeface="+mj-lt"/>
                  </a:rPr>
                  <a:t>positif</a:t>
                </a:r>
                <a:r>
                  <a:rPr lang="en-US" sz="1600" dirty="0">
                    <a:latin typeface="+mj-lt"/>
                  </a:rPr>
                  <a:t> </a:t>
                </a:r>
                <a:r>
                  <a:rPr lang="en-US" sz="1600" dirty="0" err="1">
                    <a:latin typeface="+mj-lt"/>
                  </a:rPr>
                  <a:t>sebanyak</a:t>
                </a:r>
                <a:r>
                  <a:rPr lang="en-US" sz="1600" dirty="0">
                    <a:latin typeface="+mj-lt"/>
                  </a:rPr>
                  <a:t> 3 </a:t>
                </a:r>
                <a:r>
                  <a:rPr lang="en-US" sz="1600" dirty="0" err="1">
                    <a:latin typeface="+mj-lt"/>
                  </a:rPr>
                  <a:t>tupel</a:t>
                </a:r>
                <a:r>
                  <a:rPr lang="en-US" sz="1600" dirty="0">
                    <a:latin typeface="+mj-lt"/>
                  </a:rPr>
                  <a:t> dan </a:t>
                </a:r>
                <a:r>
                  <a:rPr lang="en-US" sz="1600" dirty="0" err="1">
                    <a:latin typeface="+mj-lt"/>
                  </a:rPr>
                  <a:t>untuk</a:t>
                </a:r>
                <a:r>
                  <a:rPr lang="en-US" sz="1600" dirty="0">
                    <a:latin typeface="+mj-lt"/>
                  </a:rPr>
                  <a:t> data </a:t>
                </a:r>
                <a:r>
                  <a:rPr lang="en-US" sz="1600" dirty="0" err="1">
                    <a:latin typeface="+mj-lt"/>
                  </a:rPr>
                  <a:t>negatif</a:t>
                </a:r>
                <a:r>
                  <a:rPr lang="en-US" sz="1600" dirty="0">
                    <a:latin typeface="+mj-lt"/>
                  </a:rPr>
                  <a:t> </a:t>
                </a:r>
                <a:r>
                  <a:rPr lang="en-US" sz="1600" dirty="0" err="1">
                    <a:latin typeface="+mj-lt"/>
                  </a:rPr>
                  <a:t>sebanyak</a:t>
                </a:r>
                <a:r>
                  <a:rPr lang="en-US" sz="1600" dirty="0">
                    <a:latin typeface="+mj-lt"/>
                  </a:rPr>
                  <a:t> 7 </a:t>
                </a:r>
                <a:r>
                  <a:rPr lang="en-US" sz="1600" dirty="0" err="1">
                    <a:latin typeface="+mj-lt"/>
                  </a:rPr>
                  <a:t>tupel</a:t>
                </a:r>
                <a:r>
                  <a:rPr lang="en-US" sz="1600" dirty="0">
                    <a:latin typeface="+mj-lt"/>
                  </a:rPr>
                  <a:t>, </a:t>
                </a:r>
                <a:r>
                  <a:rPr lang="en-US" sz="1600" dirty="0" err="1">
                    <a:latin typeface="+mj-lt"/>
                  </a:rPr>
                  <a:t>maka</a:t>
                </a:r>
                <a:r>
                  <a:rPr lang="en-US" sz="1600" dirty="0">
                    <a:latin typeface="+mj-lt"/>
                  </a:rPr>
                  <a:t> P+ </a:t>
                </a:r>
                <a:r>
                  <a:rPr lang="en-US" sz="1600" dirty="0" err="1">
                    <a:latin typeface="+mj-lt"/>
                  </a:rPr>
                  <a:t>adalah</a:t>
                </a:r>
                <a:r>
                  <a:rPr lang="en-US" sz="1600" dirty="0">
                    <a:latin typeface="+mj-lt"/>
                  </a:rPr>
                  <a:t> 3/10 dan P- </a:t>
                </a:r>
                <a:r>
                  <a:rPr lang="en-US" sz="1600" dirty="0" err="1">
                    <a:latin typeface="+mj-lt"/>
                  </a:rPr>
                  <a:t>adalah</a:t>
                </a:r>
                <a:r>
                  <a:rPr lang="en-US" sz="1600" dirty="0">
                    <a:latin typeface="+mj-lt"/>
                  </a:rPr>
                  <a:t> 7/10. </a:t>
                </a:r>
                <a:endParaRPr lang="id-ID" sz="1600" dirty="0">
                  <a:latin typeface="+mj-lt"/>
                </a:endParaRPr>
              </a:p>
              <a:p>
                <a:pPr marL="0" indent="0">
                  <a:buNone/>
                </a:pPr>
                <a:endParaRPr lang="id-ID" sz="1600" dirty="0">
                  <a:latin typeface="+mj-lt"/>
                </a:endParaRPr>
              </a:p>
              <a:p>
                <a:pPr marL="0" indent="0">
                  <a:buNone/>
                </a:pPr>
                <a14:m>
                  <m:oMathPara xmlns:m="http://schemas.openxmlformats.org/officeDocument/2006/math">
                    <m:oMathParaPr>
                      <m:jc m:val="centerGroup"/>
                    </m:oMathParaPr>
                    <m:oMath xmlns:m="http://schemas.openxmlformats.org/officeDocument/2006/math">
                      <m:r>
                        <a:rPr lang="id-ID" sz="1600" i="1">
                          <a:latin typeface="Cambria Math" panose="02040503050406030204" pitchFamily="18" charset="0"/>
                          <a:ea typeface="Calibri" panose="020F0502020204030204" pitchFamily="34" charset="0"/>
                          <a:cs typeface="Arial" panose="020B0604020202020204" pitchFamily="34" charset="0"/>
                        </a:rPr>
                        <m:t>𝐸</m:t>
                      </m:r>
                      <m:d>
                        <m:dPr>
                          <m:ctrlPr>
                            <a:rPr lang="en-US" sz="1600" i="1">
                              <a:latin typeface="Cambria Math" panose="02040503050406030204" pitchFamily="18" charset="0"/>
                              <a:ea typeface="Calibri" panose="020F0502020204030204" pitchFamily="34" charset="0"/>
                              <a:cs typeface="Arial" panose="020B0604020202020204" pitchFamily="34" charset="0"/>
                            </a:rPr>
                          </m:ctrlPr>
                        </m:dPr>
                        <m:e>
                          <m:r>
                            <a:rPr lang="id-ID" sz="1600" i="1">
                              <a:latin typeface="Cambria Math" panose="02040503050406030204" pitchFamily="18" charset="0"/>
                              <a:ea typeface="Calibri" panose="020F0502020204030204" pitchFamily="34" charset="0"/>
                              <a:cs typeface="Arial" panose="020B0604020202020204" pitchFamily="34" charset="0"/>
                            </a:rPr>
                            <m:t>𝑆</m:t>
                          </m:r>
                        </m:e>
                      </m:d>
                      <m:r>
                        <a:rPr lang="id-ID" sz="1600" i="1">
                          <a:latin typeface="Cambria Math" panose="02040503050406030204" pitchFamily="18" charset="0"/>
                          <a:ea typeface="Calibri" panose="020F0502020204030204" pitchFamily="34" charset="0"/>
                          <a:cs typeface="Arial" panose="020B0604020202020204" pitchFamily="34" charset="0"/>
                        </a:rPr>
                        <m:t>=</m:t>
                      </m:r>
                      <m:nary>
                        <m:naryPr>
                          <m:chr m:val="∑"/>
                          <m:limLoc m:val="undOvr"/>
                          <m:ctrlPr>
                            <a:rPr lang="en-US" sz="1600" i="1">
                              <a:latin typeface="Cambria Math" panose="02040503050406030204" pitchFamily="18" charset="0"/>
                              <a:ea typeface="Calibri" panose="020F0502020204030204" pitchFamily="34" charset="0"/>
                              <a:cs typeface="Arial" panose="020B0604020202020204" pitchFamily="34" charset="0"/>
                            </a:rPr>
                          </m:ctrlPr>
                        </m:naryPr>
                        <m:sub>
                          <m:r>
                            <a:rPr lang="id-ID" sz="1600" i="1">
                              <a:latin typeface="Cambria Math" panose="02040503050406030204" pitchFamily="18" charset="0"/>
                              <a:ea typeface="Calibri" panose="020F0502020204030204" pitchFamily="34" charset="0"/>
                              <a:cs typeface="Arial" panose="020B0604020202020204" pitchFamily="34" charset="0"/>
                            </a:rPr>
                            <m:t>𝑖</m:t>
                          </m:r>
                          <m:r>
                            <a:rPr lang="id-ID" sz="1600" i="1">
                              <a:latin typeface="Cambria Math" panose="02040503050406030204" pitchFamily="18" charset="0"/>
                              <a:ea typeface="Calibri" panose="020F0502020204030204" pitchFamily="34" charset="0"/>
                              <a:cs typeface="Arial" panose="020B0604020202020204" pitchFamily="34" charset="0"/>
                            </a:rPr>
                            <m:t>=1</m:t>
                          </m:r>
                        </m:sub>
                        <m:sup>
                          <m:r>
                            <a:rPr lang="id-ID" sz="1600" i="1">
                              <a:latin typeface="Cambria Math" panose="02040503050406030204" pitchFamily="18" charset="0"/>
                              <a:ea typeface="Calibri" panose="020F0502020204030204" pitchFamily="34" charset="0"/>
                              <a:cs typeface="Arial" panose="020B0604020202020204" pitchFamily="34" charset="0"/>
                            </a:rPr>
                            <m:t>𝑛</m:t>
                          </m:r>
                        </m:sup>
                        <m:e>
                          <m:r>
                            <a:rPr lang="id-ID" sz="1600" i="1">
                              <a:latin typeface="Cambria Math" panose="02040503050406030204" pitchFamily="18" charset="0"/>
                              <a:ea typeface="Calibri" panose="020F0502020204030204" pitchFamily="34" charset="0"/>
                              <a:cs typeface="Arial" panose="020B0604020202020204" pitchFamily="34" charset="0"/>
                            </a:rPr>
                            <m:t>−</m:t>
                          </m:r>
                          <m:sSub>
                            <m:sSubPr>
                              <m:ctrlPr>
                                <a:rPr lang="en-US" sz="1600" i="1">
                                  <a:latin typeface="Cambria Math" panose="02040503050406030204" pitchFamily="18" charset="0"/>
                                  <a:ea typeface="Calibri" panose="020F0502020204030204" pitchFamily="34" charset="0"/>
                                  <a:cs typeface="Arial" panose="020B0604020202020204" pitchFamily="34" charset="0"/>
                                </a:rPr>
                              </m:ctrlPr>
                            </m:sSubPr>
                            <m:e>
                              <m:r>
                                <a:rPr lang="id-ID" sz="1600" i="1">
                                  <a:latin typeface="Cambria Math" panose="02040503050406030204" pitchFamily="18" charset="0"/>
                                  <a:ea typeface="Calibri" panose="020F0502020204030204" pitchFamily="34" charset="0"/>
                                  <a:cs typeface="Arial" panose="020B0604020202020204" pitchFamily="34" charset="0"/>
                                </a:rPr>
                                <m:t>𝑝</m:t>
                              </m:r>
                            </m:e>
                            <m:sub>
                              <m:r>
                                <a:rPr lang="id-ID" sz="1600" i="1">
                                  <a:latin typeface="Cambria Math" panose="02040503050406030204" pitchFamily="18" charset="0"/>
                                  <a:ea typeface="Calibri" panose="020F0502020204030204" pitchFamily="34" charset="0"/>
                                  <a:cs typeface="Arial" panose="020B0604020202020204" pitchFamily="34" charset="0"/>
                                </a:rPr>
                                <m:t>𝑖</m:t>
                              </m:r>
                            </m:sub>
                          </m:sSub>
                          <m:func>
                            <m:funcPr>
                              <m:ctrlPr>
                                <a:rPr lang="en-US" sz="1600" i="1">
                                  <a:latin typeface="Cambria Math" panose="02040503050406030204" pitchFamily="18" charset="0"/>
                                  <a:ea typeface="Calibri" panose="020F0502020204030204" pitchFamily="34" charset="0"/>
                                  <a:cs typeface="Arial" panose="020B0604020202020204" pitchFamily="34" charset="0"/>
                                </a:rPr>
                              </m:ctrlPr>
                            </m:funcPr>
                            <m:fName>
                              <m:sSub>
                                <m:sSubPr>
                                  <m:ctrlPr>
                                    <a:rPr lang="en-US" sz="1600" i="1">
                                      <a:latin typeface="Cambria Math" panose="02040503050406030204" pitchFamily="18" charset="0"/>
                                      <a:ea typeface="Calibri" panose="020F0502020204030204" pitchFamily="34" charset="0"/>
                                      <a:cs typeface="Arial" panose="020B0604020202020204" pitchFamily="34" charset="0"/>
                                    </a:rPr>
                                  </m:ctrlPr>
                                </m:sSubPr>
                                <m:e>
                                  <m:r>
                                    <m:rPr>
                                      <m:sty m:val="p"/>
                                    </m:rPr>
                                    <a:rPr lang="id-ID" sz="1600">
                                      <a:latin typeface="Cambria Math" panose="02040503050406030204" pitchFamily="18" charset="0"/>
                                      <a:ea typeface="Calibri" panose="020F0502020204030204" pitchFamily="34" charset="0"/>
                                      <a:cs typeface="Arial" panose="020B0604020202020204" pitchFamily="34" charset="0"/>
                                    </a:rPr>
                                    <m:t>log</m:t>
                                  </m:r>
                                </m:e>
                                <m:sub>
                                  <m:r>
                                    <a:rPr lang="id-ID" sz="1600" i="1">
                                      <a:latin typeface="Cambria Math" panose="02040503050406030204" pitchFamily="18" charset="0"/>
                                      <a:ea typeface="Calibri" panose="020F0502020204030204" pitchFamily="34" charset="0"/>
                                      <a:cs typeface="Arial" panose="020B0604020202020204" pitchFamily="34" charset="0"/>
                                    </a:rPr>
                                    <m:t>2</m:t>
                                  </m:r>
                                </m:sub>
                              </m:sSub>
                            </m:fName>
                            <m:e>
                              <m:sSub>
                                <m:sSubPr>
                                  <m:ctrlPr>
                                    <a:rPr lang="en-US" sz="1600" i="1">
                                      <a:latin typeface="Cambria Math" panose="02040503050406030204" pitchFamily="18" charset="0"/>
                                      <a:ea typeface="Calibri" panose="020F0502020204030204" pitchFamily="34" charset="0"/>
                                      <a:cs typeface="Arial" panose="020B0604020202020204" pitchFamily="34" charset="0"/>
                                    </a:rPr>
                                  </m:ctrlPr>
                                </m:sSubPr>
                                <m:e>
                                  <m:r>
                                    <a:rPr lang="id-ID" sz="1600" i="1">
                                      <a:latin typeface="Cambria Math" panose="02040503050406030204" pitchFamily="18" charset="0"/>
                                      <a:ea typeface="Calibri" panose="020F0502020204030204" pitchFamily="34" charset="0"/>
                                      <a:cs typeface="Arial" panose="020B0604020202020204" pitchFamily="34" charset="0"/>
                                    </a:rPr>
                                    <m:t>𝑝</m:t>
                                  </m:r>
                                </m:e>
                                <m:sub>
                                  <m:r>
                                    <a:rPr lang="id-ID" sz="1600" i="1">
                                      <a:latin typeface="Cambria Math" panose="02040503050406030204" pitchFamily="18" charset="0"/>
                                      <a:ea typeface="Calibri" panose="020F0502020204030204" pitchFamily="34" charset="0"/>
                                      <a:cs typeface="Arial" panose="020B0604020202020204" pitchFamily="34" charset="0"/>
                                    </a:rPr>
                                    <m:t>𝑖</m:t>
                                  </m:r>
                                </m:sub>
                              </m:sSub>
                            </m:e>
                          </m:func>
                        </m:e>
                      </m:nary>
                    </m:oMath>
                    <m:oMath xmlns:m="http://schemas.openxmlformats.org/officeDocument/2006/math">
                      <m:r>
                        <a:rPr lang="id-ID" sz="1600" i="1">
                          <a:latin typeface="Cambria Math" panose="02040503050406030204" pitchFamily="18" charset="0"/>
                          <a:ea typeface="Calibri" panose="020F0502020204030204" pitchFamily="34" charset="0"/>
                          <a:cs typeface="Arial" panose="020B0604020202020204" pitchFamily="34" charset="0"/>
                        </a:rPr>
                        <m:t>𝐸</m:t>
                      </m:r>
                      <m:d>
                        <m:dPr>
                          <m:ctrlPr>
                            <a:rPr lang="en-US" sz="1600" i="1">
                              <a:latin typeface="Cambria Math" panose="02040503050406030204" pitchFamily="18" charset="0"/>
                              <a:ea typeface="Calibri" panose="020F0502020204030204" pitchFamily="34" charset="0"/>
                              <a:cs typeface="Arial" panose="020B0604020202020204" pitchFamily="34" charset="0"/>
                            </a:rPr>
                          </m:ctrlPr>
                        </m:dPr>
                        <m:e>
                          <m:r>
                            <a:rPr lang="id-ID" sz="1600" i="1">
                              <a:latin typeface="Cambria Math" panose="02040503050406030204" pitchFamily="18" charset="0"/>
                              <a:ea typeface="Calibri" panose="020F0502020204030204" pitchFamily="34" charset="0"/>
                              <a:cs typeface="Arial" panose="020B0604020202020204" pitchFamily="34" charset="0"/>
                            </a:rPr>
                            <m:t>𝑆</m:t>
                          </m:r>
                        </m:e>
                      </m:d>
                      <m:r>
                        <a:rPr lang="id-ID" sz="1600" i="1">
                          <a:latin typeface="Cambria Math" panose="02040503050406030204" pitchFamily="18" charset="0"/>
                          <a:ea typeface="Calibri" panose="020F0502020204030204" pitchFamily="34" charset="0"/>
                          <a:cs typeface="Arial" panose="020B0604020202020204" pitchFamily="34" charset="0"/>
                        </a:rPr>
                        <m:t>=</m:t>
                      </m:r>
                      <m:d>
                        <m:dPr>
                          <m:ctrlPr>
                            <a:rPr lang="en-US" sz="1600" i="1">
                              <a:latin typeface="Cambria Math" panose="02040503050406030204" pitchFamily="18" charset="0"/>
                              <a:ea typeface="Calibri" panose="020F0502020204030204" pitchFamily="34" charset="0"/>
                              <a:cs typeface="Arial" panose="020B0604020202020204" pitchFamily="34" charset="0"/>
                            </a:rPr>
                          </m:ctrlPr>
                        </m:dPr>
                        <m:e>
                          <m:r>
                            <a:rPr lang="id-ID" sz="1600" i="1">
                              <a:latin typeface="Cambria Math" panose="02040503050406030204" pitchFamily="18" charset="0"/>
                              <a:ea typeface="Calibri" panose="020F0502020204030204" pitchFamily="34" charset="0"/>
                              <a:cs typeface="Arial" panose="020B0604020202020204" pitchFamily="34" charset="0"/>
                            </a:rPr>
                            <m:t>−</m:t>
                          </m:r>
                          <m:f>
                            <m:fPr>
                              <m:ctrlPr>
                                <a:rPr lang="en-US" sz="1600" i="1">
                                  <a:latin typeface="Cambria Math" panose="02040503050406030204" pitchFamily="18" charset="0"/>
                                  <a:ea typeface="Calibri" panose="020F0502020204030204" pitchFamily="34" charset="0"/>
                                  <a:cs typeface="Arial" panose="020B0604020202020204" pitchFamily="34" charset="0"/>
                                </a:rPr>
                              </m:ctrlPr>
                            </m:fPr>
                            <m:num>
                              <m:r>
                                <a:rPr lang="id-ID" sz="1600" i="1">
                                  <a:latin typeface="Cambria Math" panose="02040503050406030204" pitchFamily="18" charset="0"/>
                                  <a:ea typeface="Calibri" panose="020F0502020204030204" pitchFamily="34" charset="0"/>
                                  <a:cs typeface="Arial" panose="020B0604020202020204" pitchFamily="34" charset="0"/>
                                </a:rPr>
                                <m:t>3</m:t>
                              </m:r>
                            </m:num>
                            <m:den>
                              <m:r>
                                <a:rPr lang="id-ID" sz="1600" i="1">
                                  <a:latin typeface="Cambria Math" panose="02040503050406030204" pitchFamily="18" charset="0"/>
                                  <a:ea typeface="Calibri" panose="020F0502020204030204" pitchFamily="34" charset="0"/>
                                  <a:cs typeface="Arial" panose="020B0604020202020204" pitchFamily="34" charset="0"/>
                                </a:rPr>
                                <m:t>10</m:t>
                              </m:r>
                            </m:den>
                          </m:f>
                          <m:r>
                            <a:rPr lang="id-ID" sz="1600" i="1">
                              <a:latin typeface="Cambria Math" panose="02040503050406030204" pitchFamily="18" charset="0"/>
                              <a:ea typeface="Calibri" panose="020F0502020204030204" pitchFamily="34" charset="0"/>
                              <a:cs typeface="Arial" panose="020B0604020202020204" pitchFamily="34" charset="0"/>
                            </a:rPr>
                            <m:t>×</m:t>
                          </m:r>
                          <m:func>
                            <m:funcPr>
                              <m:ctrlPr>
                                <a:rPr lang="en-US" sz="1600" i="1">
                                  <a:latin typeface="Cambria Math" panose="02040503050406030204" pitchFamily="18" charset="0"/>
                                  <a:ea typeface="Calibri" panose="020F0502020204030204" pitchFamily="34" charset="0"/>
                                  <a:cs typeface="Arial" panose="020B0604020202020204" pitchFamily="34" charset="0"/>
                                </a:rPr>
                              </m:ctrlPr>
                            </m:funcPr>
                            <m:fName>
                              <m:sSub>
                                <m:sSubPr>
                                  <m:ctrlPr>
                                    <a:rPr lang="en-US" sz="1600" i="1">
                                      <a:latin typeface="Cambria Math" panose="02040503050406030204" pitchFamily="18" charset="0"/>
                                      <a:ea typeface="Calibri" panose="020F0502020204030204" pitchFamily="34" charset="0"/>
                                      <a:cs typeface="Arial" panose="020B0604020202020204" pitchFamily="34" charset="0"/>
                                    </a:rPr>
                                  </m:ctrlPr>
                                </m:sSubPr>
                                <m:e>
                                  <m:r>
                                    <m:rPr>
                                      <m:sty m:val="p"/>
                                    </m:rPr>
                                    <a:rPr lang="id-ID" sz="1600">
                                      <a:latin typeface="Cambria Math" panose="02040503050406030204" pitchFamily="18" charset="0"/>
                                      <a:ea typeface="Calibri" panose="020F0502020204030204" pitchFamily="34" charset="0"/>
                                      <a:cs typeface="Arial" panose="020B0604020202020204" pitchFamily="34" charset="0"/>
                                    </a:rPr>
                                    <m:t>log</m:t>
                                  </m:r>
                                </m:e>
                                <m:sub>
                                  <m:r>
                                    <a:rPr lang="id-ID" sz="160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sz="1600" i="1">
                                      <a:latin typeface="Cambria Math" panose="02040503050406030204" pitchFamily="18" charset="0"/>
                                      <a:ea typeface="Calibri" panose="020F0502020204030204" pitchFamily="34" charset="0"/>
                                      <a:cs typeface="Arial" panose="020B0604020202020204" pitchFamily="34" charset="0"/>
                                    </a:rPr>
                                  </m:ctrlPr>
                                </m:dPr>
                                <m:e>
                                  <m:f>
                                    <m:fPr>
                                      <m:ctrlPr>
                                        <a:rPr lang="en-US" sz="1600" i="1">
                                          <a:latin typeface="Cambria Math" panose="02040503050406030204" pitchFamily="18" charset="0"/>
                                          <a:ea typeface="Calibri" panose="020F0502020204030204" pitchFamily="34" charset="0"/>
                                          <a:cs typeface="Arial" panose="020B0604020202020204" pitchFamily="34" charset="0"/>
                                        </a:rPr>
                                      </m:ctrlPr>
                                    </m:fPr>
                                    <m:num>
                                      <m:r>
                                        <a:rPr lang="id-ID" sz="1600" i="1">
                                          <a:latin typeface="Cambria Math" panose="02040503050406030204" pitchFamily="18" charset="0"/>
                                          <a:ea typeface="Calibri" panose="020F0502020204030204" pitchFamily="34" charset="0"/>
                                          <a:cs typeface="Arial" panose="020B0604020202020204" pitchFamily="34" charset="0"/>
                                        </a:rPr>
                                        <m:t>3</m:t>
                                      </m:r>
                                    </m:num>
                                    <m:den>
                                      <m:r>
                                        <a:rPr lang="id-ID" sz="1600" i="1">
                                          <a:latin typeface="Cambria Math" panose="02040503050406030204" pitchFamily="18" charset="0"/>
                                          <a:ea typeface="Calibri" panose="020F0502020204030204" pitchFamily="34" charset="0"/>
                                          <a:cs typeface="Arial" panose="020B0604020202020204" pitchFamily="34" charset="0"/>
                                        </a:rPr>
                                        <m:t>10</m:t>
                                      </m:r>
                                    </m:den>
                                  </m:f>
                                </m:e>
                              </m:d>
                            </m:e>
                          </m:func>
                        </m:e>
                      </m:d>
                      <m:r>
                        <a:rPr lang="id-ID" sz="1600" i="1">
                          <a:latin typeface="Cambria Math" panose="02040503050406030204" pitchFamily="18" charset="0"/>
                          <a:ea typeface="Calibri" panose="020F0502020204030204" pitchFamily="34" charset="0"/>
                          <a:cs typeface="Arial" panose="020B0604020202020204" pitchFamily="34" charset="0"/>
                        </a:rPr>
                        <m:t>+</m:t>
                      </m:r>
                      <m:d>
                        <m:dPr>
                          <m:ctrlPr>
                            <a:rPr lang="en-US" sz="1600" i="1">
                              <a:latin typeface="Cambria Math" panose="02040503050406030204" pitchFamily="18" charset="0"/>
                              <a:ea typeface="Calibri" panose="020F0502020204030204" pitchFamily="34" charset="0"/>
                              <a:cs typeface="Arial" panose="020B0604020202020204" pitchFamily="34" charset="0"/>
                            </a:rPr>
                          </m:ctrlPr>
                        </m:dPr>
                        <m:e>
                          <m:r>
                            <a:rPr lang="id-ID" sz="1600" i="1">
                              <a:latin typeface="Cambria Math" panose="02040503050406030204" pitchFamily="18" charset="0"/>
                              <a:ea typeface="Calibri" panose="020F0502020204030204" pitchFamily="34" charset="0"/>
                              <a:cs typeface="Arial" panose="020B0604020202020204" pitchFamily="34" charset="0"/>
                            </a:rPr>
                            <m:t>−</m:t>
                          </m:r>
                          <m:f>
                            <m:fPr>
                              <m:ctrlPr>
                                <a:rPr lang="en-US" sz="1600" i="1">
                                  <a:latin typeface="Cambria Math" panose="02040503050406030204" pitchFamily="18" charset="0"/>
                                  <a:ea typeface="Calibri" panose="020F0502020204030204" pitchFamily="34" charset="0"/>
                                  <a:cs typeface="Arial" panose="020B0604020202020204" pitchFamily="34" charset="0"/>
                                </a:rPr>
                              </m:ctrlPr>
                            </m:fPr>
                            <m:num>
                              <m:r>
                                <a:rPr lang="id-ID" sz="1600" i="1">
                                  <a:latin typeface="Cambria Math" panose="02040503050406030204" pitchFamily="18" charset="0"/>
                                  <a:ea typeface="Calibri" panose="020F0502020204030204" pitchFamily="34" charset="0"/>
                                  <a:cs typeface="Arial" panose="020B0604020202020204" pitchFamily="34" charset="0"/>
                                </a:rPr>
                                <m:t>7</m:t>
                              </m:r>
                            </m:num>
                            <m:den>
                              <m:r>
                                <a:rPr lang="id-ID" sz="1600" i="1">
                                  <a:latin typeface="Cambria Math" panose="02040503050406030204" pitchFamily="18" charset="0"/>
                                  <a:ea typeface="Calibri" panose="020F0502020204030204" pitchFamily="34" charset="0"/>
                                  <a:cs typeface="Arial" panose="020B0604020202020204" pitchFamily="34" charset="0"/>
                                </a:rPr>
                                <m:t>10</m:t>
                              </m:r>
                            </m:den>
                          </m:f>
                          <m:r>
                            <a:rPr lang="id-ID" sz="1600" i="1">
                              <a:latin typeface="Cambria Math" panose="02040503050406030204" pitchFamily="18" charset="0"/>
                              <a:ea typeface="Calibri" panose="020F0502020204030204" pitchFamily="34" charset="0"/>
                              <a:cs typeface="Arial" panose="020B0604020202020204" pitchFamily="34" charset="0"/>
                            </a:rPr>
                            <m:t>×</m:t>
                          </m:r>
                          <m:func>
                            <m:funcPr>
                              <m:ctrlPr>
                                <a:rPr lang="en-US" sz="1600" i="1">
                                  <a:latin typeface="Cambria Math" panose="02040503050406030204" pitchFamily="18" charset="0"/>
                                  <a:ea typeface="Calibri" panose="020F0502020204030204" pitchFamily="34" charset="0"/>
                                  <a:cs typeface="Arial" panose="020B0604020202020204" pitchFamily="34" charset="0"/>
                                </a:rPr>
                              </m:ctrlPr>
                            </m:funcPr>
                            <m:fName>
                              <m:sSub>
                                <m:sSubPr>
                                  <m:ctrlPr>
                                    <a:rPr lang="en-US" sz="1600" i="1">
                                      <a:latin typeface="Cambria Math" panose="02040503050406030204" pitchFamily="18" charset="0"/>
                                      <a:ea typeface="Calibri" panose="020F0502020204030204" pitchFamily="34" charset="0"/>
                                      <a:cs typeface="Arial" panose="020B0604020202020204" pitchFamily="34" charset="0"/>
                                    </a:rPr>
                                  </m:ctrlPr>
                                </m:sSubPr>
                                <m:e>
                                  <m:r>
                                    <m:rPr>
                                      <m:sty m:val="p"/>
                                    </m:rPr>
                                    <a:rPr lang="id-ID" sz="1600">
                                      <a:latin typeface="Cambria Math" panose="02040503050406030204" pitchFamily="18" charset="0"/>
                                      <a:ea typeface="Calibri" panose="020F0502020204030204" pitchFamily="34" charset="0"/>
                                      <a:cs typeface="Arial" panose="020B0604020202020204" pitchFamily="34" charset="0"/>
                                    </a:rPr>
                                    <m:t>log</m:t>
                                  </m:r>
                                </m:e>
                                <m:sub>
                                  <m:r>
                                    <a:rPr lang="id-ID" sz="160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sz="1600" i="1">
                                      <a:latin typeface="Cambria Math" panose="02040503050406030204" pitchFamily="18" charset="0"/>
                                      <a:ea typeface="Calibri" panose="020F0502020204030204" pitchFamily="34" charset="0"/>
                                      <a:cs typeface="Arial" panose="020B0604020202020204" pitchFamily="34" charset="0"/>
                                    </a:rPr>
                                  </m:ctrlPr>
                                </m:dPr>
                                <m:e>
                                  <m:f>
                                    <m:fPr>
                                      <m:ctrlPr>
                                        <a:rPr lang="en-US" sz="1600" i="1">
                                          <a:latin typeface="Cambria Math" panose="02040503050406030204" pitchFamily="18" charset="0"/>
                                          <a:ea typeface="Calibri" panose="020F0502020204030204" pitchFamily="34" charset="0"/>
                                          <a:cs typeface="Arial" panose="020B0604020202020204" pitchFamily="34" charset="0"/>
                                        </a:rPr>
                                      </m:ctrlPr>
                                    </m:fPr>
                                    <m:num>
                                      <m:r>
                                        <a:rPr lang="id-ID" sz="1600" i="1">
                                          <a:latin typeface="Cambria Math" panose="02040503050406030204" pitchFamily="18" charset="0"/>
                                          <a:ea typeface="Calibri" panose="020F0502020204030204" pitchFamily="34" charset="0"/>
                                          <a:cs typeface="Arial" panose="020B0604020202020204" pitchFamily="34" charset="0"/>
                                        </a:rPr>
                                        <m:t>7</m:t>
                                      </m:r>
                                    </m:num>
                                    <m:den>
                                      <m:r>
                                        <a:rPr lang="id-ID" sz="1600" i="1">
                                          <a:latin typeface="Cambria Math" panose="02040503050406030204" pitchFamily="18" charset="0"/>
                                          <a:ea typeface="Calibri" panose="020F0502020204030204" pitchFamily="34" charset="0"/>
                                          <a:cs typeface="Arial" panose="020B0604020202020204" pitchFamily="34" charset="0"/>
                                        </a:rPr>
                                        <m:t>10</m:t>
                                      </m:r>
                                    </m:den>
                                  </m:f>
                                </m:e>
                              </m:d>
                            </m:e>
                          </m:func>
                        </m:e>
                      </m:d>
                      <m:r>
                        <a:rPr lang="id-ID" sz="1600" i="1">
                          <a:latin typeface="Cambria Math" panose="02040503050406030204" pitchFamily="18" charset="0"/>
                          <a:ea typeface="Calibri" panose="020F0502020204030204" pitchFamily="34" charset="0"/>
                          <a:cs typeface="Arial" panose="020B0604020202020204" pitchFamily="34" charset="0"/>
                        </a:rPr>
                        <m:t>≈0.88</m:t>
                      </m:r>
                    </m:oMath>
                  </m:oMathPara>
                </a14:m>
                <a:endParaRPr lang="en-US" sz="1600" dirty="0">
                  <a:latin typeface="+mj-lt"/>
                  <a:ea typeface="Calibri" panose="020F0502020204030204" pitchFamily="34" charset="0"/>
                  <a:cs typeface="Arial" panose="020B0604020202020204" pitchFamily="34" charset="0"/>
                </a:endParaRPr>
              </a:p>
              <a:p>
                <a:pPr marL="0" indent="0">
                  <a:buNone/>
                </a:pPr>
                <a:endParaRPr lang="en-US" sz="1600" dirty="0">
                  <a:latin typeface="+mj-lt"/>
                </a:endParaRPr>
              </a:p>
            </p:txBody>
          </p:sp>
        </mc:Choice>
        <mc:Fallback xmlns="">
          <p:sp>
            <p:nvSpPr>
              <p:cNvPr id="3" name="Tampungan Konten 2">
                <a:extLst>
                  <a:ext uri="{FF2B5EF4-FFF2-40B4-BE49-F238E27FC236}">
                    <a16:creationId xmlns:a16="http://schemas.microsoft.com/office/drawing/2014/main" id="{C6D32A17-FD8C-498B-A883-51BDDB013A8B}"/>
                  </a:ext>
                </a:extLst>
              </p:cNvPr>
              <p:cNvSpPr>
                <a:spLocks noGrp="1" noRot="1" noChangeAspect="1" noMove="1" noResize="1" noEditPoints="1" noAdjustHandles="1" noChangeArrowheads="1" noChangeShapeType="1" noTextEdit="1"/>
              </p:cNvSpPr>
              <p:nvPr>
                <p:ph idx="1"/>
              </p:nvPr>
            </p:nvSpPr>
            <p:spPr>
              <a:blipFill>
                <a:blip r:embed="rId2"/>
                <a:stretch>
                  <a:fillRect l="-412" t="-1308"/>
                </a:stretch>
              </a:blipFill>
            </p:spPr>
            <p:txBody>
              <a:bodyPr/>
              <a:lstStyle/>
              <a:p>
                <a:r>
                  <a:rPr lang="en-US">
                    <a:noFill/>
                  </a:rPr>
                  <a:t> </a:t>
                </a:r>
              </a:p>
            </p:txBody>
          </p:sp>
        </mc:Fallback>
      </mc:AlternateContent>
    </p:spTree>
    <p:extLst>
      <p:ext uri="{BB962C8B-B14F-4D97-AF65-F5344CB8AC3E}">
        <p14:creationId xmlns:p14="http://schemas.microsoft.com/office/powerpoint/2010/main" val="3311769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68FD52E1-57BC-4BB2-BEAC-D9B33F709838}"/>
              </a:ext>
            </a:extLst>
          </p:cNvPr>
          <p:cNvSpPr>
            <a:spLocks noGrp="1"/>
          </p:cNvSpPr>
          <p:nvPr>
            <p:ph type="title"/>
          </p:nvPr>
        </p:nvSpPr>
        <p:spPr/>
        <p:txBody>
          <a:bodyPr/>
          <a:lstStyle/>
          <a:p>
            <a:r>
              <a:rPr lang="id-ID" dirty="0"/>
              <a:t>Visualisasi Entropi</a:t>
            </a:r>
            <a:endParaRPr lang="en-US" dirty="0"/>
          </a:p>
        </p:txBody>
      </p:sp>
      <p:sp>
        <p:nvSpPr>
          <p:cNvPr id="3" name="Tampungan Konten 2">
            <a:extLst>
              <a:ext uri="{FF2B5EF4-FFF2-40B4-BE49-F238E27FC236}">
                <a16:creationId xmlns:a16="http://schemas.microsoft.com/office/drawing/2014/main" id="{E8AC3820-58A0-4528-AD20-5C0DC454DE92}"/>
              </a:ext>
            </a:extLst>
          </p:cNvPr>
          <p:cNvSpPr>
            <a:spLocks noGrp="1"/>
          </p:cNvSpPr>
          <p:nvPr>
            <p:ph idx="1"/>
          </p:nvPr>
        </p:nvSpPr>
        <p:spPr>
          <a:xfrm>
            <a:off x="471488" y="2784764"/>
            <a:ext cx="5915025" cy="1847958"/>
          </a:xfrm>
        </p:spPr>
        <p:txBody>
          <a:bodyPr>
            <a:normAutofit/>
          </a:bodyPr>
          <a:lstStyle/>
          <a:p>
            <a:pPr marL="257175" indent="-257175">
              <a:lnSpc>
                <a:spcPct val="107000"/>
              </a:lnSpc>
              <a:spcBef>
                <a:spcPts val="0"/>
              </a:spcBef>
              <a:buFont typeface="Symbol" panose="05050102010706020507" pitchFamily="18" charset="2"/>
              <a:buChar char=""/>
            </a:pPr>
            <a:r>
              <a:rPr lang="id-ID" sz="1050" dirty="0">
                <a:latin typeface="+mj-lt"/>
                <a:ea typeface="Calibri" panose="020F0502020204030204" pitchFamily="34" charset="0"/>
                <a:cs typeface="Arial" panose="020B0604020202020204" pitchFamily="34" charset="0"/>
              </a:rPr>
              <a:t>Kita lihat lingkaran yang paling kiri (hanya berisi data negatif), lingkaran tersebut terletak di angka 0 pada P+. Wajar saja, karena yang kita hitung adalah P+, sehingga jika lingkaran berisi kumpulan nilai negatif, maka ia akan berada di paling kiri. </a:t>
            </a:r>
          </a:p>
          <a:p>
            <a:pPr marL="257175" indent="-257175">
              <a:lnSpc>
                <a:spcPct val="107000"/>
              </a:lnSpc>
              <a:spcBef>
                <a:spcPts val="0"/>
              </a:spcBef>
              <a:buFont typeface="Symbol" panose="05050102010706020507" pitchFamily="18" charset="2"/>
              <a:buChar char=""/>
            </a:pPr>
            <a:r>
              <a:rPr lang="id-ID" sz="1050" dirty="0">
                <a:latin typeface="+mj-lt"/>
                <a:ea typeface="Calibri" panose="020F0502020204030204" pitchFamily="34" charset="0"/>
                <a:cs typeface="Arial" panose="020B0604020202020204" pitchFamily="34" charset="0"/>
              </a:rPr>
              <a:t>Kita bisa memahami jika lingkaran hanya berisi data negatif atau positif saja, maka itu berarti tingkat kemurniannya tinggi dan tingkat </a:t>
            </a:r>
            <a:r>
              <a:rPr lang="id-ID" sz="1050" dirty="0" err="1">
                <a:latin typeface="+mj-lt"/>
                <a:ea typeface="Calibri" panose="020F0502020204030204" pitchFamily="34" charset="0"/>
                <a:cs typeface="Arial" panose="020B0604020202020204" pitchFamily="34" charset="0"/>
              </a:rPr>
              <a:t>ketidakteraturannya</a:t>
            </a:r>
            <a:r>
              <a:rPr lang="id-ID" sz="1050" dirty="0">
                <a:latin typeface="+mj-lt"/>
                <a:ea typeface="Calibri" panose="020F0502020204030204" pitchFamily="34" charset="0"/>
                <a:cs typeface="Arial" panose="020B0604020202020204" pitchFamily="34" charset="0"/>
              </a:rPr>
              <a:t> rendah. </a:t>
            </a:r>
            <a:endParaRPr lang="en-US" sz="1050" dirty="0">
              <a:latin typeface="+mj-lt"/>
              <a:ea typeface="Calibri" panose="020F0502020204030204" pitchFamily="34" charset="0"/>
              <a:cs typeface="Arial" panose="020B0604020202020204" pitchFamily="34" charset="0"/>
            </a:endParaRPr>
          </a:p>
          <a:p>
            <a:pPr marL="257175" indent="-257175">
              <a:lnSpc>
                <a:spcPct val="107000"/>
              </a:lnSpc>
              <a:spcBef>
                <a:spcPts val="0"/>
              </a:spcBef>
              <a:buFont typeface="Symbol" panose="05050102010706020507" pitchFamily="18" charset="2"/>
              <a:buChar char=""/>
            </a:pPr>
            <a:r>
              <a:rPr lang="id-ID" sz="1050" dirty="0">
                <a:latin typeface="+mj-lt"/>
                <a:ea typeface="Calibri" panose="020F0502020204030204" pitchFamily="34" charset="0"/>
                <a:cs typeface="Arial" panose="020B0604020202020204" pitchFamily="34" charset="0"/>
              </a:rPr>
              <a:t>Selain itu kita bisa perhatikan lingkaran di tengah yang menunjukkan keberagaman dari kelas yang dibagi sama rata antara kelas positif dan negatif. Terlihat bahwa lingkaran tersebut terletak pada nilai Entropi = 1 di sumbu y. Artinya  semakin tinggi keberagaman / </a:t>
            </a:r>
            <a:r>
              <a:rPr lang="id-ID" sz="1050" dirty="0" err="1">
                <a:latin typeface="+mj-lt"/>
                <a:ea typeface="Calibri" panose="020F0502020204030204" pitchFamily="34" charset="0"/>
                <a:cs typeface="Arial" panose="020B0604020202020204" pitchFamily="34" charset="0"/>
              </a:rPr>
              <a:t>ketidakteraturan</a:t>
            </a:r>
            <a:r>
              <a:rPr lang="id-ID" sz="1050" dirty="0">
                <a:latin typeface="+mj-lt"/>
                <a:ea typeface="Calibri" panose="020F0502020204030204" pitchFamily="34" charset="0"/>
                <a:cs typeface="Arial" panose="020B0604020202020204" pitchFamily="34" charset="0"/>
              </a:rPr>
              <a:t> dalam suatu lingkaran, maka semakin tinggi juga nilai entropinya. </a:t>
            </a:r>
            <a:endParaRPr lang="en-US" sz="1050" dirty="0">
              <a:latin typeface="+mj-lt"/>
              <a:ea typeface="Calibri" panose="020F0502020204030204" pitchFamily="34" charset="0"/>
              <a:cs typeface="Arial" panose="020B0604020202020204" pitchFamily="34" charset="0"/>
            </a:endParaRPr>
          </a:p>
          <a:p>
            <a:endParaRPr lang="en-US" sz="1350" dirty="0">
              <a:latin typeface="+mj-lt"/>
            </a:endParaRPr>
          </a:p>
        </p:txBody>
      </p:sp>
      <p:pic>
        <p:nvPicPr>
          <p:cNvPr id="5" name="Gambar 4">
            <a:extLst>
              <a:ext uri="{FF2B5EF4-FFF2-40B4-BE49-F238E27FC236}">
                <a16:creationId xmlns:a16="http://schemas.microsoft.com/office/drawing/2014/main" id="{01E3408F-132B-4ED7-9749-FFA9A0F49DC9}"/>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630382" y="1018309"/>
            <a:ext cx="2798618" cy="1766455"/>
          </a:xfrm>
          <a:prstGeom prst="rect">
            <a:avLst/>
          </a:prstGeom>
          <a:noFill/>
          <a:ln>
            <a:noFill/>
          </a:ln>
        </p:spPr>
      </p:pic>
      <mc:AlternateContent xmlns:mc="http://schemas.openxmlformats.org/markup-compatibility/2006" xmlns:a14="http://schemas.microsoft.com/office/drawing/2010/main">
        <mc:Choice Requires="a14">
          <p:sp>
            <p:nvSpPr>
              <p:cNvPr id="8" name="Kotak Teks 7">
                <a:extLst>
                  <a:ext uri="{FF2B5EF4-FFF2-40B4-BE49-F238E27FC236}">
                    <a16:creationId xmlns:a16="http://schemas.microsoft.com/office/drawing/2014/main" id="{53DFBE56-DE70-42D1-8B9A-30B486084C5C}"/>
                  </a:ext>
                </a:extLst>
              </p:cNvPr>
              <p:cNvSpPr txBox="1"/>
              <p:nvPr/>
            </p:nvSpPr>
            <p:spPr>
              <a:xfrm>
                <a:off x="3196937" y="1274672"/>
                <a:ext cx="3030682" cy="7817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id-ID" sz="900" i="1">
                          <a:latin typeface="Cambria Math" panose="02040503050406030204" pitchFamily="18" charset="0"/>
                          <a:ea typeface="Calibri" panose="020F0502020204030204" pitchFamily="34" charset="0"/>
                          <a:cs typeface="Arial" panose="020B0604020202020204" pitchFamily="34" charset="0"/>
                        </a:rPr>
                        <m:t>𝐸</m:t>
                      </m:r>
                      <m:d>
                        <m:dPr>
                          <m:ctrlPr>
                            <a:rPr lang="en-US" sz="900" i="1">
                              <a:latin typeface="Cambria Math" panose="02040503050406030204" pitchFamily="18" charset="0"/>
                              <a:ea typeface="Calibri" panose="020F0502020204030204" pitchFamily="34" charset="0"/>
                              <a:cs typeface="Arial" panose="020B0604020202020204" pitchFamily="34" charset="0"/>
                            </a:rPr>
                          </m:ctrlPr>
                        </m:dPr>
                        <m:e>
                          <m:r>
                            <a:rPr lang="id-ID" sz="900" i="1">
                              <a:latin typeface="Cambria Math" panose="02040503050406030204" pitchFamily="18" charset="0"/>
                              <a:ea typeface="Calibri" panose="020F0502020204030204" pitchFamily="34" charset="0"/>
                              <a:cs typeface="Arial" panose="020B0604020202020204" pitchFamily="34" charset="0"/>
                            </a:rPr>
                            <m:t>𝑆</m:t>
                          </m:r>
                        </m:e>
                      </m:d>
                      <m:r>
                        <a:rPr lang="id-ID" sz="900" i="1">
                          <a:latin typeface="Cambria Math" panose="02040503050406030204" pitchFamily="18" charset="0"/>
                          <a:ea typeface="Calibri" panose="020F0502020204030204" pitchFamily="34" charset="0"/>
                          <a:cs typeface="Arial" panose="020B0604020202020204" pitchFamily="34" charset="0"/>
                        </a:rPr>
                        <m:t>=</m:t>
                      </m:r>
                      <m:nary>
                        <m:naryPr>
                          <m:chr m:val="∑"/>
                          <m:limLoc m:val="undOvr"/>
                          <m:ctrlPr>
                            <a:rPr lang="en-US" sz="900" i="1">
                              <a:latin typeface="Cambria Math" panose="02040503050406030204" pitchFamily="18" charset="0"/>
                              <a:ea typeface="Calibri" panose="020F0502020204030204" pitchFamily="34" charset="0"/>
                              <a:cs typeface="Arial" panose="020B0604020202020204" pitchFamily="34" charset="0"/>
                            </a:rPr>
                          </m:ctrlPr>
                        </m:naryPr>
                        <m:sub>
                          <m:r>
                            <a:rPr lang="id-ID" sz="900" i="1">
                              <a:latin typeface="Cambria Math" panose="02040503050406030204" pitchFamily="18" charset="0"/>
                              <a:ea typeface="Calibri" panose="020F0502020204030204" pitchFamily="34" charset="0"/>
                              <a:cs typeface="Arial" panose="020B0604020202020204" pitchFamily="34" charset="0"/>
                            </a:rPr>
                            <m:t>𝑖</m:t>
                          </m:r>
                          <m:r>
                            <a:rPr lang="id-ID" sz="900" i="1">
                              <a:latin typeface="Cambria Math" panose="02040503050406030204" pitchFamily="18" charset="0"/>
                              <a:ea typeface="Calibri" panose="020F0502020204030204" pitchFamily="34" charset="0"/>
                              <a:cs typeface="Arial" panose="020B0604020202020204" pitchFamily="34" charset="0"/>
                            </a:rPr>
                            <m:t>=1</m:t>
                          </m:r>
                        </m:sub>
                        <m:sup>
                          <m:r>
                            <a:rPr lang="id-ID" sz="900" i="1">
                              <a:latin typeface="Cambria Math" panose="02040503050406030204" pitchFamily="18" charset="0"/>
                              <a:ea typeface="Calibri" panose="020F0502020204030204" pitchFamily="34" charset="0"/>
                              <a:cs typeface="Arial" panose="020B0604020202020204" pitchFamily="34" charset="0"/>
                            </a:rPr>
                            <m:t>𝑛</m:t>
                          </m:r>
                        </m:sup>
                        <m:e>
                          <m:r>
                            <a:rPr lang="id-ID" sz="900" i="1">
                              <a:latin typeface="Cambria Math" panose="02040503050406030204" pitchFamily="18" charset="0"/>
                              <a:ea typeface="Calibri" panose="020F0502020204030204" pitchFamily="34" charset="0"/>
                              <a:cs typeface="Arial" panose="020B0604020202020204" pitchFamily="34" charset="0"/>
                            </a:rPr>
                            <m:t>−</m:t>
                          </m:r>
                          <m:sSub>
                            <m:sSubPr>
                              <m:ctrlPr>
                                <a:rPr lang="en-US" sz="900" i="1">
                                  <a:latin typeface="Cambria Math" panose="02040503050406030204" pitchFamily="18" charset="0"/>
                                  <a:ea typeface="Calibri" panose="020F0502020204030204" pitchFamily="34" charset="0"/>
                                  <a:cs typeface="Arial" panose="020B0604020202020204" pitchFamily="34" charset="0"/>
                                </a:rPr>
                              </m:ctrlPr>
                            </m:sSubPr>
                            <m:e>
                              <m:r>
                                <a:rPr lang="id-ID" sz="900" i="1">
                                  <a:latin typeface="Cambria Math" panose="02040503050406030204" pitchFamily="18" charset="0"/>
                                  <a:ea typeface="Calibri" panose="020F0502020204030204" pitchFamily="34" charset="0"/>
                                  <a:cs typeface="Arial" panose="020B0604020202020204" pitchFamily="34" charset="0"/>
                                </a:rPr>
                                <m:t>𝑝</m:t>
                              </m:r>
                            </m:e>
                            <m:sub>
                              <m:r>
                                <a:rPr lang="id-ID" sz="900" i="1">
                                  <a:latin typeface="Cambria Math" panose="02040503050406030204" pitchFamily="18" charset="0"/>
                                  <a:ea typeface="Calibri" panose="020F0502020204030204" pitchFamily="34" charset="0"/>
                                  <a:cs typeface="Arial" panose="020B0604020202020204" pitchFamily="34" charset="0"/>
                                </a:rPr>
                                <m:t>𝑖</m:t>
                              </m:r>
                            </m:sub>
                          </m:sSub>
                          <m:func>
                            <m:funcPr>
                              <m:ctrlPr>
                                <a:rPr lang="en-US" sz="900" i="1">
                                  <a:latin typeface="Cambria Math" panose="02040503050406030204" pitchFamily="18" charset="0"/>
                                  <a:ea typeface="Calibri" panose="020F0502020204030204" pitchFamily="34" charset="0"/>
                                  <a:cs typeface="Arial" panose="020B0604020202020204" pitchFamily="34" charset="0"/>
                                </a:rPr>
                              </m:ctrlPr>
                            </m:funcPr>
                            <m:fName>
                              <m:sSub>
                                <m:sSubPr>
                                  <m:ctrlPr>
                                    <a:rPr lang="en-US" sz="900" i="1">
                                      <a:latin typeface="Cambria Math" panose="02040503050406030204" pitchFamily="18" charset="0"/>
                                      <a:ea typeface="Calibri" panose="020F0502020204030204" pitchFamily="34" charset="0"/>
                                      <a:cs typeface="Arial" panose="020B0604020202020204" pitchFamily="34" charset="0"/>
                                    </a:rPr>
                                  </m:ctrlPr>
                                </m:sSubPr>
                                <m:e>
                                  <m:r>
                                    <m:rPr>
                                      <m:sty m:val="p"/>
                                    </m:rPr>
                                    <a:rPr lang="id-ID" sz="900">
                                      <a:latin typeface="Cambria Math" panose="02040503050406030204" pitchFamily="18" charset="0"/>
                                      <a:ea typeface="Calibri" panose="020F0502020204030204" pitchFamily="34" charset="0"/>
                                      <a:cs typeface="Arial" panose="020B0604020202020204" pitchFamily="34" charset="0"/>
                                    </a:rPr>
                                    <m:t>log</m:t>
                                  </m:r>
                                </m:e>
                                <m:sub>
                                  <m:r>
                                    <a:rPr lang="id-ID" sz="900" i="1">
                                      <a:latin typeface="Cambria Math" panose="02040503050406030204" pitchFamily="18" charset="0"/>
                                      <a:ea typeface="Calibri" panose="020F0502020204030204" pitchFamily="34" charset="0"/>
                                      <a:cs typeface="Arial" panose="020B0604020202020204" pitchFamily="34" charset="0"/>
                                    </a:rPr>
                                    <m:t>2</m:t>
                                  </m:r>
                                </m:sub>
                              </m:sSub>
                            </m:fName>
                            <m:e>
                              <m:sSub>
                                <m:sSubPr>
                                  <m:ctrlPr>
                                    <a:rPr lang="en-US" sz="900" i="1">
                                      <a:latin typeface="Cambria Math" panose="02040503050406030204" pitchFamily="18" charset="0"/>
                                      <a:ea typeface="Calibri" panose="020F0502020204030204" pitchFamily="34" charset="0"/>
                                      <a:cs typeface="Arial" panose="020B0604020202020204" pitchFamily="34" charset="0"/>
                                    </a:rPr>
                                  </m:ctrlPr>
                                </m:sSubPr>
                                <m:e>
                                  <m:r>
                                    <a:rPr lang="id-ID" sz="900" i="1">
                                      <a:latin typeface="Cambria Math" panose="02040503050406030204" pitchFamily="18" charset="0"/>
                                      <a:ea typeface="Calibri" panose="020F0502020204030204" pitchFamily="34" charset="0"/>
                                      <a:cs typeface="Arial" panose="020B0604020202020204" pitchFamily="34" charset="0"/>
                                    </a:rPr>
                                    <m:t>𝑝</m:t>
                                  </m:r>
                                </m:e>
                                <m:sub>
                                  <m:r>
                                    <a:rPr lang="id-ID" sz="900" i="1">
                                      <a:latin typeface="Cambria Math" panose="02040503050406030204" pitchFamily="18" charset="0"/>
                                      <a:ea typeface="Calibri" panose="020F0502020204030204" pitchFamily="34" charset="0"/>
                                      <a:cs typeface="Arial" panose="020B0604020202020204" pitchFamily="34" charset="0"/>
                                    </a:rPr>
                                    <m:t>𝑖</m:t>
                                  </m:r>
                                </m:sub>
                              </m:sSub>
                            </m:e>
                          </m:func>
                        </m:e>
                      </m:nary>
                    </m:oMath>
                    <m:oMath xmlns:m="http://schemas.openxmlformats.org/officeDocument/2006/math">
                      <m:r>
                        <a:rPr lang="id-ID" sz="900" i="1">
                          <a:latin typeface="Cambria Math" panose="02040503050406030204" pitchFamily="18" charset="0"/>
                          <a:ea typeface="Calibri" panose="020F0502020204030204" pitchFamily="34" charset="0"/>
                          <a:cs typeface="Arial" panose="020B0604020202020204" pitchFamily="34" charset="0"/>
                        </a:rPr>
                        <m:t>𝐸</m:t>
                      </m:r>
                      <m:d>
                        <m:dPr>
                          <m:ctrlPr>
                            <a:rPr lang="en-US" sz="900" i="1">
                              <a:latin typeface="Cambria Math" panose="02040503050406030204" pitchFamily="18" charset="0"/>
                              <a:ea typeface="Calibri" panose="020F0502020204030204" pitchFamily="34" charset="0"/>
                              <a:cs typeface="Arial" panose="020B0604020202020204" pitchFamily="34" charset="0"/>
                            </a:rPr>
                          </m:ctrlPr>
                        </m:dPr>
                        <m:e>
                          <m:r>
                            <a:rPr lang="id-ID" sz="900" i="1">
                              <a:latin typeface="Cambria Math" panose="02040503050406030204" pitchFamily="18" charset="0"/>
                              <a:ea typeface="Calibri" panose="020F0502020204030204" pitchFamily="34" charset="0"/>
                              <a:cs typeface="Arial" panose="020B0604020202020204" pitchFamily="34" charset="0"/>
                            </a:rPr>
                            <m:t>𝑆</m:t>
                          </m:r>
                        </m:e>
                      </m:d>
                      <m:r>
                        <a:rPr lang="id-ID" sz="900" i="1">
                          <a:latin typeface="Cambria Math" panose="02040503050406030204" pitchFamily="18" charset="0"/>
                          <a:ea typeface="Calibri" panose="020F0502020204030204" pitchFamily="34" charset="0"/>
                          <a:cs typeface="Arial" panose="020B0604020202020204" pitchFamily="34" charset="0"/>
                        </a:rPr>
                        <m:t>=</m:t>
                      </m:r>
                      <m:d>
                        <m:dPr>
                          <m:ctrlPr>
                            <a:rPr lang="en-US" sz="900" i="1">
                              <a:latin typeface="Cambria Math" panose="02040503050406030204" pitchFamily="18" charset="0"/>
                              <a:ea typeface="Calibri" panose="020F0502020204030204" pitchFamily="34" charset="0"/>
                              <a:cs typeface="Arial" panose="020B0604020202020204" pitchFamily="34" charset="0"/>
                            </a:rPr>
                          </m:ctrlPr>
                        </m:dPr>
                        <m:e>
                          <m:r>
                            <a:rPr lang="id-ID" sz="900" i="1">
                              <a:latin typeface="Cambria Math" panose="02040503050406030204" pitchFamily="18" charset="0"/>
                              <a:ea typeface="Calibri" panose="020F0502020204030204" pitchFamily="34" charset="0"/>
                              <a:cs typeface="Arial" panose="020B0604020202020204" pitchFamily="34" charset="0"/>
                            </a:rPr>
                            <m:t>−</m:t>
                          </m:r>
                          <m:f>
                            <m:fPr>
                              <m:ctrlPr>
                                <a:rPr lang="en-US" sz="900" i="1">
                                  <a:latin typeface="Cambria Math" panose="02040503050406030204" pitchFamily="18" charset="0"/>
                                  <a:ea typeface="Calibri" panose="020F0502020204030204" pitchFamily="34" charset="0"/>
                                  <a:cs typeface="Arial" panose="020B0604020202020204" pitchFamily="34" charset="0"/>
                                </a:rPr>
                              </m:ctrlPr>
                            </m:fPr>
                            <m:num>
                              <m:r>
                                <a:rPr lang="id-ID" sz="900" i="1">
                                  <a:latin typeface="Cambria Math" panose="02040503050406030204" pitchFamily="18" charset="0"/>
                                  <a:ea typeface="Calibri" panose="020F0502020204030204" pitchFamily="34" charset="0"/>
                                  <a:cs typeface="Arial" panose="020B0604020202020204" pitchFamily="34" charset="0"/>
                                </a:rPr>
                                <m:t>3</m:t>
                              </m:r>
                            </m:num>
                            <m:den>
                              <m:r>
                                <a:rPr lang="id-ID" sz="900" i="1">
                                  <a:latin typeface="Cambria Math" panose="02040503050406030204" pitchFamily="18" charset="0"/>
                                  <a:ea typeface="Calibri" panose="020F0502020204030204" pitchFamily="34" charset="0"/>
                                  <a:cs typeface="Arial" panose="020B0604020202020204" pitchFamily="34" charset="0"/>
                                </a:rPr>
                                <m:t>10</m:t>
                              </m:r>
                            </m:den>
                          </m:f>
                          <m:r>
                            <a:rPr lang="id-ID" sz="900" i="1">
                              <a:latin typeface="Cambria Math" panose="02040503050406030204" pitchFamily="18" charset="0"/>
                              <a:ea typeface="Calibri" panose="020F0502020204030204" pitchFamily="34" charset="0"/>
                              <a:cs typeface="Arial" panose="020B0604020202020204" pitchFamily="34" charset="0"/>
                            </a:rPr>
                            <m:t>×</m:t>
                          </m:r>
                          <m:func>
                            <m:funcPr>
                              <m:ctrlPr>
                                <a:rPr lang="en-US" sz="900" i="1">
                                  <a:latin typeface="Cambria Math" panose="02040503050406030204" pitchFamily="18" charset="0"/>
                                  <a:ea typeface="Calibri" panose="020F0502020204030204" pitchFamily="34" charset="0"/>
                                  <a:cs typeface="Arial" panose="020B0604020202020204" pitchFamily="34" charset="0"/>
                                </a:rPr>
                              </m:ctrlPr>
                            </m:funcPr>
                            <m:fName>
                              <m:sSub>
                                <m:sSubPr>
                                  <m:ctrlPr>
                                    <a:rPr lang="en-US" sz="900" i="1">
                                      <a:latin typeface="Cambria Math" panose="02040503050406030204" pitchFamily="18" charset="0"/>
                                      <a:ea typeface="Calibri" panose="020F0502020204030204" pitchFamily="34" charset="0"/>
                                      <a:cs typeface="Arial" panose="020B0604020202020204" pitchFamily="34" charset="0"/>
                                    </a:rPr>
                                  </m:ctrlPr>
                                </m:sSubPr>
                                <m:e>
                                  <m:r>
                                    <m:rPr>
                                      <m:sty m:val="p"/>
                                    </m:rPr>
                                    <a:rPr lang="id-ID" sz="900">
                                      <a:latin typeface="Cambria Math" panose="02040503050406030204" pitchFamily="18" charset="0"/>
                                      <a:ea typeface="Calibri" panose="020F0502020204030204" pitchFamily="34" charset="0"/>
                                      <a:cs typeface="Arial" panose="020B0604020202020204" pitchFamily="34" charset="0"/>
                                    </a:rPr>
                                    <m:t>log</m:t>
                                  </m:r>
                                </m:e>
                                <m:sub>
                                  <m:r>
                                    <a:rPr lang="id-ID" sz="90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sz="900" i="1">
                                      <a:latin typeface="Cambria Math" panose="02040503050406030204" pitchFamily="18" charset="0"/>
                                      <a:ea typeface="Calibri" panose="020F0502020204030204" pitchFamily="34" charset="0"/>
                                      <a:cs typeface="Arial" panose="020B0604020202020204" pitchFamily="34" charset="0"/>
                                    </a:rPr>
                                  </m:ctrlPr>
                                </m:dPr>
                                <m:e>
                                  <m:f>
                                    <m:fPr>
                                      <m:ctrlPr>
                                        <a:rPr lang="en-US" sz="900" i="1">
                                          <a:latin typeface="Cambria Math" panose="02040503050406030204" pitchFamily="18" charset="0"/>
                                          <a:ea typeface="Calibri" panose="020F0502020204030204" pitchFamily="34" charset="0"/>
                                          <a:cs typeface="Arial" panose="020B0604020202020204" pitchFamily="34" charset="0"/>
                                        </a:rPr>
                                      </m:ctrlPr>
                                    </m:fPr>
                                    <m:num>
                                      <m:r>
                                        <a:rPr lang="id-ID" sz="900" i="1">
                                          <a:latin typeface="Cambria Math" panose="02040503050406030204" pitchFamily="18" charset="0"/>
                                          <a:ea typeface="Calibri" panose="020F0502020204030204" pitchFamily="34" charset="0"/>
                                          <a:cs typeface="Arial" panose="020B0604020202020204" pitchFamily="34" charset="0"/>
                                        </a:rPr>
                                        <m:t>3</m:t>
                                      </m:r>
                                    </m:num>
                                    <m:den>
                                      <m:r>
                                        <a:rPr lang="id-ID" sz="900" i="1">
                                          <a:latin typeface="Cambria Math" panose="02040503050406030204" pitchFamily="18" charset="0"/>
                                          <a:ea typeface="Calibri" panose="020F0502020204030204" pitchFamily="34" charset="0"/>
                                          <a:cs typeface="Arial" panose="020B0604020202020204" pitchFamily="34" charset="0"/>
                                        </a:rPr>
                                        <m:t>10</m:t>
                                      </m:r>
                                    </m:den>
                                  </m:f>
                                </m:e>
                              </m:d>
                            </m:e>
                          </m:func>
                        </m:e>
                      </m:d>
                      <m:r>
                        <a:rPr lang="id-ID" sz="900" i="1">
                          <a:latin typeface="Cambria Math" panose="02040503050406030204" pitchFamily="18" charset="0"/>
                          <a:ea typeface="Calibri" panose="020F0502020204030204" pitchFamily="34" charset="0"/>
                          <a:cs typeface="Arial" panose="020B0604020202020204" pitchFamily="34" charset="0"/>
                        </a:rPr>
                        <m:t>+</m:t>
                      </m:r>
                      <m:d>
                        <m:dPr>
                          <m:ctrlPr>
                            <a:rPr lang="en-US" sz="900" i="1">
                              <a:latin typeface="Cambria Math" panose="02040503050406030204" pitchFamily="18" charset="0"/>
                              <a:ea typeface="Calibri" panose="020F0502020204030204" pitchFamily="34" charset="0"/>
                              <a:cs typeface="Arial" panose="020B0604020202020204" pitchFamily="34" charset="0"/>
                            </a:rPr>
                          </m:ctrlPr>
                        </m:dPr>
                        <m:e>
                          <m:r>
                            <a:rPr lang="id-ID" sz="900" i="1">
                              <a:latin typeface="Cambria Math" panose="02040503050406030204" pitchFamily="18" charset="0"/>
                              <a:ea typeface="Calibri" panose="020F0502020204030204" pitchFamily="34" charset="0"/>
                              <a:cs typeface="Arial" panose="020B0604020202020204" pitchFamily="34" charset="0"/>
                            </a:rPr>
                            <m:t>−</m:t>
                          </m:r>
                          <m:f>
                            <m:fPr>
                              <m:ctrlPr>
                                <a:rPr lang="en-US" sz="900" i="1">
                                  <a:latin typeface="Cambria Math" panose="02040503050406030204" pitchFamily="18" charset="0"/>
                                  <a:ea typeface="Calibri" panose="020F0502020204030204" pitchFamily="34" charset="0"/>
                                  <a:cs typeface="Arial" panose="020B0604020202020204" pitchFamily="34" charset="0"/>
                                </a:rPr>
                              </m:ctrlPr>
                            </m:fPr>
                            <m:num>
                              <m:r>
                                <a:rPr lang="id-ID" sz="900" i="1">
                                  <a:latin typeface="Cambria Math" panose="02040503050406030204" pitchFamily="18" charset="0"/>
                                  <a:ea typeface="Calibri" panose="020F0502020204030204" pitchFamily="34" charset="0"/>
                                  <a:cs typeface="Arial" panose="020B0604020202020204" pitchFamily="34" charset="0"/>
                                </a:rPr>
                                <m:t>7</m:t>
                              </m:r>
                            </m:num>
                            <m:den>
                              <m:r>
                                <a:rPr lang="id-ID" sz="900" i="1">
                                  <a:latin typeface="Cambria Math" panose="02040503050406030204" pitchFamily="18" charset="0"/>
                                  <a:ea typeface="Calibri" panose="020F0502020204030204" pitchFamily="34" charset="0"/>
                                  <a:cs typeface="Arial" panose="020B0604020202020204" pitchFamily="34" charset="0"/>
                                </a:rPr>
                                <m:t>10</m:t>
                              </m:r>
                            </m:den>
                          </m:f>
                          <m:r>
                            <a:rPr lang="id-ID" sz="900" i="1">
                              <a:latin typeface="Cambria Math" panose="02040503050406030204" pitchFamily="18" charset="0"/>
                              <a:ea typeface="Calibri" panose="020F0502020204030204" pitchFamily="34" charset="0"/>
                              <a:cs typeface="Arial" panose="020B0604020202020204" pitchFamily="34" charset="0"/>
                            </a:rPr>
                            <m:t>×</m:t>
                          </m:r>
                          <m:func>
                            <m:funcPr>
                              <m:ctrlPr>
                                <a:rPr lang="en-US" sz="900" i="1">
                                  <a:latin typeface="Cambria Math" panose="02040503050406030204" pitchFamily="18" charset="0"/>
                                  <a:ea typeface="Calibri" panose="020F0502020204030204" pitchFamily="34" charset="0"/>
                                  <a:cs typeface="Arial" panose="020B0604020202020204" pitchFamily="34" charset="0"/>
                                </a:rPr>
                              </m:ctrlPr>
                            </m:funcPr>
                            <m:fName>
                              <m:sSub>
                                <m:sSubPr>
                                  <m:ctrlPr>
                                    <a:rPr lang="en-US" sz="900" i="1">
                                      <a:latin typeface="Cambria Math" panose="02040503050406030204" pitchFamily="18" charset="0"/>
                                      <a:ea typeface="Calibri" panose="020F0502020204030204" pitchFamily="34" charset="0"/>
                                      <a:cs typeface="Arial" panose="020B0604020202020204" pitchFamily="34" charset="0"/>
                                    </a:rPr>
                                  </m:ctrlPr>
                                </m:sSubPr>
                                <m:e>
                                  <m:r>
                                    <m:rPr>
                                      <m:sty m:val="p"/>
                                    </m:rPr>
                                    <a:rPr lang="id-ID" sz="900">
                                      <a:latin typeface="Cambria Math" panose="02040503050406030204" pitchFamily="18" charset="0"/>
                                      <a:ea typeface="Calibri" panose="020F0502020204030204" pitchFamily="34" charset="0"/>
                                      <a:cs typeface="Arial" panose="020B0604020202020204" pitchFamily="34" charset="0"/>
                                    </a:rPr>
                                    <m:t>log</m:t>
                                  </m:r>
                                </m:e>
                                <m:sub>
                                  <m:r>
                                    <a:rPr lang="id-ID" sz="90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sz="900" i="1">
                                      <a:latin typeface="Cambria Math" panose="02040503050406030204" pitchFamily="18" charset="0"/>
                                      <a:ea typeface="Calibri" panose="020F0502020204030204" pitchFamily="34" charset="0"/>
                                      <a:cs typeface="Arial" panose="020B0604020202020204" pitchFamily="34" charset="0"/>
                                    </a:rPr>
                                  </m:ctrlPr>
                                </m:dPr>
                                <m:e>
                                  <m:f>
                                    <m:fPr>
                                      <m:ctrlPr>
                                        <a:rPr lang="en-US" sz="900" i="1">
                                          <a:latin typeface="Cambria Math" panose="02040503050406030204" pitchFamily="18" charset="0"/>
                                          <a:ea typeface="Calibri" panose="020F0502020204030204" pitchFamily="34" charset="0"/>
                                          <a:cs typeface="Arial" panose="020B0604020202020204" pitchFamily="34" charset="0"/>
                                        </a:rPr>
                                      </m:ctrlPr>
                                    </m:fPr>
                                    <m:num>
                                      <m:r>
                                        <a:rPr lang="id-ID" sz="900" i="1">
                                          <a:latin typeface="Cambria Math" panose="02040503050406030204" pitchFamily="18" charset="0"/>
                                          <a:ea typeface="Calibri" panose="020F0502020204030204" pitchFamily="34" charset="0"/>
                                          <a:cs typeface="Arial" panose="020B0604020202020204" pitchFamily="34" charset="0"/>
                                        </a:rPr>
                                        <m:t>7</m:t>
                                      </m:r>
                                    </m:num>
                                    <m:den>
                                      <m:r>
                                        <a:rPr lang="id-ID" sz="900" i="1">
                                          <a:latin typeface="Cambria Math" panose="02040503050406030204" pitchFamily="18" charset="0"/>
                                          <a:ea typeface="Calibri" panose="020F0502020204030204" pitchFamily="34" charset="0"/>
                                          <a:cs typeface="Arial" panose="020B0604020202020204" pitchFamily="34" charset="0"/>
                                        </a:rPr>
                                        <m:t>10</m:t>
                                      </m:r>
                                    </m:den>
                                  </m:f>
                                </m:e>
                              </m:d>
                            </m:e>
                          </m:func>
                        </m:e>
                      </m:d>
                      <m:r>
                        <a:rPr lang="id-ID" sz="900" i="1">
                          <a:latin typeface="Cambria Math" panose="02040503050406030204" pitchFamily="18" charset="0"/>
                          <a:ea typeface="Calibri" panose="020F0502020204030204" pitchFamily="34" charset="0"/>
                          <a:cs typeface="Arial" panose="020B0604020202020204" pitchFamily="34" charset="0"/>
                        </a:rPr>
                        <m:t>≈0.88</m:t>
                      </m:r>
                    </m:oMath>
                  </m:oMathPara>
                </a14:m>
                <a:endParaRPr lang="en-US" sz="900" dirty="0">
                  <a:latin typeface="+mj-lt"/>
                  <a:ea typeface="Calibri" panose="020F0502020204030204" pitchFamily="34" charset="0"/>
                  <a:cs typeface="Arial" panose="020B0604020202020204" pitchFamily="34" charset="0"/>
                </a:endParaRPr>
              </a:p>
            </p:txBody>
          </p:sp>
        </mc:Choice>
        <mc:Fallback xmlns="">
          <p:sp>
            <p:nvSpPr>
              <p:cNvPr id="8" name="Kotak Teks 7">
                <a:extLst>
                  <a:ext uri="{FF2B5EF4-FFF2-40B4-BE49-F238E27FC236}">
                    <a16:creationId xmlns:a16="http://schemas.microsoft.com/office/drawing/2014/main" id="{53DFBE56-DE70-42D1-8B9A-30B486084C5C}"/>
                  </a:ext>
                </a:extLst>
              </p:cNvPr>
              <p:cNvSpPr txBox="1">
                <a:spLocks noRot="1" noChangeAspect="1" noMove="1" noResize="1" noEditPoints="1" noAdjustHandles="1" noChangeArrowheads="1" noChangeShapeType="1" noTextEdit="1"/>
              </p:cNvSpPr>
              <p:nvPr/>
            </p:nvSpPr>
            <p:spPr>
              <a:xfrm>
                <a:off x="3196937" y="1274672"/>
                <a:ext cx="3030682" cy="781752"/>
              </a:xfrm>
              <a:prstGeom prst="rect">
                <a:avLst/>
              </a:prstGeom>
              <a:blipFill>
                <a:blip r:embed="rId3"/>
                <a:stretch>
                  <a:fillRect t="-56250" b="-46875"/>
                </a:stretch>
              </a:blipFill>
            </p:spPr>
            <p:txBody>
              <a:bodyPr/>
              <a:lstStyle/>
              <a:p>
                <a:r>
                  <a:rPr lang="en-US">
                    <a:noFill/>
                  </a:rPr>
                  <a:t> </a:t>
                </a:r>
              </a:p>
            </p:txBody>
          </p:sp>
        </mc:Fallback>
      </mc:AlternateContent>
    </p:spTree>
    <p:extLst>
      <p:ext uri="{BB962C8B-B14F-4D97-AF65-F5344CB8AC3E}">
        <p14:creationId xmlns:p14="http://schemas.microsoft.com/office/powerpoint/2010/main" val="33452522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8FF8F853-C7E6-4203-8C44-5EA0A6419D59}"/>
              </a:ext>
            </a:extLst>
          </p:cNvPr>
          <p:cNvSpPr>
            <a:spLocks noGrp="1"/>
          </p:cNvSpPr>
          <p:nvPr>
            <p:ph type="title"/>
          </p:nvPr>
        </p:nvSpPr>
        <p:spPr/>
        <p:txBody>
          <a:bodyPr/>
          <a:lstStyle/>
          <a:p>
            <a:r>
              <a:rPr lang="id-ID" dirty="0"/>
              <a:t>Kesimpulan Entropi</a:t>
            </a:r>
            <a:endParaRPr lang="en-US" dirty="0"/>
          </a:p>
        </p:txBody>
      </p:sp>
      <p:sp>
        <p:nvSpPr>
          <p:cNvPr id="3" name="Tampungan Konten 2">
            <a:extLst>
              <a:ext uri="{FF2B5EF4-FFF2-40B4-BE49-F238E27FC236}">
                <a16:creationId xmlns:a16="http://schemas.microsoft.com/office/drawing/2014/main" id="{7C09FB8B-7211-49A9-927D-09816F06CABB}"/>
              </a:ext>
            </a:extLst>
          </p:cNvPr>
          <p:cNvSpPr>
            <a:spLocks noGrp="1"/>
          </p:cNvSpPr>
          <p:nvPr>
            <p:ph idx="1"/>
          </p:nvPr>
        </p:nvSpPr>
        <p:spPr/>
        <p:txBody>
          <a:bodyPr/>
          <a:lstStyle/>
          <a:p>
            <a:r>
              <a:rPr lang="id-ID" sz="1350" dirty="0">
                <a:latin typeface="+mj-lt"/>
                <a:ea typeface="Calibri" panose="020F0502020204030204" pitchFamily="34" charset="0"/>
                <a:cs typeface="Arial" panose="020B0604020202020204" pitchFamily="34" charset="0"/>
              </a:rPr>
              <a:t>Berdasarkan seluruh penjelasan di atas, kita bisa menyimpulkan bahwa entropi merupakan ukuran </a:t>
            </a:r>
            <a:r>
              <a:rPr lang="id-ID" sz="1350" dirty="0" err="1">
                <a:latin typeface="+mj-lt"/>
                <a:ea typeface="Calibri" panose="020F0502020204030204" pitchFamily="34" charset="0"/>
                <a:cs typeface="Arial" panose="020B0604020202020204" pitchFamily="34" charset="0"/>
              </a:rPr>
              <a:t>ketidakteraturan</a:t>
            </a:r>
            <a:r>
              <a:rPr lang="id-ID" sz="1350" dirty="0">
                <a:latin typeface="+mj-lt"/>
                <a:ea typeface="Calibri" panose="020F0502020204030204" pitchFamily="34" charset="0"/>
                <a:cs typeface="Arial" panose="020B0604020202020204" pitchFamily="34" charset="0"/>
              </a:rPr>
              <a:t> atau ukuran kemurnian.</a:t>
            </a:r>
          </a:p>
          <a:p>
            <a:r>
              <a:rPr lang="id-ID" sz="1350" dirty="0">
                <a:latin typeface="+mj-lt"/>
                <a:ea typeface="Calibri" panose="020F0502020204030204" pitchFamily="34" charset="0"/>
                <a:cs typeface="Arial" panose="020B0604020202020204" pitchFamily="34" charset="0"/>
              </a:rPr>
              <a:t>Semakin tinggi ukuran </a:t>
            </a:r>
            <a:r>
              <a:rPr lang="id-ID" sz="1350" dirty="0" err="1">
                <a:latin typeface="+mj-lt"/>
                <a:ea typeface="Calibri" panose="020F0502020204030204" pitchFamily="34" charset="0"/>
                <a:cs typeface="Arial" panose="020B0604020202020204" pitchFamily="34" charset="0"/>
              </a:rPr>
              <a:t>ketidakteraturan</a:t>
            </a:r>
            <a:r>
              <a:rPr lang="id-ID" sz="1350" dirty="0">
                <a:latin typeface="+mj-lt"/>
                <a:ea typeface="Calibri" panose="020F0502020204030204" pitchFamily="34" charset="0"/>
                <a:cs typeface="Arial" panose="020B0604020202020204" pitchFamily="34" charset="0"/>
              </a:rPr>
              <a:t>, semakin rendah ukuran kemurnian. Begitu juga sebaliknya.</a:t>
            </a:r>
          </a:p>
          <a:p>
            <a:r>
              <a:rPr lang="id-ID" sz="1350" dirty="0">
                <a:latin typeface="+mj-lt"/>
                <a:ea typeface="Calibri" panose="020F0502020204030204" pitchFamily="34" charset="0"/>
                <a:cs typeface="Arial" panose="020B0604020202020204" pitchFamily="34" charset="0"/>
              </a:rPr>
              <a:t>Tujuan kita adalah bagaimana caranya mengurangi </a:t>
            </a:r>
            <a:r>
              <a:rPr lang="id-ID" sz="1350" dirty="0" err="1">
                <a:latin typeface="+mj-lt"/>
                <a:ea typeface="Calibri" panose="020F0502020204030204" pitchFamily="34" charset="0"/>
                <a:cs typeface="Arial" panose="020B0604020202020204" pitchFamily="34" charset="0"/>
              </a:rPr>
              <a:t>ketidakteraturan</a:t>
            </a:r>
            <a:r>
              <a:rPr lang="id-ID" sz="1350" dirty="0">
                <a:latin typeface="+mj-lt"/>
                <a:ea typeface="Calibri" panose="020F0502020204030204" pitchFamily="34" charset="0"/>
                <a:cs typeface="Arial" panose="020B0604020202020204" pitchFamily="34" charset="0"/>
              </a:rPr>
              <a:t> tersebut.</a:t>
            </a:r>
            <a:endParaRPr lang="en-US" sz="1350" dirty="0">
              <a:latin typeface="+mj-lt"/>
              <a:ea typeface="Calibri" panose="020F0502020204030204" pitchFamily="34" charset="0"/>
              <a:cs typeface="Arial" panose="020B0604020202020204" pitchFamily="34" charset="0"/>
            </a:endParaRPr>
          </a:p>
          <a:p>
            <a:endParaRPr lang="en-US" dirty="0">
              <a:latin typeface="+mj-lt"/>
            </a:endParaRPr>
          </a:p>
        </p:txBody>
      </p:sp>
    </p:spTree>
    <p:extLst>
      <p:ext uri="{BB962C8B-B14F-4D97-AF65-F5344CB8AC3E}">
        <p14:creationId xmlns:p14="http://schemas.microsoft.com/office/powerpoint/2010/main" val="2657142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CD3A3E3D-5378-462F-89B7-2B229552AF52}"/>
              </a:ext>
            </a:extLst>
          </p:cNvPr>
          <p:cNvSpPr>
            <a:spLocks noGrp="1"/>
          </p:cNvSpPr>
          <p:nvPr>
            <p:ph type="title"/>
          </p:nvPr>
        </p:nvSpPr>
        <p:spPr/>
        <p:txBody>
          <a:bodyPr/>
          <a:lstStyle/>
          <a:p>
            <a:r>
              <a:rPr lang="id-ID" dirty="0"/>
              <a:t>Apa itu </a:t>
            </a:r>
            <a:r>
              <a:rPr lang="id-ID" dirty="0" err="1"/>
              <a:t>Information</a:t>
            </a:r>
            <a:r>
              <a:rPr lang="id-ID" dirty="0"/>
              <a:t> Gain?</a:t>
            </a:r>
            <a:endParaRPr lang="en-US"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AC470F58-CDE0-4747-A6D1-6FF5A9B5E7E6}"/>
                  </a:ext>
                </a:extLst>
              </p:cNvPr>
              <p:cNvSpPr>
                <a:spLocks noGrp="1"/>
              </p:cNvSpPr>
              <p:nvPr>
                <p:ph idx="1"/>
              </p:nvPr>
            </p:nvSpPr>
            <p:spPr/>
            <p:txBody>
              <a:bodyPr>
                <a:normAutofit/>
              </a:bodyPr>
              <a:lstStyle/>
              <a:p>
                <a:r>
                  <a:rPr lang="en-US" sz="1500" dirty="0">
                    <a:latin typeface="+mj-lt"/>
                  </a:rPr>
                  <a:t>Information gain </a:t>
                </a:r>
                <a:r>
                  <a:rPr lang="en-US" sz="1500" dirty="0" err="1">
                    <a:latin typeface="+mj-lt"/>
                  </a:rPr>
                  <a:t>merupakan</a:t>
                </a:r>
                <a:r>
                  <a:rPr lang="en-US" sz="1500" dirty="0">
                    <a:latin typeface="+mj-lt"/>
                  </a:rPr>
                  <a:t> </a:t>
                </a:r>
                <a:r>
                  <a:rPr lang="en-US" sz="1500" dirty="0" err="1">
                    <a:latin typeface="+mj-lt"/>
                  </a:rPr>
                  <a:t>teknik</a:t>
                </a:r>
                <a:r>
                  <a:rPr lang="en-US" sz="1500" dirty="0">
                    <a:latin typeface="+mj-lt"/>
                  </a:rPr>
                  <a:t> </a:t>
                </a:r>
                <a:r>
                  <a:rPr lang="en-US" sz="1500" dirty="0" err="1">
                    <a:latin typeface="+mj-lt"/>
                  </a:rPr>
                  <a:t>untuk</a:t>
                </a:r>
                <a:r>
                  <a:rPr lang="en-US" sz="1500" dirty="0">
                    <a:latin typeface="+mj-lt"/>
                  </a:rPr>
                  <a:t> </a:t>
                </a:r>
                <a:r>
                  <a:rPr lang="en-US" sz="1500" dirty="0" err="1">
                    <a:latin typeface="+mj-lt"/>
                  </a:rPr>
                  <a:t>mengurangi</a:t>
                </a:r>
                <a:r>
                  <a:rPr lang="en-US" sz="1500" dirty="0">
                    <a:latin typeface="+mj-lt"/>
                  </a:rPr>
                  <a:t> </a:t>
                </a:r>
                <a:r>
                  <a:rPr lang="en-US" sz="1500" dirty="0" err="1">
                    <a:latin typeface="+mj-lt"/>
                  </a:rPr>
                  <a:t>ketidakteraturan</a:t>
                </a:r>
                <a:r>
                  <a:rPr lang="en-US" sz="1500" dirty="0">
                    <a:latin typeface="+mj-lt"/>
                  </a:rPr>
                  <a:t> </a:t>
                </a:r>
                <a:r>
                  <a:rPr lang="en-US" sz="1500" dirty="0" err="1">
                    <a:latin typeface="+mj-lt"/>
                  </a:rPr>
                  <a:t>entropi</a:t>
                </a:r>
                <a:r>
                  <a:rPr lang="en-US" sz="1500" dirty="0">
                    <a:latin typeface="+mj-lt"/>
                  </a:rPr>
                  <a:t> </a:t>
                </a:r>
                <a:r>
                  <a:rPr lang="en-US" sz="1500" dirty="0" err="1">
                    <a:latin typeface="+mj-lt"/>
                  </a:rPr>
                  <a:t>sehingga</a:t>
                </a:r>
                <a:r>
                  <a:rPr lang="en-US" sz="1500" dirty="0">
                    <a:latin typeface="+mj-lt"/>
                  </a:rPr>
                  <a:t> </a:t>
                </a:r>
                <a:r>
                  <a:rPr lang="en-US" sz="1500" dirty="0" err="1">
                    <a:latin typeface="+mj-lt"/>
                  </a:rPr>
                  <a:t>bisa</a:t>
                </a:r>
                <a:r>
                  <a:rPr lang="en-US" sz="1500" dirty="0">
                    <a:latin typeface="+mj-lt"/>
                  </a:rPr>
                  <a:t> </a:t>
                </a:r>
                <a:r>
                  <a:rPr lang="en-US" sz="1500" dirty="0" err="1">
                    <a:latin typeface="+mj-lt"/>
                  </a:rPr>
                  <a:t>mendapatkan</a:t>
                </a:r>
                <a:r>
                  <a:rPr lang="en-US" sz="1500" dirty="0">
                    <a:latin typeface="+mj-lt"/>
                  </a:rPr>
                  <a:t> </a:t>
                </a:r>
                <a:r>
                  <a:rPr lang="en-US" sz="1500" dirty="0" err="1">
                    <a:latin typeface="+mj-lt"/>
                  </a:rPr>
                  <a:t>ukuran</a:t>
                </a:r>
                <a:r>
                  <a:rPr lang="en-US" sz="1500" dirty="0">
                    <a:latin typeface="+mj-lt"/>
                  </a:rPr>
                  <a:t> </a:t>
                </a:r>
                <a:r>
                  <a:rPr lang="en-US" sz="1500" dirty="0" err="1">
                    <a:latin typeface="+mj-lt"/>
                  </a:rPr>
                  <a:t>informasi</a:t>
                </a:r>
                <a:r>
                  <a:rPr lang="en-US" sz="1500" dirty="0">
                    <a:latin typeface="+mj-lt"/>
                  </a:rPr>
                  <a:t> </a:t>
                </a:r>
                <a:r>
                  <a:rPr lang="en-US" sz="1500" dirty="0" err="1">
                    <a:latin typeface="+mj-lt"/>
                  </a:rPr>
                  <a:t>dari</a:t>
                </a:r>
                <a:r>
                  <a:rPr lang="en-US" sz="1500" dirty="0">
                    <a:latin typeface="+mj-lt"/>
                  </a:rPr>
                  <a:t> </a:t>
                </a:r>
                <a:r>
                  <a:rPr lang="en-US" sz="1500" dirty="0" err="1">
                    <a:latin typeface="+mj-lt"/>
                  </a:rPr>
                  <a:t>hasilnya</a:t>
                </a:r>
                <a:r>
                  <a:rPr lang="en-US" sz="1500" dirty="0">
                    <a:latin typeface="+mj-lt"/>
                  </a:rPr>
                  <a:t>. </a:t>
                </a:r>
                <a:endParaRPr lang="id-ID" sz="1500" dirty="0">
                  <a:latin typeface="+mj-lt"/>
                </a:endParaRPr>
              </a:p>
              <a:p>
                <a:r>
                  <a:rPr lang="en-US" sz="1500" dirty="0" err="1">
                    <a:latin typeface="+mj-lt"/>
                  </a:rPr>
                  <a:t>Semakin</a:t>
                </a:r>
                <a:r>
                  <a:rPr lang="en-US" sz="1500" dirty="0">
                    <a:latin typeface="+mj-lt"/>
                  </a:rPr>
                  <a:t> </a:t>
                </a:r>
                <a:r>
                  <a:rPr lang="en-US" sz="1500" dirty="0" err="1">
                    <a:latin typeface="+mj-lt"/>
                  </a:rPr>
                  <a:t>tinggi</a:t>
                </a:r>
                <a:r>
                  <a:rPr lang="en-US" sz="1500" dirty="0">
                    <a:latin typeface="+mj-lt"/>
                  </a:rPr>
                  <a:t> </a:t>
                </a:r>
                <a:r>
                  <a:rPr lang="en-US" sz="1500" dirty="0" err="1">
                    <a:latin typeface="+mj-lt"/>
                  </a:rPr>
                  <a:t>nilai</a:t>
                </a:r>
                <a:r>
                  <a:rPr lang="en-US" sz="1500" dirty="0">
                    <a:latin typeface="+mj-lt"/>
                  </a:rPr>
                  <a:t> information gain, </a:t>
                </a:r>
                <a:r>
                  <a:rPr lang="en-US" sz="1500" dirty="0" err="1">
                    <a:latin typeface="+mj-lt"/>
                  </a:rPr>
                  <a:t>berarti</a:t>
                </a:r>
                <a:r>
                  <a:rPr lang="en-US" sz="1500" dirty="0">
                    <a:latin typeface="+mj-lt"/>
                  </a:rPr>
                  <a:t> </a:t>
                </a:r>
                <a:r>
                  <a:rPr lang="en-US" sz="1500" dirty="0" err="1">
                    <a:latin typeface="+mj-lt"/>
                  </a:rPr>
                  <a:t>semakin</a:t>
                </a:r>
                <a:r>
                  <a:rPr lang="en-US" sz="1500" dirty="0">
                    <a:latin typeface="+mj-lt"/>
                  </a:rPr>
                  <a:t> </a:t>
                </a:r>
                <a:r>
                  <a:rPr lang="en-US" sz="1500" dirty="0" err="1">
                    <a:latin typeface="+mj-lt"/>
                  </a:rPr>
                  <a:t>tinggi</a:t>
                </a:r>
                <a:r>
                  <a:rPr lang="en-US" sz="1500" dirty="0">
                    <a:latin typeface="+mj-lt"/>
                  </a:rPr>
                  <a:t> juga </a:t>
                </a:r>
                <a:r>
                  <a:rPr lang="en-US" sz="1500" dirty="0" err="1">
                    <a:latin typeface="+mj-lt"/>
                  </a:rPr>
                  <a:t>informasi</a:t>
                </a:r>
                <a:r>
                  <a:rPr lang="en-US" sz="1500" dirty="0">
                    <a:latin typeface="+mj-lt"/>
                  </a:rPr>
                  <a:t> yang </a:t>
                </a:r>
                <a:r>
                  <a:rPr lang="en-US" sz="1500" dirty="0" err="1">
                    <a:latin typeface="+mj-lt"/>
                  </a:rPr>
                  <a:t>didapatkan</a:t>
                </a:r>
                <a:r>
                  <a:rPr lang="en-US" sz="1500" dirty="0">
                    <a:latin typeface="+mj-lt"/>
                  </a:rPr>
                  <a:t>. </a:t>
                </a:r>
                <a:endParaRPr lang="id-ID" sz="1500" dirty="0">
                  <a:latin typeface="+mj-lt"/>
                </a:endParaRPr>
              </a:p>
              <a:p>
                <a:pPr marL="0" indent="0">
                  <a:buNone/>
                </a:pPr>
                <a:r>
                  <a:rPr lang="id-ID" sz="1500" dirty="0">
                    <a:latin typeface="+mj-lt"/>
                  </a:rPr>
                  <a:t>Rumusnya:</a:t>
                </a:r>
              </a:p>
              <a:p>
                <a:pPr marL="0" indent="0">
                  <a:buNone/>
                </a:pPr>
                <a14:m>
                  <m:oMathPara xmlns:m="http://schemas.openxmlformats.org/officeDocument/2006/math">
                    <m:oMathParaPr>
                      <m:jc m:val="centerGroup"/>
                    </m:oMathParaPr>
                    <m:oMath xmlns:m="http://schemas.openxmlformats.org/officeDocument/2006/math">
                      <m:r>
                        <a:rPr lang="id-ID" sz="1500" i="1">
                          <a:latin typeface="Cambria Math" panose="02040503050406030204" pitchFamily="18" charset="0"/>
                          <a:ea typeface="Calibri" panose="020F0502020204030204" pitchFamily="34" charset="0"/>
                          <a:cs typeface="Arial" panose="020B0604020202020204" pitchFamily="34" charset="0"/>
                        </a:rPr>
                        <m:t>𝐼𝐺</m:t>
                      </m:r>
                      <m:d>
                        <m:dPr>
                          <m:ctrlPr>
                            <a:rPr lang="en-US" sz="1500" i="1">
                              <a:effectLst/>
                              <a:latin typeface="Cambria Math" panose="02040503050406030204" pitchFamily="18" charset="0"/>
                            </a:rPr>
                          </m:ctrlPr>
                        </m:dPr>
                        <m:e>
                          <m:r>
                            <a:rPr lang="id-ID" sz="1500" i="1">
                              <a:latin typeface="Cambria Math" panose="02040503050406030204" pitchFamily="18" charset="0"/>
                              <a:ea typeface="Calibri" panose="020F0502020204030204" pitchFamily="34" charset="0"/>
                              <a:cs typeface="Arial" panose="020B0604020202020204" pitchFamily="34" charset="0"/>
                            </a:rPr>
                            <m:t>𝑌</m:t>
                          </m:r>
                          <m:r>
                            <a:rPr lang="id-ID" sz="1500" i="1">
                              <a:latin typeface="Cambria Math" panose="02040503050406030204" pitchFamily="18" charset="0"/>
                              <a:ea typeface="Calibri" panose="020F0502020204030204" pitchFamily="34" charset="0"/>
                              <a:cs typeface="Arial" panose="020B0604020202020204" pitchFamily="34" charset="0"/>
                            </a:rPr>
                            <m:t>,</m:t>
                          </m:r>
                          <m:r>
                            <a:rPr lang="id-ID" sz="1500" i="1">
                              <a:latin typeface="Cambria Math" panose="02040503050406030204" pitchFamily="18" charset="0"/>
                              <a:ea typeface="Calibri" panose="020F0502020204030204" pitchFamily="34" charset="0"/>
                              <a:cs typeface="Arial" panose="020B0604020202020204" pitchFamily="34" charset="0"/>
                            </a:rPr>
                            <m:t>𝑋</m:t>
                          </m:r>
                        </m:e>
                      </m:d>
                      <m:r>
                        <a:rPr lang="id-ID" sz="1500" i="1">
                          <a:latin typeface="Cambria Math" panose="02040503050406030204" pitchFamily="18" charset="0"/>
                          <a:ea typeface="Calibri" panose="020F0502020204030204" pitchFamily="34" charset="0"/>
                          <a:cs typeface="Arial" panose="020B0604020202020204" pitchFamily="34" charset="0"/>
                        </a:rPr>
                        <m:t>=</m:t>
                      </m:r>
                      <m:r>
                        <a:rPr lang="id-ID" sz="1500" i="1">
                          <a:latin typeface="Cambria Math" panose="02040503050406030204" pitchFamily="18" charset="0"/>
                          <a:ea typeface="Calibri" panose="020F0502020204030204" pitchFamily="34" charset="0"/>
                          <a:cs typeface="Arial" panose="020B0604020202020204" pitchFamily="34" charset="0"/>
                        </a:rPr>
                        <m:t>𝐸</m:t>
                      </m:r>
                      <m:d>
                        <m:dPr>
                          <m:ctrlPr>
                            <a:rPr lang="en-US" sz="1500" i="1">
                              <a:effectLst/>
                              <a:latin typeface="Cambria Math" panose="02040503050406030204" pitchFamily="18" charset="0"/>
                            </a:rPr>
                          </m:ctrlPr>
                        </m:dPr>
                        <m:e>
                          <m:r>
                            <a:rPr lang="id-ID" sz="1500" i="1">
                              <a:latin typeface="Cambria Math" panose="02040503050406030204" pitchFamily="18" charset="0"/>
                              <a:ea typeface="Calibri" panose="020F0502020204030204" pitchFamily="34" charset="0"/>
                              <a:cs typeface="Arial" panose="020B0604020202020204" pitchFamily="34" charset="0"/>
                            </a:rPr>
                            <m:t>𝑌</m:t>
                          </m:r>
                        </m:e>
                      </m:d>
                      <m:r>
                        <a:rPr lang="id-ID" sz="1500" i="1">
                          <a:latin typeface="Cambria Math" panose="02040503050406030204" pitchFamily="18" charset="0"/>
                          <a:ea typeface="Calibri" panose="020F0502020204030204" pitchFamily="34" charset="0"/>
                          <a:cs typeface="Arial" panose="020B0604020202020204" pitchFamily="34" charset="0"/>
                        </a:rPr>
                        <m:t>−</m:t>
                      </m:r>
                      <m:r>
                        <a:rPr lang="id-ID" sz="1500" i="1">
                          <a:latin typeface="Cambria Math" panose="02040503050406030204" pitchFamily="18" charset="0"/>
                          <a:ea typeface="Calibri" panose="020F0502020204030204" pitchFamily="34" charset="0"/>
                          <a:cs typeface="Arial" panose="020B0604020202020204" pitchFamily="34" charset="0"/>
                        </a:rPr>
                        <m:t>𝐸</m:t>
                      </m:r>
                      <m:d>
                        <m:dPr>
                          <m:ctrlPr>
                            <a:rPr lang="en-US" sz="1500" i="1">
                              <a:effectLst/>
                              <a:latin typeface="Cambria Math" panose="02040503050406030204" pitchFamily="18" charset="0"/>
                            </a:rPr>
                          </m:ctrlPr>
                        </m:dPr>
                        <m:e>
                          <m:r>
                            <a:rPr lang="id-ID" sz="1500" i="1">
                              <a:latin typeface="Cambria Math" panose="02040503050406030204" pitchFamily="18" charset="0"/>
                              <a:ea typeface="Calibri" panose="020F0502020204030204" pitchFamily="34" charset="0"/>
                              <a:cs typeface="Arial" panose="020B0604020202020204" pitchFamily="34" charset="0"/>
                            </a:rPr>
                            <m:t>𝑌</m:t>
                          </m:r>
                        </m:e>
                        <m:e>
                          <m:r>
                            <a:rPr lang="id-ID" sz="1500" i="1">
                              <a:latin typeface="Cambria Math" panose="02040503050406030204" pitchFamily="18" charset="0"/>
                              <a:ea typeface="Calibri" panose="020F0502020204030204" pitchFamily="34" charset="0"/>
                              <a:cs typeface="Arial" panose="020B0604020202020204" pitchFamily="34" charset="0"/>
                            </a:rPr>
                            <m:t>𝑋</m:t>
                          </m:r>
                        </m:e>
                      </m:d>
                    </m:oMath>
                  </m:oMathPara>
                </a14:m>
                <a:endParaRPr lang="id-ID" sz="1500" dirty="0">
                  <a:latin typeface="+mj-lt"/>
                </a:endParaRPr>
              </a:p>
              <a:p>
                <a:pPr marL="0" indent="0">
                  <a:lnSpc>
                    <a:spcPct val="107000"/>
                  </a:lnSpc>
                  <a:spcBef>
                    <a:spcPts val="0"/>
                  </a:spcBef>
                  <a:buNone/>
                </a:pPr>
                <a:r>
                  <a:rPr lang="id-ID" sz="1500" dirty="0">
                    <a:latin typeface="+mj-lt"/>
                    <a:ea typeface="Calibri" panose="020F0502020204030204" pitchFamily="34" charset="0"/>
                    <a:cs typeface="Arial" panose="020B0604020202020204" pitchFamily="34" charset="0"/>
                  </a:rPr>
                  <a:t>Keterangan:</a:t>
                </a:r>
                <a:endParaRPr lang="en-US" sz="1500" dirty="0">
                  <a:latin typeface="+mj-lt"/>
                  <a:ea typeface="Calibri" panose="020F0502020204030204" pitchFamily="34" charset="0"/>
                  <a:cs typeface="Arial" panose="020B0604020202020204" pitchFamily="34" charset="0"/>
                </a:endParaRPr>
              </a:p>
              <a:p>
                <a:pPr marL="257175" indent="-257175">
                  <a:lnSpc>
                    <a:spcPct val="107000"/>
                  </a:lnSpc>
                  <a:spcBef>
                    <a:spcPts val="0"/>
                  </a:spcBef>
                  <a:buFont typeface="Symbol" panose="05050102010706020507" pitchFamily="18" charset="2"/>
                  <a:buChar char=""/>
                </a:pPr>
                <a14:m>
                  <m:oMath xmlns:m="http://schemas.openxmlformats.org/officeDocument/2006/math">
                    <m:r>
                      <a:rPr lang="id-ID" sz="1500" i="1">
                        <a:latin typeface="Cambria Math" panose="02040503050406030204" pitchFamily="18" charset="0"/>
                        <a:ea typeface="Calibri" panose="020F0502020204030204" pitchFamily="34" charset="0"/>
                        <a:cs typeface="Arial" panose="020B0604020202020204" pitchFamily="34" charset="0"/>
                      </a:rPr>
                      <m:t>𝐸</m:t>
                    </m:r>
                    <m:d>
                      <m:dPr>
                        <m:ctrlPr>
                          <a:rPr lang="en-US" sz="1500" i="1">
                            <a:latin typeface="Cambria Math" panose="02040503050406030204" pitchFamily="18" charset="0"/>
                            <a:ea typeface="Calibri" panose="020F0502020204030204" pitchFamily="34" charset="0"/>
                            <a:cs typeface="Arial" panose="020B0604020202020204" pitchFamily="34" charset="0"/>
                          </a:rPr>
                        </m:ctrlPr>
                      </m:dPr>
                      <m:e>
                        <m:r>
                          <a:rPr lang="id-ID" sz="1500" i="1">
                            <a:latin typeface="Cambria Math" panose="02040503050406030204" pitchFamily="18" charset="0"/>
                            <a:ea typeface="Calibri" panose="020F0502020204030204" pitchFamily="34" charset="0"/>
                            <a:cs typeface="Arial" panose="020B0604020202020204" pitchFamily="34" charset="0"/>
                          </a:rPr>
                          <m:t>𝑌</m:t>
                        </m:r>
                      </m:e>
                    </m:d>
                  </m:oMath>
                </a14:m>
                <a:r>
                  <a:rPr lang="id-ID" sz="1500" dirty="0">
                    <a:latin typeface="+mj-lt"/>
                    <a:ea typeface="Calibri" panose="020F0502020204030204" pitchFamily="34" charset="0"/>
                    <a:cs typeface="Arial" panose="020B0604020202020204" pitchFamily="34" charset="0"/>
                  </a:rPr>
                  <a:t>	= entropi dari atribut target</a:t>
                </a:r>
                <a:endParaRPr lang="en-US" sz="1500" dirty="0">
                  <a:latin typeface="+mj-lt"/>
                  <a:ea typeface="Calibri" panose="020F0502020204030204" pitchFamily="34" charset="0"/>
                  <a:cs typeface="Arial" panose="020B0604020202020204" pitchFamily="34" charset="0"/>
                </a:endParaRPr>
              </a:p>
              <a:p>
                <a:pPr marL="257175" indent="-257175">
                  <a:lnSpc>
                    <a:spcPct val="107000"/>
                  </a:lnSpc>
                  <a:spcBef>
                    <a:spcPts val="0"/>
                  </a:spcBef>
                  <a:buFont typeface="Symbol" panose="05050102010706020507" pitchFamily="18" charset="2"/>
                  <a:buChar char=""/>
                </a:pPr>
                <a14:m>
                  <m:oMath xmlns:m="http://schemas.openxmlformats.org/officeDocument/2006/math">
                    <m:r>
                      <a:rPr lang="id-ID" sz="1500" i="1">
                        <a:latin typeface="Cambria Math" panose="02040503050406030204" pitchFamily="18" charset="0"/>
                        <a:ea typeface="Calibri" panose="020F0502020204030204" pitchFamily="34" charset="0"/>
                        <a:cs typeface="Arial" panose="020B0604020202020204" pitchFamily="34" charset="0"/>
                      </a:rPr>
                      <m:t>𝐸</m:t>
                    </m:r>
                    <m:d>
                      <m:dPr>
                        <m:ctrlPr>
                          <a:rPr lang="en-US" sz="1500" i="1">
                            <a:latin typeface="Cambria Math" panose="02040503050406030204" pitchFamily="18" charset="0"/>
                            <a:ea typeface="Calibri" panose="020F0502020204030204" pitchFamily="34" charset="0"/>
                            <a:cs typeface="Arial" panose="020B0604020202020204" pitchFamily="34" charset="0"/>
                          </a:rPr>
                        </m:ctrlPr>
                      </m:dPr>
                      <m:e>
                        <m:r>
                          <a:rPr lang="id-ID" sz="1500" i="1">
                            <a:latin typeface="Cambria Math" panose="02040503050406030204" pitchFamily="18" charset="0"/>
                            <a:ea typeface="Calibri" panose="020F0502020204030204" pitchFamily="34" charset="0"/>
                            <a:cs typeface="Arial" panose="020B0604020202020204" pitchFamily="34" charset="0"/>
                          </a:rPr>
                          <m:t>𝑌</m:t>
                        </m:r>
                      </m:e>
                      <m:e>
                        <m:r>
                          <a:rPr lang="id-ID" sz="1500" i="1">
                            <a:latin typeface="Cambria Math" panose="02040503050406030204" pitchFamily="18" charset="0"/>
                            <a:ea typeface="Calibri" panose="020F0502020204030204" pitchFamily="34" charset="0"/>
                            <a:cs typeface="Arial" panose="020B0604020202020204" pitchFamily="34" charset="0"/>
                          </a:rPr>
                          <m:t>𝑋</m:t>
                        </m:r>
                      </m:e>
                    </m:d>
                  </m:oMath>
                </a14:m>
                <a:r>
                  <a:rPr lang="id-ID" sz="1500" dirty="0">
                    <a:latin typeface="+mj-lt"/>
                    <a:ea typeface="Calibri" panose="020F0502020204030204" pitchFamily="34" charset="0"/>
                    <a:cs typeface="Arial" panose="020B0604020202020204" pitchFamily="34" charset="0"/>
                  </a:rPr>
                  <a:t>	= entropi rata-rata dari atribut </a:t>
                </a:r>
                <a:r>
                  <a:rPr lang="id-ID" sz="1500" dirty="0" err="1">
                    <a:latin typeface="+mj-lt"/>
                    <a:ea typeface="Calibri" panose="020F0502020204030204" pitchFamily="34" charset="0"/>
                    <a:cs typeface="Arial" panose="020B0604020202020204" pitchFamily="34" charset="0"/>
                  </a:rPr>
                  <a:t>prediktor</a:t>
                </a:r>
                <a:r>
                  <a:rPr lang="id-ID" sz="1500" dirty="0">
                    <a:latin typeface="+mj-lt"/>
                    <a:ea typeface="Calibri" panose="020F0502020204030204" pitchFamily="34" charset="0"/>
                    <a:cs typeface="Arial" panose="020B0604020202020204" pitchFamily="34" charset="0"/>
                  </a:rPr>
                  <a:t> terhadap atribut target</a:t>
                </a:r>
                <a:endParaRPr lang="en-US" sz="1500" dirty="0">
                  <a:latin typeface="+mj-lt"/>
                  <a:ea typeface="Calibri" panose="020F0502020204030204" pitchFamily="34" charset="0"/>
                  <a:cs typeface="Arial" panose="020B0604020202020204" pitchFamily="34" charset="0"/>
                </a:endParaRPr>
              </a:p>
              <a:p>
                <a:pPr marL="257175" indent="-257175">
                  <a:lnSpc>
                    <a:spcPct val="107000"/>
                  </a:lnSpc>
                  <a:spcBef>
                    <a:spcPts val="0"/>
                  </a:spcBef>
                  <a:buFont typeface="Symbol" panose="05050102010706020507" pitchFamily="18" charset="2"/>
                  <a:buChar char=""/>
                </a:pPr>
                <a14:m>
                  <m:oMath xmlns:m="http://schemas.openxmlformats.org/officeDocument/2006/math">
                    <m:r>
                      <a:rPr lang="id-ID" sz="1500" i="1">
                        <a:latin typeface="Cambria Math" panose="02040503050406030204" pitchFamily="18" charset="0"/>
                        <a:ea typeface="Calibri" panose="020F0502020204030204" pitchFamily="34" charset="0"/>
                        <a:cs typeface="Arial" panose="020B0604020202020204" pitchFamily="34" charset="0"/>
                      </a:rPr>
                      <m:t>𝑋</m:t>
                    </m:r>
                  </m:oMath>
                </a14:m>
                <a:r>
                  <a:rPr lang="id-ID" sz="1500" dirty="0">
                    <a:latin typeface="+mj-lt"/>
                    <a:ea typeface="Times New Roman" panose="02020603050405020304" pitchFamily="18" charset="0"/>
                    <a:cs typeface="Arial" panose="020B0604020202020204" pitchFamily="34" charset="0"/>
                  </a:rPr>
                  <a:t>		= atribut </a:t>
                </a:r>
                <a:r>
                  <a:rPr lang="id-ID" sz="1500" dirty="0" err="1">
                    <a:latin typeface="+mj-lt"/>
                    <a:ea typeface="Times New Roman" panose="02020603050405020304" pitchFamily="18" charset="0"/>
                    <a:cs typeface="Arial" panose="020B0604020202020204" pitchFamily="34" charset="0"/>
                  </a:rPr>
                  <a:t>prediktor</a:t>
                </a:r>
                <a:endParaRPr lang="en-US" sz="1500" dirty="0">
                  <a:latin typeface="+mj-lt"/>
                  <a:ea typeface="Calibri" panose="020F0502020204030204" pitchFamily="34" charset="0"/>
                  <a:cs typeface="Arial" panose="020B0604020202020204" pitchFamily="34" charset="0"/>
                </a:endParaRPr>
              </a:p>
              <a:p>
                <a:pPr marL="257175" indent="-257175">
                  <a:lnSpc>
                    <a:spcPct val="107000"/>
                  </a:lnSpc>
                  <a:spcBef>
                    <a:spcPts val="0"/>
                  </a:spcBef>
                  <a:buFont typeface="Symbol" panose="05050102010706020507" pitchFamily="18" charset="2"/>
                  <a:buChar char=""/>
                </a:pPr>
                <a14:m>
                  <m:oMath xmlns:m="http://schemas.openxmlformats.org/officeDocument/2006/math">
                    <m:r>
                      <a:rPr lang="id-ID" sz="1500" i="1">
                        <a:latin typeface="Cambria Math" panose="02040503050406030204" pitchFamily="18" charset="0"/>
                        <a:ea typeface="Calibri" panose="020F0502020204030204" pitchFamily="34" charset="0"/>
                        <a:cs typeface="Arial" panose="020B0604020202020204" pitchFamily="34" charset="0"/>
                      </a:rPr>
                      <m:t>𝑌</m:t>
                    </m:r>
                  </m:oMath>
                </a14:m>
                <a:r>
                  <a:rPr lang="id-ID" sz="1500" dirty="0">
                    <a:latin typeface="+mj-lt"/>
                    <a:ea typeface="Times New Roman" panose="02020603050405020304" pitchFamily="18" charset="0"/>
                    <a:cs typeface="Arial" panose="020B0604020202020204" pitchFamily="34" charset="0"/>
                  </a:rPr>
                  <a:t>		= atribut target</a:t>
                </a:r>
                <a:endParaRPr lang="en-US" sz="1500" dirty="0">
                  <a:latin typeface="+mj-lt"/>
                  <a:ea typeface="Calibri" panose="020F0502020204030204" pitchFamily="34" charset="0"/>
                  <a:cs typeface="Arial" panose="020B0604020202020204" pitchFamily="34" charset="0"/>
                </a:endParaRPr>
              </a:p>
              <a:p>
                <a:pPr marL="0" indent="0">
                  <a:buNone/>
                </a:pPr>
                <a:endParaRPr lang="id-ID" sz="1500" dirty="0">
                  <a:latin typeface="+mj-lt"/>
                </a:endParaRPr>
              </a:p>
              <a:p>
                <a:endParaRPr lang="en-US" sz="1500" dirty="0">
                  <a:latin typeface="+mj-lt"/>
                </a:endParaRPr>
              </a:p>
            </p:txBody>
          </p:sp>
        </mc:Choice>
        <mc:Fallback xmlns="">
          <p:sp>
            <p:nvSpPr>
              <p:cNvPr id="3" name="Tampungan Konten 2">
                <a:extLst>
                  <a:ext uri="{FF2B5EF4-FFF2-40B4-BE49-F238E27FC236}">
                    <a16:creationId xmlns:a16="http://schemas.microsoft.com/office/drawing/2014/main" id="{AC470F58-CDE0-4747-A6D1-6FF5A9B5E7E6}"/>
                  </a:ext>
                </a:extLst>
              </p:cNvPr>
              <p:cNvSpPr>
                <a:spLocks noGrp="1" noRot="1" noChangeAspect="1" noMove="1" noResize="1" noEditPoints="1" noAdjustHandles="1" noChangeArrowheads="1" noChangeShapeType="1" noTextEdit="1"/>
              </p:cNvSpPr>
              <p:nvPr>
                <p:ph idx="1"/>
              </p:nvPr>
            </p:nvSpPr>
            <p:spPr>
              <a:blipFill>
                <a:blip r:embed="rId2"/>
                <a:stretch>
                  <a:fillRect l="-412" t="-1121" r="-309"/>
                </a:stretch>
              </a:blipFill>
            </p:spPr>
            <p:txBody>
              <a:bodyPr/>
              <a:lstStyle/>
              <a:p>
                <a:r>
                  <a:rPr lang="en-US">
                    <a:noFill/>
                  </a:rPr>
                  <a:t> </a:t>
                </a:r>
              </a:p>
            </p:txBody>
          </p:sp>
        </mc:Fallback>
      </mc:AlternateContent>
    </p:spTree>
    <p:extLst>
      <p:ext uri="{BB962C8B-B14F-4D97-AF65-F5344CB8AC3E}">
        <p14:creationId xmlns:p14="http://schemas.microsoft.com/office/powerpoint/2010/main" val="17014032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6B27CF70-42EB-4016-A16A-1A8B6F80DC98}"/>
              </a:ext>
            </a:extLst>
          </p:cNvPr>
          <p:cNvSpPr>
            <a:spLocks noGrp="1"/>
          </p:cNvSpPr>
          <p:nvPr>
            <p:ph type="title"/>
          </p:nvPr>
        </p:nvSpPr>
        <p:spPr/>
        <p:txBody>
          <a:bodyPr/>
          <a:lstStyle/>
          <a:p>
            <a:r>
              <a:rPr lang="id-ID" dirty="0"/>
              <a:t>Contoh kasus</a:t>
            </a:r>
            <a:endParaRPr lang="en-US" dirty="0"/>
          </a:p>
        </p:txBody>
      </p:sp>
      <p:graphicFrame>
        <p:nvGraphicFramePr>
          <p:cNvPr id="4" name="Tampungan Konten 3">
            <a:extLst>
              <a:ext uri="{FF2B5EF4-FFF2-40B4-BE49-F238E27FC236}">
                <a16:creationId xmlns:a16="http://schemas.microsoft.com/office/drawing/2014/main" id="{8FFBD397-01F6-4E27-9E78-54A2935AD93B}"/>
              </a:ext>
            </a:extLst>
          </p:cNvPr>
          <p:cNvGraphicFramePr>
            <a:graphicFrameLocks noGrp="1"/>
          </p:cNvGraphicFramePr>
          <p:nvPr>
            <p:ph idx="1"/>
          </p:nvPr>
        </p:nvGraphicFramePr>
        <p:xfrm>
          <a:off x="413169" y="1268019"/>
          <a:ext cx="2177632" cy="2500693"/>
        </p:xfrm>
        <a:graphic>
          <a:graphicData uri="http://schemas.openxmlformats.org/drawingml/2006/table">
            <a:tbl>
              <a:tblPr firstRow="1" firstCol="1" bandRow="1">
                <a:tableStyleId>{5C22544A-7EE6-4342-B048-85BDC9FD1C3A}</a:tableStyleId>
              </a:tblPr>
              <a:tblGrid>
                <a:gridCol w="615529">
                  <a:extLst>
                    <a:ext uri="{9D8B030D-6E8A-4147-A177-3AD203B41FA5}">
                      <a16:colId xmlns:a16="http://schemas.microsoft.com/office/drawing/2014/main" val="3011981101"/>
                    </a:ext>
                  </a:extLst>
                </a:gridCol>
                <a:gridCol w="929353">
                  <a:extLst>
                    <a:ext uri="{9D8B030D-6E8A-4147-A177-3AD203B41FA5}">
                      <a16:colId xmlns:a16="http://schemas.microsoft.com/office/drawing/2014/main" val="3810351690"/>
                    </a:ext>
                  </a:extLst>
                </a:gridCol>
                <a:gridCol w="632750">
                  <a:extLst>
                    <a:ext uri="{9D8B030D-6E8A-4147-A177-3AD203B41FA5}">
                      <a16:colId xmlns:a16="http://schemas.microsoft.com/office/drawing/2014/main" val="2037835918"/>
                    </a:ext>
                  </a:extLst>
                </a:gridCol>
              </a:tblGrid>
              <a:tr h="174467">
                <a:tc>
                  <a:txBody>
                    <a:bodyPr/>
                    <a:lstStyle/>
                    <a:p>
                      <a:pPr marL="0" marR="0" algn="ctr">
                        <a:lnSpc>
                          <a:spcPct val="107000"/>
                        </a:lnSpc>
                        <a:spcBef>
                          <a:spcPts val="0"/>
                        </a:spcBef>
                        <a:spcAft>
                          <a:spcPts val="0"/>
                        </a:spcAft>
                      </a:pPr>
                      <a:r>
                        <a:rPr lang="id-ID" sz="800">
                          <a:effectLst/>
                        </a:rPr>
                        <a:t>Nomor</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Pelanggaran</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Bonus</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1528769687"/>
                  </a:ext>
                </a:extLst>
              </a:tr>
              <a:tr h="166159">
                <a:tc>
                  <a:txBody>
                    <a:bodyPr/>
                    <a:lstStyle/>
                    <a:p>
                      <a:pPr marL="0" marR="0" algn="ctr">
                        <a:lnSpc>
                          <a:spcPct val="107000"/>
                        </a:lnSpc>
                        <a:spcBef>
                          <a:spcPts val="0"/>
                        </a:spcBef>
                        <a:spcAft>
                          <a:spcPts val="0"/>
                        </a:spcAft>
                      </a:pPr>
                      <a:r>
                        <a:rPr lang="id-ID" sz="800">
                          <a:effectLst/>
                        </a:rPr>
                        <a:t>1</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Excellent</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Normal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1935432628"/>
                  </a:ext>
                </a:extLst>
              </a:tr>
              <a:tr h="166159">
                <a:tc>
                  <a:txBody>
                    <a:bodyPr/>
                    <a:lstStyle/>
                    <a:p>
                      <a:pPr marL="0" marR="0" algn="ctr">
                        <a:lnSpc>
                          <a:spcPct val="107000"/>
                        </a:lnSpc>
                        <a:spcBef>
                          <a:spcPts val="0"/>
                        </a:spcBef>
                        <a:spcAft>
                          <a:spcPts val="0"/>
                        </a:spcAft>
                      </a:pPr>
                      <a:r>
                        <a:rPr lang="id-ID" sz="800">
                          <a:effectLst/>
                        </a:rPr>
                        <a:t>2</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Excellent</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Normal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591778067"/>
                  </a:ext>
                </a:extLst>
              </a:tr>
              <a:tr h="166159">
                <a:tc>
                  <a:txBody>
                    <a:bodyPr/>
                    <a:lstStyle/>
                    <a:p>
                      <a:pPr marL="0" marR="0" algn="ctr">
                        <a:lnSpc>
                          <a:spcPct val="107000"/>
                        </a:lnSpc>
                        <a:spcBef>
                          <a:spcPts val="0"/>
                        </a:spcBef>
                        <a:spcAft>
                          <a:spcPts val="0"/>
                        </a:spcAft>
                      </a:pPr>
                      <a:r>
                        <a:rPr lang="id-ID" sz="800">
                          <a:effectLst/>
                        </a:rPr>
                        <a:t>3</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Excellent</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Normal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3069848752"/>
                  </a:ext>
                </a:extLst>
              </a:tr>
              <a:tr h="166159">
                <a:tc>
                  <a:txBody>
                    <a:bodyPr/>
                    <a:lstStyle/>
                    <a:p>
                      <a:pPr marL="0" marR="0" algn="ctr">
                        <a:lnSpc>
                          <a:spcPct val="107000"/>
                        </a:lnSpc>
                        <a:spcBef>
                          <a:spcPts val="0"/>
                        </a:spcBef>
                        <a:spcAft>
                          <a:spcPts val="0"/>
                        </a:spcAft>
                      </a:pPr>
                      <a:r>
                        <a:rPr lang="id-ID" sz="800">
                          <a:effectLst/>
                        </a:rPr>
                        <a:t>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Excellent</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High</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3365267383"/>
                  </a:ext>
                </a:extLst>
              </a:tr>
              <a:tr h="166159">
                <a:tc>
                  <a:txBody>
                    <a:bodyPr/>
                    <a:lstStyle/>
                    <a:p>
                      <a:pPr marL="0" marR="0" algn="ctr">
                        <a:lnSpc>
                          <a:spcPct val="107000"/>
                        </a:lnSpc>
                        <a:spcBef>
                          <a:spcPts val="0"/>
                        </a:spcBef>
                        <a:spcAft>
                          <a:spcPts val="0"/>
                        </a:spcAft>
                      </a:pPr>
                      <a:r>
                        <a:rPr lang="id-ID" sz="800">
                          <a:effectLst/>
                        </a:rPr>
                        <a:t>5</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Good</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Normal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829996834"/>
                  </a:ext>
                </a:extLst>
              </a:tr>
              <a:tr h="166159">
                <a:tc>
                  <a:txBody>
                    <a:bodyPr/>
                    <a:lstStyle/>
                    <a:p>
                      <a:pPr marL="0" marR="0" algn="ctr">
                        <a:lnSpc>
                          <a:spcPct val="107000"/>
                        </a:lnSpc>
                        <a:spcBef>
                          <a:spcPts val="0"/>
                        </a:spcBef>
                        <a:spcAft>
                          <a:spcPts val="0"/>
                        </a:spcAft>
                      </a:pPr>
                      <a:r>
                        <a:rPr lang="id-ID" sz="800">
                          <a:effectLst/>
                        </a:rPr>
                        <a:t>6</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Good</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Normal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1909806848"/>
                  </a:ext>
                </a:extLst>
              </a:tr>
              <a:tr h="166159">
                <a:tc>
                  <a:txBody>
                    <a:bodyPr/>
                    <a:lstStyle/>
                    <a:p>
                      <a:pPr marL="0" marR="0" algn="ctr">
                        <a:lnSpc>
                          <a:spcPct val="107000"/>
                        </a:lnSpc>
                        <a:spcBef>
                          <a:spcPts val="0"/>
                        </a:spcBef>
                        <a:spcAft>
                          <a:spcPts val="0"/>
                        </a:spcAft>
                      </a:pPr>
                      <a:r>
                        <a:rPr lang="id-ID" sz="800">
                          <a:effectLst/>
                        </a:rPr>
                        <a:t>7</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Good</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Normal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3728339886"/>
                  </a:ext>
                </a:extLst>
              </a:tr>
              <a:tr h="166159">
                <a:tc>
                  <a:txBody>
                    <a:bodyPr/>
                    <a:lstStyle/>
                    <a:p>
                      <a:pPr marL="0" marR="0" algn="ctr">
                        <a:lnSpc>
                          <a:spcPct val="107000"/>
                        </a:lnSpc>
                        <a:spcBef>
                          <a:spcPts val="0"/>
                        </a:spcBef>
                        <a:spcAft>
                          <a:spcPts val="0"/>
                        </a:spcAft>
                      </a:pPr>
                      <a:r>
                        <a:rPr lang="id-ID" sz="800">
                          <a:effectLst/>
                        </a:rPr>
                        <a:t>8</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Good</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Normal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962872992"/>
                  </a:ext>
                </a:extLst>
              </a:tr>
              <a:tr h="166159">
                <a:tc>
                  <a:txBody>
                    <a:bodyPr/>
                    <a:lstStyle/>
                    <a:p>
                      <a:pPr marL="0" marR="0" algn="ctr">
                        <a:lnSpc>
                          <a:spcPct val="107000"/>
                        </a:lnSpc>
                        <a:spcBef>
                          <a:spcPts val="0"/>
                        </a:spcBef>
                        <a:spcAft>
                          <a:spcPts val="0"/>
                        </a:spcAft>
                      </a:pPr>
                      <a:r>
                        <a:rPr lang="id-ID" sz="800">
                          <a:effectLst/>
                        </a:rPr>
                        <a:t>9</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Good</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High</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3357804967"/>
                  </a:ext>
                </a:extLst>
              </a:tr>
              <a:tr h="166159">
                <a:tc>
                  <a:txBody>
                    <a:bodyPr/>
                    <a:lstStyle/>
                    <a:p>
                      <a:pPr marL="0" marR="0" algn="ctr">
                        <a:lnSpc>
                          <a:spcPct val="107000"/>
                        </a:lnSpc>
                        <a:spcBef>
                          <a:spcPts val="0"/>
                        </a:spcBef>
                        <a:spcAft>
                          <a:spcPts val="0"/>
                        </a:spcAft>
                      </a:pPr>
                      <a:r>
                        <a:rPr lang="id-ID" sz="800">
                          <a:effectLst/>
                        </a:rPr>
                        <a:t>10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Good</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High</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5481705"/>
                  </a:ext>
                </a:extLst>
              </a:tr>
              <a:tr h="166159">
                <a:tc>
                  <a:txBody>
                    <a:bodyPr/>
                    <a:lstStyle/>
                    <a:p>
                      <a:pPr marL="0" marR="0" algn="ctr">
                        <a:lnSpc>
                          <a:spcPct val="107000"/>
                        </a:lnSpc>
                        <a:spcBef>
                          <a:spcPts val="0"/>
                        </a:spcBef>
                        <a:spcAft>
                          <a:spcPts val="0"/>
                        </a:spcAft>
                      </a:pPr>
                      <a:r>
                        <a:rPr lang="id-ID" sz="800">
                          <a:effectLst/>
                        </a:rPr>
                        <a:t>11</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Poor</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High</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385277636"/>
                  </a:ext>
                </a:extLst>
              </a:tr>
              <a:tr h="166159">
                <a:tc>
                  <a:txBody>
                    <a:bodyPr/>
                    <a:lstStyle/>
                    <a:p>
                      <a:pPr marL="0" marR="0" algn="ctr">
                        <a:lnSpc>
                          <a:spcPct val="107000"/>
                        </a:lnSpc>
                        <a:spcBef>
                          <a:spcPts val="0"/>
                        </a:spcBef>
                        <a:spcAft>
                          <a:spcPts val="0"/>
                        </a:spcAft>
                      </a:pPr>
                      <a:r>
                        <a:rPr lang="id-ID" sz="800">
                          <a:effectLst/>
                        </a:rPr>
                        <a:t>12</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Poor</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High</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4189133595"/>
                  </a:ext>
                </a:extLst>
              </a:tr>
              <a:tr h="166159">
                <a:tc>
                  <a:txBody>
                    <a:bodyPr/>
                    <a:lstStyle/>
                    <a:p>
                      <a:pPr marL="0" marR="0" algn="ctr">
                        <a:lnSpc>
                          <a:spcPct val="107000"/>
                        </a:lnSpc>
                        <a:spcBef>
                          <a:spcPts val="0"/>
                        </a:spcBef>
                        <a:spcAft>
                          <a:spcPts val="0"/>
                        </a:spcAft>
                      </a:pPr>
                      <a:r>
                        <a:rPr lang="id-ID" sz="800">
                          <a:effectLst/>
                        </a:rPr>
                        <a:t>13</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Poor</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High</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633924645"/>
                  </a:ext>
                </a:extLst>
              </a:tr>
              <a:tr h="166159">
                <a:tc>
                  <a:txBody>
                    <a:bodyPr/>
                    <a:lstStyle/>
                    <a:p>
                      <a:pPr marL="0" marR="0" algn="ctr">
                        <a:lnSpc>
                          <a:spcPct val="107000"/>
                        </a:lnSpc>
                        <a:spcBef>
                          <a:spcPts val="0"/>
                        </a:spcBef>
                        <a:spcAft>
                          <a:spcPts val="0"/>
                        </a:spcAft>
                      </a:pPr>
                      <a:r>
                        <a:rPr lang="id-ID" sz="800">
                          <a:effectLst/>
                        </a:rPr>
                        <a:t>14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Poor</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dirty="0" err="1">
                          <a:effectLst/>
                        </a:rPr>
                        <a:t>High</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1467115747"/>
                  </a:ext>
                </a:extLst>
              </a:tr>
            </a:tbl>
          </a:graphicData>
        </a:graphic>
      </p:graphicFrame>
      <p:graphicFrame>
        <p:nvGraphicFramePr>
          <p:cNvPr id="5" name="Tabel 4">
            <a:extLst>
              <a:ext uri="{FF2B5EF4-FFF2-40B4-BE49-F238E27FC236}">
                <a16:creationId xmlns:a16="http://schemas.microsoft.com/office/drawing/2014/main" id="{3A8087E4-36A5-4089-969A-4B112F7B5B38}"/>
              </a:ext>
            </a:extLst>
          </p:cNvPr>
          <p:cNvGraphicFramePr>
            <a:graphicFrameLocks noGrp="1"/>
          </p:cNvGraphicFramePr>
          <p:nvPr/>
        </p:nvGraphicFramePr>
        <p:xfrm>
          <a:off x="3822751" y="2047091"/>
          <a:ext cx="2446433" cy="1049322"/>
        </p:xfrm>
        <a:graphic>
          <a:graphicData uri="http://schemas.openxmlformats.org/drawingml/2006/table">
            <a:tbl>
              <a:tblPr firstRow="1" firstCol="1" bandRow="1">
                <a:tableStyleId>{5C22544A-7EE6-4342-B048-85BDC9FD1C3A}</a:tableStyleId>
              </a:tblPr>
              <a:tblGrid>
                <a:gridCol w="899887">
                  <a:extLst>
                    <a:ext uri="{9D8B030D-6E8A-4147-A177-3AD203B41FA5}">
                      <a16:colId xmlns:a16="http://schemas.microsoft.com/office/drawing/2014/main" val="1829874415"/>
                    </a:ext>
                  </a:extLst>
                </a:gridCol>
                <a:gridCol w="612689">
                  <a:extLst>
                    <a:ext uri="{9D8B030D-6E8A-4147-A177-3AD203B41FA5}">
                      <a16:colId xmlns:a16="http://schemas.microsoft.com/office/drawing/2014/main" val="3967686127"/>
                    </a:ext>
                  </a:extLst>
                </a:gridCol>
                <a:gridCol w="452723">
                  <a:extLst>
                    <a:ext uri="{9D8B030D-6E8A-4147-A177-3AD203B41FA5}">
                      <a16:colId xmlns:a16="http://schemas.microsoft.com/office/drawing/2014/main" val="1296889920"/>
                    </a:ext>
                  </a:extLst>
                </a:gridCol>
                <a:gridCol w="481134">
                  <a:extLst>
                    <a:ext uri="{9D8B030D-6E8A-4147-A177-3AD203B41FA5}">
                      <a16:colId xmlns:a16="http://schemas.microsoft.com/office/drawing/2014/main" val="460984878"/>
                    </a:ext>
                  </a:extLst>
                </a:gridCol>
              </a:tblGrid>
              <a:tr h="174887">
                <a:tc>
                  <a:txBody>
                    <a:bodyPr/>
                    <a:lstStyle/>
                    <a:p>
                      <a:pPr marL="0" marR="0" algn="ctr">
                        <a:lnSpc>
                          <a:spcPct val="107000"/>
                        </a:lnSpc>
                        <a:spcBef>
                          <a:spcPts val="0"/>
                        </a:spcBef>
                        <a:spcAft>
                          <a:spcPts val="0"/>
                        </a:spcAft>
                      </a:pPr>
                      <a:r>
                        <a:rPr lang="id-ID" sz="800">
                          <a:effectLst/>
                        </a:rPr>
                        <a:t>Pelanggaran</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gridSpan="3">
                  <a:txBody>
                    <a:bodyPr/>
                    <a:lstStyle/>
                    <a:p>
                      <a:pPr marL="0" marR="0" algn="ctr">
                        <a:lnSpc>
                          <a:spcPct val="107000"/>
                        </a:lnSpc>
                        <a:spcBef>
                          <a:spcPts val="0"/>
                        </a:spcBef>
                        <a:spcAft>
                          <a:spcPts val="0"/>
                        </a:spcAft>
                      </a:pPr>
                      <a:r>
                        <a:rPr lang="id-ID" sz="800" dirty="0">
                          <a:effectLst/>
                        </a:rPr>
                        <a:t>Bonus</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30271018"/>
                  </a:ext>
                </a:extLst>
              </a:tr>
              <a:tr h="174887">
                <a:tc>
                  <a:txBody>
                    <a:bodyPr/>
                    <a:lstStyle/>
                    <a:p>
                      <a:pPr marL="0" marR="0" algn="ctr">
                        <a:lnSpc>
                          <a:spcPct val="107000"/>
                        </a:lnSpc>
                        <a:spcBef>
                          <a:spcPts val="0"/>
                        </a:spcBef>
                        <a:spcAft>
                          <a:spcPts val="0"/>
                        </a:spcAft>
                      </a:pPr>
                      <a:r>
                        <a:rPr lang="id-ID" sz="800">
                          <a:effectLst/>
                        </a:rPr>
                        <a:t> </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Normal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High</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Total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904433592"/>
                  </a:ext>
                </a:extLst>
              </a:tr>
              <a:tr h="174887">
                <a:tc>
                  <a:txBody>
                    <a:bodyPr/>
                    <a:lstStyle/>
                    <a:p>
                      <a:pPr marL="0" marR="0" algn="ctr">
                        <a:lnSpc>
                          <a:spcPct val="107000"/>
                        </a:lnSpc>
                        <a:spcBef>
                          <a:spcPts val="0"/>
                        </a:spcBef>
                        <a:spcAft>
                          <a:spcPts val="0"/>
                        </a:spcAft>
                      </a:pPr>
                      <a:r>
                        <a:rPr lang="id-ID" sz="800" dirty="0" err="1">
                          <a:effectLst/>
                        </a:rPr>
                        <a:t>Excellent</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3</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1</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3568131228"/>
                  </a:ext>
                </a:extLst>
              </a:tr>
              <a:tr h="174887">
                <a:tc>
                  <a:txBody>
                    <a:bodyPr/>
                    <a:lstStyle/>
                    <a:p>
                      <a:pPr marL="0" marR="0" algn="ctr">
                        <a:lnSpc>
                          <a:spcPct val="107000"/>
                        </a:lnSpc>
                        <a:spcBef>
                          <a:spcPts val="0"/>
                        </a:spcBef>
                        <a:spcAft>
                          <a:spcPts val="0"/>
                        </a:spcAft>
                      </a:pPr>
                      <a:r>
                        <a:rPr lang="id-ID" sz="800">
                          <a:effectLst/>
                        </a:rPr>
                        <a:t>Good</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2</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6</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4055184638"/>
                  </a:ext>
                </a:extLst>
              </a:tr>
              <a:tr h="174887">
                <a:tc>
                  <a:txBody>
                    <a:bodyPr/>
                    <a:lstStyle/>
                    <a:p>
                      <a:pPr marL="0" marR="0" algn="ctr">
                        <a:lnSpc>
                          <a:spcPct val="107000"/>
                        </a:lnSpc>
                        <a:spcBef>
                          <a:spcPts val="0"/>
                        </a:spcBef>
                        <a:spcAft>
                          <a:spcPts val="0"/>
                        </a:spcAft>
                      </a:pPr>
                      <a:r>
                        <a:rPr lang="id-ID" sz="800">
                          <a:effectLst/>
                        </a:rPr>
                        <a:t>Poor</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286382642"/>
                  </a:ext>
                </a:extLst>
              </a:tr>
              <a:tr h="174887">
                <a:tc>
                  <a:txBody>
                    <a:bodyPr/>
                    <a:lstStyle/>
                    <a:p>
                      <a:pPr marL="0" marR="0" algn="ctr">
                        <a:lnSpc>
                          <a:spcPct val="107000"/>
                        </a:lnSpc>
                        <a:spcBef>
                          <a:spcPts val="0"/>
                        </a:spcBef>
                        <a:spcAft>
                          <a:spcPts val="0"/>
                        </a:spcAft>
                      </a:pPr>
                      <a:r>
                        <a:rPr lang="id-ID" sz="800">
                          <a:effectLst/>
                        </a:rPr>
                        <a:t>Total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7</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7</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dirty="0">
                          <a:effectLst/>
                        </a:rPr>
                        <a:t>14</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90484390"/>
                  </a:ext>
                </a:extLst>
              </a:tr>
            </a:tbl>
          </a:graphicData>
        </a:graphic>
      </p:graphicFrame>
      <p:cxnSp>
        <p:nvCxnSpPr>
          <p:cNvPr id="7" name="Konektor: Siku 6">
            <a:extLst>
              <a:ext uri="{FF2B5EF4-FFF2-40B4-BE49-F238E27FC236}">
                <a16:creationId xmlns:a16="http://schemas.microsoft.com/office/drawing/2014/main" id="{CE92BAA4-53D1-448B-8E81-D76CBA88C3B8}"/>
              </a:ext>
            </a:extLst>
          </p:cNvPr>
          <p:cNvCxnSpPr>
            <a:endCxn id="5" idx="1"/>
          </p:cNvCxnSpPr>
          <p:nvPr/>
        </p:nvCxnSpPr>
        <p:spPr>
          <a:xfrm>
            <a:off x="2590800" y="2216727"/>
            <a:ext cx="1231951" cy="355025"/>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 name="Kotak Teks 7">
            <a:extLst>
              <a:ext uri="{FF2B5EF4-FFF2-40B4-BE49-F238E27FC236}">
                <a16:creationId xmlns:a16="http://schemas.microsoft.com/office/drawing/2014/main" id="{7163A934-DE17-4782-A359-46E2679F186C}"/>
              </a:ext>
            </a:extLst>
          </p:cNvPr>
          <p:cNvSpPr txBox="1"/>
          <p:nvPr/>
        </p:nvSpPr>
        <p:spPr>
          <a:xfrm>
            <a:off x="3726874" y="1499999"/>
            <a:ext cx="2542309" cy="507831"/>
          </a:xfrm>
          <a:prstGeom prst="rect">
            <a:avLst/>
          </a:prstGeom>
          <a:noFill/>
        </p:spPr>
        <p:txBody>
          <a:bodyPr wrap="square" rtlCol="0">
            <a:spAutoFit/>
          </a:bodyPr>
          <a:lstStyle/>
          <a:p>
            <a:r>
              <a:rPr lang="id-ID" sz="1350" dirty="0">
                <a:latin typeface="+mj-lt"/>
              </a:rPr>
              <a:t>Ubah menjadi tabel kontingensi, agar lebih mudah</a:t>
            </a:r>
            <a:endParaRPr lang="en-US" sz="1350" dirty="0">
              <a:latin typeface="+mj-lt"/>
            </a:endParaRPr>
          </a:p>
        </p:txBody>
      </p:sp>
      <p:sp>
        <p:nvSpPr>
          <p:cNvPr id="10" name="Kotak Teks 9">
            <a:extLst>
              <a:ext uri="{FF2B5EF4-FFF2-40B4-BE49-F238E27FC236}">
                <a16:creationId xmlns:a16="http://schemas.microsoft.com/office/drawing/2014/main" id="{F0349E97-B2B2-4C54-A5A7-F9DB1F176870}"/>
              </a:ext>
            </a:extLst>
          </p:cNvPr>
          <p:cNvSpPr txBox="1"/>
          <p:nvPr/>
        </p:nvSpPr>
        <p:spPr>
          <a:xfrm>
            <a:off x="2957946" y="3334990"/>
            <a:ext cx="3311237" cy="1384995"/>
          </a:xfrm>
          <a:prstGeom prst="rect">
            <a:avLst/>
          </a:prstGeom>
          <a:noFill/>
        </p:spPr>
        <p:txBody>
          <a:bodyPr wrap="square">
            <a:spAutoFit/>
          </a:bodyPr>
          <a:lstStyle/>
          <a:p>
            <a:pPr marL="128588" indent="-128588">
              <a:buFont typeface="Arial" panose="020B0604020202020204" pitchFamily="34" charset="0"/>
              <a:buChar char="•"/>
            </a:pPr>
            <a:r>
              <a:rPr lang="id-ID" sz="1050" dirty="0">
                <a:latin typeface="+mj-lt"/>
                <a:ea typeface="Calibri" panose="020F0502020204030204" pitchFamily="34" charset="0"/>
                <a:cs typeface="Arial" panose="020B0604020202020204" pitchFamily="34" charset="0"/>
              </a:rPr>
              <a:t>Berdasarkan tabel kontingensi, kita bisa mengetahui bahwa atribut Pelanggaran terdiri dari tiga kategori yaitu </a:t>
            </a:r>
            <a:r>
              <a:rPr lang="id-ID" sz="1050" dirty="0" err="1">
                <a:latin typeface="+mj-lt"/>
                <a:ea typeface="Calibri" panose="020F0502020204030204" pitchFamily="34" charset="0"/>
                <a:cs typeface="Arial" panose="020B0604020202020204" pitchFamily="34" charset="0"/>
              </a:rPr>
              <a:t>Excellent</a:t>
            </a:r>
            <a:r>
              <a:rPr lang="id-ID" sz="1050" dirty="0">
                <a:latin typeface="+mj-lt"/>
                <a:ea typeface="Calibri" panose="020F0502020204030204" pitchFamily="34" charset="0"/>
                <a:cs typeface="Arial" panose="020B0604020202020204" pitchFamily="34" charset="0"/>
              </a:rPr>
              <a:t>, </a:t>
            </a:r>
            <a:r>
              <a:rPr lang="id-ID" sz="1050" dirty="0" err="1">
                <a:latin typeface="+mj-lt"/>
                <a:ea typeface="Calibri" panose="020F0502020204030204" pitchFamily="34" charset="0"/>
                <a:cs typeface="Arial" panose="020B0604020202020204" pitchFamily="34" charset="0"/>
              </a:rPr>
              <a:t>Good</a:t>
            </a:r>
            <a:r>
              <a:rPr lang="id-ID" sz="1050" dirty="0">
                <a:latin typeface="+mj-lt"/>
                <a:ea typeface="Calibri" panose="020F0502020204030204" pitchFamily="34" charset="0"/>
                <a:cs typeface="Arial" panose="020B0604020202020204" pitchFamily="34" charset="0"/>
              </a:rPr>
              <a:t> dan </a:t>
            </a:r>
            <a:r>
              <a:rPr lang="id-ID" sz="1050" dirty="0" err="1">
                <a:latin typeface="+mj-lt"/>
                <a:ea typeface="Calibri" panose="020F0502020204030204" pitchFamily="34" charset="0"/>
                <a:cs typeface="Arial" panose="020B0604020202020204" pitchFamily="34" charset="0"/>
              </a:rPr>
              <a:t>Poor</a:t>
            </a:r>
            <a:r>
              <a:rPr lang="id-ID" sz="1050" dirty="0">
                <a:latin typeface="+mj-lt"/>
                <a:ea typeface="Calibri" panose="020F0502020204030204" pitchFamily="34" charset="0"/>
                <a:cs typeface="Arial" panose="020B0604020202020204" pitchFamily="34" charset="0"/>
              </a:rPr>
              <a:t>. </a:t>
            </a:r>
          </a:p>
          <a:p>
            <a:pPr marL="128588" indent="-128588">
              <a:buFont typeface="Arial" panose="020B0604020202020204" pitchFamily="34" charset="0"/>
              <a:buChar char="•"/>
            </a:pPr>
            <a:r>
              <a:rPr lang="id-ID" sz="1050" dirty="0">
                <a:latin typeface="+mj-lt"/>
                <a:ea typeface="Calibri" panose="020F0502020204030204" pitchFamily="34" charset="0"/>
                <a:cs typeface="Arial" panose="020B0604020202020204" pitchFamily="34" charset="0"/>
              </a:rPr>
              <a:t>Sedangkan atribut target Bonus terdiri dari dua kategori yaitu </a:t>
            </a:r>
            <a:r>
              <a:rPr lang="id-ID" sz="1050" dirty="0" err="1">
                <a:latin typeface="+mj-lt"/>
                <a:ea typeface="Calibri" panose="020F0502020204030204" pitchFamily="34" charset="0"/>
                <a:cs typeface="Arial" panose="020B0604020202020204" pitchFamily="34" charset="0"/>
              </a:rPr>
              <a:t>High</a:t>
            </a:r>
            <a:r>
              <a:rPr lang="id-ID" sz="1050" dirty="0">
                <a:latin typeface="+mj-lt"/>
                <a:ea typeface="Calibri" panose="020F0502020204030204" pitchFamily="34" charset="0"/>
                <a:cs typeface="Arial" panose="020B0604020202020204" pitchFamily="34" charset="0"/>
              </a:rPr>
              <a:t> dan Normal. Jumlah kelas dari kategori </a:t>
            </a:r>
            <a:r>
              <a:rPr lang="id-ID" sz="1050" dirty="0" err="1">
                <a:latin typeface="+mj-lt"/>
                <a:ea typeface="Calibri" panose="020F0502020204030204" pitchFamily="34" charset="0"/>
                <a:cs typeface="Arial" panose="020B0604020202020204" pitchFamily="34" charset="0"/>
              </a:rPr>
              <a:t>High</a:t>
            </a:r>
            <a:r>
              <a:rPr lang="id-ID" sz="1050" dirty="0">
                <a:latin typeface="+mj-lt"/>
                <a:ea typeface="Calibri" panose="020F0502020204030204" pitchFamily="34" charset="0"/>
                <a:cs typeface="Arial" panose="020B0604020202020204" pitchFamily="34" charset="0"/>
              </a:rPr>
              <a:t> dan Normal didistribusikan dengan sempurna karena jumlahnya sama rata, yaitu 7 data untuk setiap kelas. </a:t>
            </a:r>
          </a:p>
        </p:txBody>
      </p:sp>
    </p:spTree>
    <p:extLst>
      <p:ext uri="{BB962C8B-B14F-4D97-AF65-F5344CB8AC3E}">
        <p14:creationId xmlns:p14="http://schemas.microsoft.com/office/powerpoint/2010/main" val="17957525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8E480484-4D1F-4753-BBAE-168AC1F154BE}"/>
              </a:ext>
            </a:extLst>
          </p:cNvPr>
          <p:cNvSpPr>
            <a:spLocks noGrp="1"/>
          </p:cNvSpPr>
          <p:nvPr>
            <p:ph type="title"/>
          </p:nvPr>
        </p:nvSpPr>
        <p:spPr/>
        <p:txBody>
          <a:bodyPr/>
          <a:lstStyle/>
          <a:p>
            <a:r>
              <a:rPr lang="id-ID" dirty="0"/>
              <a:t>Penyelesaian</a:t>
            </a:r>
            <a:endParaRPr lang="en-US"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A6DAA176-9D99-407D-A630-923FDF976A14}"/>
                  </a:ext>
                </a:extLst>
              </p:cNvPr>
              <p:cNvSpPr>
                <a:spLocks noGrp="1"/>
              </p:cNvSpPr>
              <p:nvPr>
                <p:ph idx="1"/>
              </p:nvPr>
            </p:nvSpPr>
            <p:spPr>
              <a:xfrm>
                <a:off x="471488" y="1087582"/>
                <a:ext cx="5915025" cy="3463637"/>
              </a:xfrm>
            </p:spPr>
            <p:txBody>
              <a:bodyPr>
                <a:normAutofit/>
              </a:bodyPr>
              <a:lstStyle/>
              <a:p>
                <a:pPr marL="0">
                  <a:lnSpc>
                    <a:spcPct val="107000"/>
                  </a:lnSpc>
                  <a:spcBef>
                    <a:spcPts val="0"/>
                  </a:spcBef>
                </a:pPr>
                <a:r>
                  <a:rPr lang="id-ID" sz="1200" dirty="0">
                    <a:latin typeface="+mj-lt"/>
                    <a:ea typeface="Calibri" panose="020F0502020204030204" pitchFamily="34" charset="0"/>
                    <a:cs typeface="Arial" panose="020B0604020202020204" pitchFamily="34" charset="0"/>
                  </a:rPr>
                  <a:t>Selanjutnya kita bisa menghitung entropi dari seluruhnya. Pertama kita hitung entropi dari atribut target Bonus terlebih dahulu:</a:t>
                </a:r>
              </a:p>
              <a:p>
                <a:pPr marL="0" indent="0">
                  <a:lnSpc>
                    <a:spcPct val="107000"/>
                  </a:lnSpc>
                  <a:spcBef>
                    <a:spcPts val="0"/>
                  </a:spcBef>
                  <a:buNone/>
                </a:pPr>
                <a14:m>
                  <m:oMathPara xmlns:m="http://schemas.openxmlformats.org/officeDocument/2006/math">
                    <m:oMathParaPr>
                      <m:jc m:val="centerGroup"/>
                    </m:oMathParaPr>
                    <m:oMath xmlns:m="http://schemas.openxmlformats.org/officeDocument/2006/math">
                      <m:r>
                        <a:rPr lang="id-ID" sz="1050" i="1">
                          <a:latin typeface="Cambria Math" panose="02040503050406030204" pitchFamily="18" charset="0"/>
                          <a:ea typeface="Calibri" panose="020F0502020204030204" pitchFamily="34" charset="0"/>
                          <a:cs typeface="Arial" panose="020B0604020202020204" pitchFamily="34" charset="0"/>
                        </a:rPr>
                        <m:t>𝐸</m:t>
                      </m:r>
                      <m:d>
                        <m:dPr>
                          <m:ctrlPr>
                            <a:rPr lang="en-US" sz="825" i="1">
                              <a:latin typeface="Cambria Math" panose="02040503050406030204" pitchFamily="18" charset="0"/>
                            </a:rPr>
                          </m:ctrlPr>
                        </m:dPr>
                        <m:e>
                          <m:r>
                            <a:rPr lang="id-ID" sz="1050" i="1">
                              <a:latin typeface="Cambria Math" panose="02040503050406030204" pitchFamily="18" charset="0"/>
                              <a:ea typeface="Calibri" panose="020F0502020204030204" pitchFamily="34" charset="0"/>
                              <a:cs typeface="Arial" panose="020B0604020202020204" pitchFamily="34" charset="0"/>
                            </a:rPr>
                            <m:t>𝐵𝑜𝑛𝑢𝑠</m:t>
                          </m:r>
                        </m:e>
                      </m:d>
                      <m:r>
                        <a:rPr lang="id-ID" sz="1050" i="1">
                          <a:latin typeface="Cambria Math" panose="02040503050406030204" pitchFamily="18" charset="0"/>
                          <a:ea typeface="Calibri" panose="020F0502020204030204" pitchFamily="34" charset="0"/>
                          <a:cs typeface="Arial" panose="020B0604020202020204" pitchFamily="34" charset="0"/>
                        </a:rPr>
                        <m:t>=</m:t>
                      </m:r>
                      <m:d>
                        <m:dPr>
                          <m:ctrlPr>
                            <a:rPr lang="en-US" sz="825" i="1">
                              <a:latin typeface="Cambria Math" panose="02040503050406030204" pitchFamily="18" charset="0"/>
                            </a:rPr>
                          </m:ctrlPr>
                        </m:dPr>
                        <m:e>
                          <m:r>
                            <a:rPr lang="id-ID" sz="1050" i="1">
                              <a:latin typeface="Cambria Math" panose="02040503050406030204" pitchFamily="18" charset="0"/>
                              <a:ea typeface="Calibri" panose="020F0502020204030204" pitchFamily="34" charset="0"/>
                              <a:cs typeface="Arial" panose="020B0604020202020204" pitchFamily="34" charset="0"/>
                            </a:rPr>
                            <m:t>−</m:t>
                          </m:r>
                          <m:f>
                            <m:fPr>
                              <m:ctrlPr>
                                <a:rPr lang="en-US" sz="825" i="1">
                                  <a:latin typeface="Cambria Math" panose="02040503050406030204" pitchFamily="18" charset="0"/>
                                </a:rPr>
                              </m:ctrlPr>
                            </m:fPr>
                            <m:num>
                              <m:r>
                                <a:rPr lang="id-ID" sz="1050" i="1">
                                  <a:latin typeface="Cambria Math" panose="02040503050406030204" pitchFamily="18" charset="0"/>
                                  <a:ea typeface="Calibri" panose="020F0502020204030204" pitchFamily="34" charset="0"/>
                                  <a:cs typeface="Arial" panose="020B0604020202020204" pitchFamily="34" charset="0"/>
                                </a:rPr>
                                <m:t>7</m:t>
                              </m:r>
                            </m:num>
                            <m:den>
                              <m:r>
                                <a:rPr lang="id-ID" sz="1050" i="1">
                                  <a:latin typeface="Cambria Math" panose="02040503050406030204" pitchFamily="18" charset="0"/>
                                  <a:ea typeface="Calibri" panose="020F0502020204030204" pitchFamily="34" charset="0"/>
                                  <a:cs typeface="Arial" panose="020B0604020202020204" pitchFamily="34" charset="0"/>
                                </a:rPr>
                                <m:t>14</m:t>
                              </m:r>
                            </m:den>
                          </m:f>
                          <m:r>
                            <a:rPr lang="id-ID" sz="1050" i="1">
                              <a:latin typeface="Cambria Math" panose="02040503050406030204" pitchFamily="18" charset="0"/>
                              <a:ea typeface="Calibri" panose="020F0502020204030204" pitchFamily="34" charset="0"/>
                              <a:cs typeface="Arial" panose="020B0604020202020204" pitchFamily="34" charset="0"/>
                            </a:rPr>
                            <m:t>×</m:t>
                          </m:r>
                          <m:func>
                            <m:funcPr>
                              <m:ctrlPr>
                                <a:rPr lang="en-US" sz="825" i="1">
                                  <a:latin typeface="Cambria Math" panose="02040503050406030204" pitchFamily="18" charset="0"/>
                                </a:rPr>
                              </m:ctrlPr>
                            </m:funcPr>
                            <m:fName>
                              <m:sSub>
                                <m:sSubPr>
                                  <m:ctrlPr>
                                    <a:rPr lang="en-US" sz="825" i="1">
                                      <a:latin typeface="Cambria Math" panose="02040503050406030204" pitchFamily="18" charset="0"/>
                                    </a:rPr>
                                  </m:ctrlPr>
                                </m:sSubPr>
                                <m:e>
                                  <m:r>
                                    <m:rPr>
                                      <m:sty m:val="p"/>
                                    </m:rPr>
                                    <a:rPr lang="id-ID" sz="1050">
                                      <a:latin typeface="Cambria Math" panose="02040503050406030204" pitchFamily="18" charset="0"/>
                                      <a:ea typeface="Calibri" panose="020F0502020204030204" pitchFamily="34" charset="0"/>
                                      <a:cs typeface="Arial" panose="020B0604020202020204" pitchFamily="34" charset="0"/>
                                    </a:rPr>
                                    <m:t>log</m:t>
                                  </m:r>
                                </m:e>
                                <m:sub>
                                  <m:r>
                                    <a:rPr lang="id-ID" sz="10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sz="825" i="1">
                                      <a:latin typeface="Cambria Math" panose="02040503050406030204" pitchFamily="18" charset="0"/>
                                    </a:rPr>
                                  </m:ctrlPr>
                                </m:dPr>
                                <m:e>
                                  <m:f>
                                    <m:fPr>
                                      <m:ctrlPr>
                                        <a:rPr lang="en-US" sz="825" i="1">
                                          <a:latin typeface="Cambria Math" panose="02040503050406030204" pitchFamily="18" charset="0"/>
                                        </a:rPr>
                                      </m:ctrlPr>
                                    </m:fPr>
                                    <m:num>
                                      <m:r>
                                        <a:rPr lang="id-ID" sz="1050" i="1">
                                          <a:latin typeface="Cambria Math" panose="02040503050406030204" pitchFamily="18" charset="0"/>
                                          <a:ea typeface="Calibri" panose="020F0502020204030204" pitchFamily="34" charset="0"/>
                                          <a:cs typeface="Arial" panose="020B0604020202020204" pitchFamily="34" charset="0"/>
                                        </a:rPr>
                                        <m:t>7</m:t>
                                      </m:r>
                                    </m:num>
                                    <m:den>
                                      <m:r>
                                        <a:rPr lang="id-ID" sz="1050" i="1">
                                          <a:latin typeface="Cambria Math" panose="02040503050406030204" pitchFamily="18" charset="0"/>
                                          <a:ea typeface="Calibri" panose="020F0502020204030204" pitchFamily="34" charset="0"/>
                                          <a:cs typeface="Arial" panose="020B0604020202020204" pitchFamily="34" charset="0"/>
                                        </a:rPr>
                                        <m:t>14</m:t>
                                      </m:r>
                                    </m:den>
                                  </m:f>
                                </m:e>
                              </m:d>
                            </m:e>
                          </m:func>
                        </m:e>
                      </m:d>
                      <m:r>
                        <a:rPr lang="id-ID" sz="1050" i="1">
                          <a:latin typeface="Cambria Math" panose="02040503050406030204" pitchFamily="18" charset="0"/>
                          <a:ea typeface="Calibri" panose="020F0502020204030204" pitchFamily="34" charset="0"/>
                          <a:cs typeface="Arial" panose="020B0604020202020204" pitchFamily="34" charset="0"/>
                        </a:rPr>
                        <m:t>+</m:t>
                      </m:r>
                      <m:d>
                        <m:dPr>
                          <m:ctrlPr>
                            <a:rPr lang="en-US" sz="825" i="1">
                              <a:latin typeface="Cambria Math" panose="02040503050406030204" pitchFamily="18" charset="0"/>
                            </a:rPr>
                          </m:ctrlPr>
                        </m:dPr>
                        <m:e>
                          <m:r>
                            <a:rPr lang="id-ID" sz="1050" i="1">
                              <a:latin typeface="Cambria Math" panose="02040503050406030204" pitchFamily="18" charset="0"/>
                              <a:ea typeface="Calibri" panose="020F0502020204030204" pitchFamily="34" charset="0"/>
                              <a:cs typeface="Arial" panose="020B0604020202020204" pitchFamily="34" charset="0"/>
                            </a:rPr>
                            <m:t>−</m:t>
                          </m:r>
                          <m:f>
                            <m:fPr>
                              <m:ctrlPr>
                                <a:rPr lang="en-US" sz="825" i="1">
                                  <a:latin typeface="Cambria Math" panose="02040503050406030204" pitchFamily="18" charset="0"/>
                                </a:rPr>
                              </m:ctrlPr>
                            </m:fPr>
                            <m:num>
                              <m:r>
                                <a:rPr lang="id-ID" sz="1050" i="1">
                                  <a:latin typeface="Cambria Math" panose="02040503050406030204" pitchFamily="18" charset="0"/>
                                  <a:ea typeface="Calibri" panose="020F0502020204030204" pitchFamily="34" charset="0"/>
                                  <a:cs typeface="Arial" panose="020B0604020202020204" pitchFamily="34" charset="0"/>
                                </a:rPr>
                                <m:t>7</m:t>
                              </m:r>
                            </m:num>
                            <m:den>
                              <m:r>
                                <a:rPr lang="id-ID" sz="1050" i="1">
                                  <a:latin typeface="Cambria Math" panose="02040503050406030204" pitchFamily="18" charset="0"/>
                                  <a:ea typeface="Calibri" panose="020F0502020204030204" pitchFamily="34" charset="0"/>
                                  <a:cs typeface="Arial" panose="020B0604020202020204" pitchFamily="34" charset="0"/>
                                </a:rPr>
                                <m:t>14</m:t>
                              </m:r>
                            </m:den>
                          </m:f>
                          <m:r>
                            <a:rPr lang="id-ID" sz="1050" i="1">
                              <a:latin typeface="Cambria Math" panose="02040503050406030204" pitchFamily="18" charset="0"/>
                              <a:ea typeface="Calibri" panose="020F0502020204030204" pitchFamily="34" charset="0"/>
                              <a:cs typeface="Arial" panose="020B0604020202020204" pitchFamily="34" charset="0"/>
                            </a:rPr>
                            <m:t>×</m:t>
                          </m:r>
                          <m:func>
                            <m:funcPr>
                              <m:ctrlPr>
                                <a:rPr lang="en-US" sz="825" i="1">
                                  <a:latin typeface="Cambria Math" panose="02040503050406030204" pitchFamily="18" charset="0"/>
                                </a:rPr>
                              </m:ctrlPr>
                            </m:funcPr>
                            <m:fName>
                              <m:sSub>
                                <m:sSubPr>
                                  <m:ctrlPr>
                                    <a:rPr lang="en-US" sz="825" i="1">
                                      <a:latin typeface="Cambria Math" panose="02040503050406030204" pitchFamily="18" charset="0"/>
                                    </a:rPr>
                                  </m:ctrlPr>
                                </m:sSubPr>
                                <m:e>
                                  <m:r>
                                    <m:rPr>
                                      <m:sty m:val="p"/>
                                    </m:rPr>
                                    <a:rPr lang="id-ID" sz="1050">
                                      <a:latin typeface="Cambria Math" panose="02040503050406030204" pitchFamily="18" charset="0"/>
                                      <a:ea typeface="Calibri" panose="020F0502020204030204" pitchFamily="34" charset="0"/>
                                      <a:cs typeface="Arial" panose="020B0604020202020204" pitchFamily="34" charset="0"/>
                                    </a:rPr>
                                    <m:t>log</m:t>
                                  </m:r>
                                </m:e>
                                <m:sub>
                                  <m:r>
                                    <a:rPr lang="id-ID" sz="10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sz="825" i="1">
                                      <a:latin typeface="Cambria Math" panose="02040503050406030204" pitchFamily="18" charset="0"/>
                                    </a:rPr>
                                  </m:ctrlPr>
                                </m:dPr>
                                <m:e>
                                  <m:f>
                                    <m:fPr>
                                      <m:ctrlPr>
                                        <a:rPr lang="en-US" sz="825" i="1">
                                          <a:latin typeface="Cambria Math" panose="02040503050406030204" pitchFamily="18" charset="0"/>
                                        </a:rPr>
                                      </m:ctrlPr>
                                    </m:fPr>
                                    <m:num>
                                      <m:r>
                                        <a:rPr lang="id-ID" sz="1050" i="1">
                                          <a:latin typeface="Cambria Math" panose="02040503050406030204" pitchFamily="18" charset="0"/>
                                          <a:ea typeface="Calibri" panose="020F0502020204030204" pitchFamily="34" charset="0"/>
                                          <a:cs typeface="Arial" panose="020B0604020202020204" pitchFamily="34" charset="0"/>
                                        </a:rPr>
                                        <m:t>7</m:t>
                                      </m:r>
                                    </m:num>
                                    <m:den>
                                      <m:r>
                                        <a:rPr lang="id-ID" sz="1050" i="1">
                                          <a:latin typeface="Cambria Math" panose="02040503050406030204" pitchFamily="18" charset="0"/>
                                          <a:ea typeface="Calibri" panose="020F0502020204030204" pitchFamily="34" charset="0"/>
                                          <a:cs typeface="Arial" panose="020B0604020202020204" pitchFamily="34" charset="0"/>
                                        </a:rPr>
                                        <m:t>14</m:t>
                                      </m:r>
                                    </m:den>
                                  </m:f>
                                </m:e>
                              </m:d>
                            </m:e>
                          </m:func>
                        </m:e>
                      </m:d>
                      <m:r>
                        <a:rPr lang="id-ID" sz="1050" i="1">
                          <a:latin typeface="Cambria Math" panose="02040503050406030204" pitchFamily="18" charset="0"/>
                          <a:ea typeface="Calibri" panose="020F0502020204030204" pitchFamily="34" charset="0"/>
                          <a:cs typeface="Arial" panose="020B0604020202020204" pitchFamily="34" charset="0"/>
                        </a:rPr>
                        <m:t>=1</m:t>
                      </m:r>
                    </m:oMath>
                  </m:oMathPara>
                </a14:m>
                <a:endParaRPr lang="id-ID" sz="1050" dirty="0">
                  <a:latin typeface="+mj-lt"/>
                  <a:ea typeface="Calibri" panose="020F0502020204030204" pitchFamily="34" charset="0"/>
                  <a:cs typeface="Arial" panose="020B0604020202020204" pitchFamily="34" charset="0"/>
                </a:endParaRPr>
              </a:p>
              <a:p>
                <a:pPr marL="0" indent="0">
                  <a:lnSpc>
                    <a:spcPct val="107000"/>
                  </a:lnSpc>
                  <a:spcBef>
                    <a:spcPts val="0"/>
                  </a:spcBef>
                  <a:buNone/>
                </a:pPr>
                <a:endParaRPr lang="id-ID" sz="1050" dirty="0">
                  <a:latin typeface="+mj-lt"/>
                  <a:ea typeface="Calibri" panose="020F0502020204030204" pitchFamily="34" charset="0"/>
                  <a:cs typeface="Arial" panose="020B0604020202020204" pitchFamily="34" charset="0"/>
                </a:endParaRPr>
              </a:p>
              <a:p>
                <a:pPr>
                  <a:lnSpc>
                    <a:spcPct val="107000"/>
                  </a:lnSpc>
                  <a:spcBef>
                    <a:spcPts val="0"/>
                  </a:spcBef>
                </a:pPr>
                <a:r>
                  <a:rPr lang="id-ID" sz="1050" dirty="0">
                    <a:latin typeface="+mj-lt"/>
                    <a:ea typeface="Calibri" panose="020F0502020204030204" pitchFamily="34" charset="0"/>
                    <a:cs typeface="Arial" panose="020B0604020202020204" pitchFamily="34" charset="0"/>
                  </a:rPr>
                  <a:t>Selanjutnya kita hitung entropi dari tiap kelas pada atribut Pelanggaran. </a:t>
                </a:r>
              </a:p>
              <a:p>
                <a:pPr marL="0" indent="0">
                  <a:lnSpc>
                    <a:spcPct val="107000"/>
                  </a:lnSpc>
                  <a:spcBef>
                    <a:spcPts val="0"/>
                  </a:spcBef>
                  <a:buNone/>
                </a:pPr>
                <a14:m>
                  <m:oMathPara xmlns:m="http://schemas.openxmlformats.org/officeDocument/2006/math">
                    <m:oMathParaPr>
                      <m:jc m:val="centerGroup"/>
                    </m:oMathParaPr>
                    <m:oMath xmlns:m="http://schemas.openxmlformats.org/officeDocument/2006/math">
                      <m:r>
                        <a:rPr lang="id-ID" sz="1050" i="1">
                          <a:latin typeface="Cambria Math" panose="02040503050406030204" pitchFamily="18" charset="0"/>
                          <a:ea typeface="Calibri" panose="020F0502020204030204" pitchFamily="34" charset="0"/>
                          <a:cs typeface="Arial" panose="020B0604020202020204" pitchFamily="34" charset="0"/>
                        </a:rPr>
                        <m:t>𝐸</m:t>
                      </m:r>
                      <m:d>
                        <m:dPr>
                          <m:ctrlPr>
                            <a:rPr lang="en-US" sz="825" i="1">
                              <a:latin typeface="Cambria Math" panose="02040503050406030204" pitchFamily="18" charset="0"/>
                            </a:rPr>
                          </m:ctrlPr>
                        </m:dPr>
                        <m:e>
                          <m:r>
                            <a:rPr lang="id-ID" sz="1050" i="1">
                              <a:latin typeface="Cambria Math" panose="02040503050406030204" pitchFamily="18" charset="0"/>
                              <a:ea typeface="Calibri" panose="020F0502020204030204" pitchFamily="34" charset="0"/>
                              <a:cs typeface="Arial" panose="020B0604020202020204" pitchFamily="34" charset="0"/>
                            </a:rPr>
                            <m:t>𝐵𝑜𝑛𝑢𝑠</m:t>
                          </m:r>
                        </m:e>
                        <m:e>
                          <m:r>
                            <a:rPr lang="id-ID" sz="1050" i="1">
                              <a:latin typeface="Cambria Math" panose="02040503050406030204" pitchFamily="18" charset="0"/>
                              <a:ea typeface="Calibri" panose="020F0502020204030204" pitchFamily="34" charset="0"/>
                              <a:cs typeface="Arial" panose="020B0604020202020204" pitchFamily="34" charset="0"/>
                            </a:rPr>
                            <m:t>𝑃𝑒𝑙𝑎𝑛𝑔𝑔𝑎𝑟𝑎𝑛</m:t>
                          </m:r>
                          <m:r>
                            <a:rPr lang="id-ID" sz="1050" i="1">
                              <a:latin typeface="Cambria Math" panose="02040503050406030204" pitchFamily="18" charset="0"/>
                              <a:ea typeface="Calibri" panose="020F0502020204030204" pitchFamily="34" charset="0"/>
                              <a:cs typeface="Arial" panose="020B0604020202020204" pitchFamily="34" charset="0"/>
                            </a:rPr>
                            <m:t>=</m:t>
                          </m:r>
                          <m:r>
                            <a:rPr lang="id-ID" sz="1050" i="1">
                              <a:latin typeface="Cambria Math" panose="02040503050406030204" pitchFamily="18" charset="0"/>
                              <a:ea typeface="Calibri" panose="020F0502020204030204" pitchFamily="34" charset="0"/>
                              <a:cs typeface="Arial" panose="020B0604020202020204" pitchFamily="34" charset="0"/>
                            </a:rPr>
                            <m:t>𝐸𝑥𝑐𝑒𝑙𝑙𝑒𝑛𝑡</m:t>
                          </m:r>
                        </m:e>
                      </m:d>
                      <m:r>
                        <m:rPr>
                          <m:aln/>
                        </m:rPr>
                        <a:rPr lang="id-ID" sz="1050" i="1">
                          <a:latin typeface="Cambria Math" panose="02040503050406030204" pitchFamily="18" charset="0"/>
                          <a:ea typeface="Calibri" panose="020F0502020204030204" pitchFamily="34" charset="0"/>
                          <a:cs typeface="Arial" panose="020B0604020202020204" pitchFamily="34" charset="0"/>
                        </a:rPr>
                        <m:t>=</m:t>
                      </m:r>
                      <m:d>
                        <m:dPr>
                          <m:ctrlPr>
                            <a:rPr lang="en-US" sz="825" i="1">
                              <a:latin typeface="Cambria Math" panose="02040503050406030204" pitchFamily="18" charset="0"/>
                            </a:rPr>
                          </m:ctrlPr>
                        </m:dPr>
                        <m:e>
                          <m:r>
                            <a:rPr lang="id-ID" sz="1050" i="1">
                              <a:latin typeface="Cambria Math" panose="02040503050406030204" pitchFamily="18" charset="0"/>
                              <a:ea typeface="Calibri" panose="020F0502020204030204" pitchFamily="34" charset="0"/>
                              <a:cs typeface="Arial" panose="020B0604020202020204" pitchFamily="34" charset="0"/>
                            </a:rPr>
                            <m:t>−</m:t>
                          </m:r>
                          <m:f>
                            <m:fPr>
                              <m:ctrlPr>
                                <a:rPr lang="en-US" sz="825" i="1">
                                  <a:latin typeface="Cambria Math" panose="02040503050406030204" pitchFamily="18" charset="0"/>
                                </a:rPr>
                              </m:ctrlPr>
                            </m:fPr>
                            <m:num>
                              <m:r>
                                <a:rPr lang="id-ID" sz="1050" i="1">
                                  <a:latin typeface="Cambria Math" panose="02040503050406030204" pitchFamily="18" charset="0"/>
                                  <a:ea typeface="Calibri" panose="020F0502020204030204" pitchFamily="34" charset="0"/>
                                  <a:cs typeface="Arial" panose="020B0604020202020204" pitchFamily="34" charset="0"/>
                                </a:rPr>
                                <m:t>3</m:t>
                              </m:r>
                            </m:num>
                            <m:den>
                              <m:r>
                                <a:rPr lang="id-ID" sz="1050" i="1">
                                  <a:latin typeface="Cambria Math" panose="02040503050406030204" pitchFamily="18" charset="0"/>
                                  <a:ea typeface="Calibri" panose="020F0502020204030204" pitchFamily="34" charset="0"/>
                                  <a:cs typeface="Arial" panose="020B0604020202020204" pitchFamily="34" charset="0"/>
                                </a:rPr>
                                <m:t>4</m:t>
                              </m:r>
                            </m:den>
                          </m:f>
                          <m:r>
                            <a:rPr lang="id-ID" sz="1050" i="1">
                              <a:latin typeface="Cambria Math" panose="02040503050406030204" pitchFamily="18" charset="0"/>
                              <a:ea typeface="Calibri" panose="020F0502020204030204" pitchFamily="34" charset="0"/>
                              <a:cs typeface="Arial" panose="020B0604020202020204" pitchFamily="34" charset="0"/>
                            </a:rPr>
                            <m:t>×</m:t>
                          </m:r>
                          <m:func>
                            <m:funcPr>
                              <m:ctrlPr>
                                <a:rPr lang="en-US" sz="825" i="1">
                                  <a:latin typeface="Cambria Math" panose="02040503050406030204" pitchFamily="18" charset="0"/>
                                </a:rPr>
                              </m:ctrlPr>
                            </m:funcPr>
                            <m:fName>
                              <m:sSub>
                                <m:sSubPr>
                                  <m:ctrlPr>
                                    <a:rPr lang="en-US" sz="825" i="1">
                                      <a:latin typeface="Cambria Math" panose="02040503050406030204" pitchFamily="18" charset="0"/>
                                    </a:rPr>
                                  </m:ctrlPr>
                                </m:sSubPr>
                                <m:e>
                                  <m:r>
                                    <m:rPr>
                                      <m:sty m:val="p"/>
                                    </m:rPr>
                                    <a:rPr lang="id-ID" sz="1050">
                                      <a:latin typeface="Cambria Math" panose="02040503050406030204" pitchFamily="18" charset="0"/>
                                      <a:ea typeface="Calibri" panose="020F0502020204030204" pitchFamily="34" charset="0"/>
                                      <a:cs typeface="Arial" panose="020B0604020202020204" pitchFamily="34" charset="0"/>
                                    </a:rPr>
                                    <m:t>log</m:t>
                                  </m:r>
                                </m:e>
                                <m:sub>
                                  <m:r>
                                    <a:rPr lang="id-ID" sz="10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sz="825" i="1">
                                      <a:latin typeface="Cambria Math" panose="02040503050406030204" pitchFamily="18" charset="0"/>
                                    </a:rPr>
                                  </m:ctrlPr>
                                </m:dPr>
                                <m:e>
                                  <m:f>
                                    <m:fPr>
                                      <m:ctrlPr>
                                        <a:rPr lang="en-US" sz="825" i="1">
                                          <a:latin typeface="Cambria Math" panose="02040503050406030204" pitchFamily="18" charset="0"/>
                                        </a:rPr>
                                      </m:ctrlPr>
                                    </m:fPr>
                                    <m:num>
                                      <m:r>
                                        <a:rPr lang="id-ID" sz="1050" i="1">
                                          <a:latin typeface="Cambria Math" panose="02040503050406030204" pitchFamily="18" charset="0"/>
                                          <a:ea typeface="Calibri" panose="020F0502020204030204" pitchFamily="34" charset="0"/>
                                          <a:cs typeface="Arial" panose="020B0604020202020204" pitchFamily="34" charset="0"/>
                                        </a:rPr>
                                        <m:t>3</m:t>
                                      </m:r>
                                    </m:num>
                                    <m:den>
                                      <m:r>
                                        <a:rPr lang="id-ID" sz="1050" i="1">
                                          <a:latin typeface="Cambria Math" panose="02040503050406030204" pitchFamily="18" charset="0"/>
                                          <a:ea typeface="Calibri" panose="020F0502020204030204" pitchFamily="34" charset="0"/>
                                          <a:cs typeface="Arial" panose="020B0604020202020204" pitchFamily="34" charset="0"/>
                                        </a:rPr>
                                        <m:t>4</m:t>
                                      </m:r>
                                    </m:den>
                                  </m:f>
                                </m:e>
                              </m:d>
                            </m:e>
                          </m:func>
                        </m:e>
                      </m:d>
                      <m:r>
                        <a:rPr lang="id-ID" sz="1050" i="1">
                          <a:latin typeface="Cambria Math" panose="02040503050406030204" pitchFamily="18" charset="0"/>
                          <a:ea typeface="Calibri" panose="020F0502020204030204" pitchFamily="34" charset="0"/>
                          <a:cs typeface="Arial" panose="020B0604020202020204" pitchFamily="34" charset="0"/>
                        </a:rPr>
                        <m:t>+</m:t>
                      </m:r>
                      <m:d>
                        <m:dPr>
                          <m:ctrlPr>
                            <a:rPr lang="en-US" sz="825" i="1">
                              <a:latin typeface="Cambria Math" panose="02040503050406030204" pitchFamily="18" charset="0"/>
                            </a:rPr>
                          </m:ctrlPr>
                        </m:dPr>
                        <m:e>
                          <m:r>
                            <a:rPr lang="id-ID" sz="1050" i="1">
                              <a:latin typeface="Cambria Math" panose="02040503050406030204" pitchFamily="18" charset="0"/>
                              <a:ea typeface="Calibri" panose="020F0502020204030204" pitchFamily="34" charset="0"/>
                              <a:cs typeface="Arial" panose="020B0604020202020204" pitchFamily="34" charset="0"/>
                            </a:rPr>
                            <m:t>−</m:t>
                          </m:r>
                          <m:f>
                            <m:fPr>
                              <m:ctrlPr>
                                <a:rPr lang="en-US" sz="825" i="1">
                                  <a:latin typeface="Cambria Math" panose="02040503050406030204" pitchFamily="18" charset="0"/>
                                </a:rPr>
                              </m:ctrlPr>
                            </m:fPr>
                            <m:num>
                              <m:r>
                                <a:rPr lang="id-ID" sz="1050" i="1">
                                  <a:latin typeface="Cambria Math" panose="02040503050406030204" pitchFamily="18" charset="0"/>
                                  <a:ea typeface="Calibri" panose="020F0502020204030204" pitchFamily="34" charset="0"/>
                                  <a:cs typeface="Arial" panose="020B0604020202020204" pitchFamily="34" charset="0"/>
                                </a:rPr>
                                <m:t>1</m:t>
                              </m:r>
                            </m:num>
                            <m:den>
                              <m:r>
                                <a:rPr lang="id-ID" sz="1050" i="1">
                                  <a:latin typeface="Cambria Math" panose="02040503050406030204" pitchFamily="18" charset="0"/>
                                  <a:ea typeface="Calibri" panose="020F0502020204030204" pitchFamily="34" charset="0"/>
                                  <a:cs typeface="Arial" panose="020B0604020202020204" pitchFamily="34" charset="0"/>
                                </a:rPr>
                                <m:t>4</m:t>
                              </m:r>
                            </m:den>
                          </m:f>
                          <m:r>
                            <a:rPr lang="id-ID" sz="1050" i="1">
                              <a:latin typeface="Cambria Math" panose="02040503050406030204" pitchFamily="18" charset="0"/>
                              <a:ea typeface="Calibri" panose="020F0502020204030204" pitchFamily="34" charset="0"/>
                              <a:cs typeface="Arial" panose="020B0604020202020204" pitchFamily="34" charset="0"/>
                            </a:rPr>
                            <m:t>×</m:t>
                          </m:r>
                          <m:func>
                            <m:funcPr>
                              <m:ctrlPr>
                                <a:rPr lang="en-US" sz="825" i="1">
                                  <a:latin typeface="Cambria Math" panose="02040503050406030204" pitchFamily="18" charset="0"/>
                                </a:rPr>
                              </m:ctrlPr>
                            </m:funcPr>
                            <m:fName>
                              <m:sSub>
                                <m:sSubPr>
                                  <m:ctrlPr>
                                    <a:rPr lang="en-US" sz="825" i="1">
                                      <a:latin typeface="Cambria Math" panose="02040503050406030204" pitchFamily="18" charset="0"/>
                                    </a:rPr>
                                  </m:ctrlPr>
                                </m:sSubPr>
                                <m:e>
                                  <m:r>
                                    <m:rPr>
                                      <m:sty m:val="p"/>
                                    </m:rPr>
                                    <a:rPr lang="id-ID" sz="1050">
                                      <a:latin typeface="Cambria Math" panose="02040503050406030204" pitchFamily="18" charset="0"/>
                                      <a:ea typeface="Calibri" panose="020F0502020204030204" pitchFamily="34" charset="0"/>
                                      <a:cs typeface="Arial" panose="020B0604020202020204" pitchFamily="34" charset="0"/>
                                    </a:rPr>
                                    <m:t>log</m:t>
                                  </m:r>
                                </m:e>
                                <m:sub>
                                  <m:r>
                                    <a:rPr lang="id-ID" sz="10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sz="825" i="1">
                                      <a:latin typeface="Cambria Math" panose="02040503050406030204" pitchFamily="18" charset="0"/>
                                    </a:rPr>
                                  </m:ctrlPr>
                                </m:dPr>
                                <m:e>
                                  <m:f>
                                    <m:fPr>
                                      <m:ctrlPr>
                                        <a:rPr lang="en-US" sz="825" i="1">
                                          <a:latin typeface="Cambria Math" panose="02040503050406030204" pitchFamily="18" charset="0"/>
                                        </a:rPr>
                                      </m:ctrlPr>
                                    </m:fPr>
                                    <m:num>
                                      <m:r>
                                        <a:rPr lang="id-ID" sz="1050" i="1">
                                          <a:latin typeface="Cambria Math" panose="02040503050406030204" pitchFamily="18" charset="0"/>
                                          <a:ea typeface="Calibri" panose="020F0502020204030204" pitchFamily="34" charset="0"/>
                                          <a:cs typeface="Arial" panose="020B0604020202020204" pitchFamily="34" charset="0"/>
                                        </a:rPr>
                                        <m:t>1</m:t>
                                      </m:r>
                                    </m:num>
                                    <m:den>
                                      <m:r>
                                        <a:rPr lang="id-ID" sz="1050" i="1">
                                          <a:latin typeface="Cambria Math" panose="02040503050406030204" pitchFamily="18" charset="0"/>
                                          <a:ea typeface="Calibri" panose="020F0502020204030204" pitchFamily="34" charset="0"/>
                                          <a:cs typeface="Arial" panose="020B0604020202020204" pitchFamily="34" charset="0"/>
                                        </a:rPr>
                                        <m:t>4</m:t>
                                      </m:r>
                                    </m:den>
                                  </m:f>
                                </m:e>
                              </m:d>
                            </m:e>
                          </m:func>
                        </m:e>
                      </m:d>
                      <m:r>
                        <a:rPr lang="id-ID" sz="1050" i="1">
                          <a:latin typeface="Cambria Math" panose="02040503050406030204" pitchFamily="18" charset="0"/>
                          <a:ea typeface="Calibri" panose="020F0502020204030204" pitchFamily="34" charset="0"/>
                          <a:cs typeface="Arial" panose="020B0604020202020204" pitchFamily="34" charset="0"/>
                        </a:rPr>
                        <m:t>≈0.811</m:t>
                      </m:r>
                    </m:oMath>
                    <m:oMath xmlns:m="http://schemas.openxmlformats.org/officeDocument/2006/math">
                      <m:r>
                        <a:rPr lang="id-ID" sz="1050" i="1">
                          <a:latin typeface="Cambria Math" panose="02040503050406030204" pitchFamily="18" charset="0"/>
                          <a:ea typeface="Calibri" panose="020F0502020204030204" pitchFamily="34" charset="0"/>
                          <a:cs typeface="Arial" panose="020B0604020202020204" pitchFamily="34" charset="0"/>
                        </a:rPr>
                        <m:t>𝐸</m:t>
                      </m:r>
                      <m:d>
                        <m:dPr>
                          <m:ctrlPr>
                            <a:rPr lang="en-US" sz="825" i="1">
                              <a:latin typeface="Cambria Math" panose="02040503050406030204" pitchFamily="18" charset="0"/>
                            </a:rPr>
                          </m:ctrlPr>
                        </m:dPr>
                        <m:e>
                          <m:r>
                            <a:rPr lang="id-ID" sz="1050" i="1">
                              <a:latin typeface="Cambria Math" panose="02040503050406030204" pitchFamily="18" charset="0"/>
                              <a:ea typeface="Calibri" panose="020F0502020204030204" pitchFamily="34" charset="0"/>
                              <a:cs typeface="Arial" panose="020B0604020202020204" pitchFamily="34" charset="0"/>
                            </a:rPr>
                            <m:t>𝐵𝑜𝑛𝑢𝑠</m:t>
                          </m:r>
                        </m:e>
                        <m:e>
                          <m:r>
                            <a:rPr lang="id-ID" sz="1050" i="1">
                              <a:latin typeface="Cambria Math" panose="02040503050406030204" pitchFamily="18" charset="0"/>
                              <a:ea typeface="Calibri" panose="020F0502020204030204" pitchFamily="34" charset="0"/>
                              <a:cs typeface="Arial" panose="020B0604020202020204" pitchFamily="34" charset="0"/>
                            </a:rPr>
                            <m:t>𝑃𝑒𝑙𝑎𝑛𝑔𝑔𝑎𝑟𝑎𝑛</m:t>
                          </m:r>
                          <m:r>
                            <a:rPr lang="id-ID" sz="1050" i="1">
                              <a:latin typeface="Cambria Math" panose="02040503050406030204" pitchFamily="18" charset="0"/>
                              <a:ea typeface="Calibri" panose="020F0502020204030204" pitchFamily="34" charset="0"/>
                              <a:cs typeface="Arial" panose="020B0604020202020204" pitchFamily="34" charset="0"/>
                            </a:rPr>
                            <m:t>=</m:t>
                          </m:r>
                          <m:r>
                            <a:rPr lang="id-ID" sz="1050" i="1">
                              <a:latin typeface="Cambria Math" panose="02040503050406030204" pitchFamily="18" charset="0"/>
                              <a:ea typeface="Calibri" panose="020F0502020204030204" pitchFamily="34" charset="0"/>
                              <a:cs typeface="Arial" panose="020B0604020202020204" pitchFamily="34" charset="0"/>
                            </a:rPr>
                            <m:t>𝐺𝑜𝑜𝑑</m:t>
                          </m:r>
                        </m:e>
                      </m:d>
                      <m:r>
                        <m:rPr>
                          <m:aln/>
                        </m:rPr>
                        <a:rPr lang="id-ID" sz="1050" i="1">
                          <a:latin typeface="Cambria Math" panose="02040503050406030204" pitchFamily="18" charset="0"/>
                          <a:ea typeface="Calibri" panose="020F0502020204030204" pitchFamily="34" charset="0"/>
                          <a:cs typeface="Arial" panose="020B0604020202020204" pitchFamily="34" charset="0"/>
                        </a:rPr>
                        <m:t>=</m:t>
                      </m:r>
                      <m:d>
                        <m:dPr>
                          <m:ctrlPr>
                            <a:rPr lang="en-US" sz="825" i="1">
                              <a:latin typeface="Cambria Math" panose="02040503050406030204" pitchFamily="18" charset="0"/>
                            </a:rPr>
                          </m:ctrlPr>
                        </m:dPr>
                        <m:e>
                          <m:r>
                            <a:rPr lang="id-ID" sz="1050" i="1">
                              <a:latin typeface="Cambria Math" panose="02040503050406030204" pitchFamily="18" charset="0"/>
                              <a:ea typeface="Calibri" panose="020F0502020204030204" pitchFamily="34" charset="0"/>
                              <a:cs typeface="Arial" panose="020B0604020202020204" pitchFamily="34" charset="0"/>
                            </a:rPr>
                            <m:t>−</m:t>
                          </m:r>
                          <m:f>
                            <m:fPr>
                              <m:ctrlPr>
                                <a:rPr lang="en-US" sz="825" i="1">
                                  <a:latin typeface="Cambria Math" panose="02040503050406030204" pitchFamily="18" charset="0"/>
                                </a:rPr>
                              </m:ctrlPr>
                            </m:fPr>
                            <m:num>
                              <m:r>
                                <a:rPr lang="id-ID" sz="1050" i="1">
                                  <a:latin typeface="Cambria Math" panose="02040503050406030204" pitchFamily="18" charset="0"/>
                                  <a:ea typeface="Calibri" panose="020F0502020204030204" pitchFamily="34" charset="0"/>
                                  <a:cs typeface="Arial" panose="020B0604020202020204" pitchFamily="34" charset="0"/>
                                </a:rPr>
                                <m:t>4</m:t>
                              </m:r>
                            </m:num>
                            <m:den>
                              <m:r>
                                <a:rPr lang="id-ID" sz="1050" i="1">
                                  <a:latin typeface="Cambria Math" panose="02040503050406030204" pitchFamily="18" charset="0"/>
                                  <a:ea typeface="Calibri" panose="020F0502020204030204" pitchFamily="34" charset="0"/>
                                  <a:cs typeface="Arial" panose="020B0604020202020204" pitchFamily="34" charset="0"/>
                                </a:rPr>
                                <m:t>6</m:t>
                              </m:r>
                            </m:den>
                          </m:f>
                          <m:r>
                            <a:rPr lang="id-ID" sz="1050" i="1">
                              <a:latin typeface="Cambria Math" panose="02040503050406030204" pitchFamily="18" charset="0"/>
                              <a:ea typeface="Calibri" panose="020F0502020204030204" pitchFamily="34" charset="0"/>
                              <a:cs typeface="Arial" panose="020B0604020202020204" pitchFamily="34" charset="0"/>
                            </a:rPr>
                            <m:t>×</m:t>
                          </m:r>
                          <m:func>
                            <m:funcPr>
                              <m:ctrlPr>
                                <a:rPr lang="en-US" sz="825" i="1">
                                  <a:latin typeface="Cambria Math" panose="02040503050406030204" pitchFamily="18" charset="0"/>
                                </a:rPr>
                              </m:ctrlPr>
                            </m:funcPr>
                            <m:fName>
                              <m:sSub>
                                <m:sSubPr>
                                  <m:ctrlPr>
                                    <a:rPr lang="en-US" sz="825" i="1">
                                      <a:latin typeface="Cambria Math" panose="02040503050406030204" pitchFamily="18" charset="0"/>
                                    </a:rPr>
                                  </m:ctrlPr>
                                </m:sSubPr>
                                <m:e>
                                  <m:r>
                                    <m:rPr>
                                      <m:sty m:val="p"/>
                                    </m:rPr>
                                    <a:rPr lang="id-ID" sz="1050">
                                      <a:latin typeface="Cambria Math" panose="02040503050406030204" pitchFamily="18" charset="0"/>
                                      <a:ea typeface="Calibri" panose="020F0502020204030204" pitchFamily="34" charset="0"/>
                                      <a:cs typeface="Arial" panose="020B0604020202020204" pitchFamily="34" charset="0"/>
                                    </a:rPr>
                                    <m:t>log</m:t>
                                  </m:r>
                                </m:e>
                                <m:sub>
                                  <m:r>
                                    <a:rPr lang="id-ID" sz="10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sz="825" i="1">
                                      <a:latin typeface="Cambria Math" panose="02040503050406030204" pitchFamily="18" charset="0"/>
                                    </a:rPr>
                                  </m:ctrlPr>
                                </m:dPr>
                                <m:e>
                                  <m:f>
                                    <m:fPr>
                                      <m:ctrlPr>
                                        <a:rPr lang="en-US" sz="825" i="1">
                                          <a:latin typeface="Cambria Math" panose="02040503050406030204" pitchFamily="18" charset="0"/>
                                        </a:rPr>
                                      </m:ctrlPr>
                                    </m:fPr>
                                    <m:num>
                                      <m:r>
                                        <a:rPr lang="id-ID" sz="1050" i="1">
                                          <a:latin typeface="Cambria Math" panose="02040503050406030204" pitchFamily="18" charset="0"/>
                                          <a:ea typeface="Calibri" panose="020F0502020204030204" pitchFamily="34" charset="0"/>
                                          <a:cs typeface="Arial" panose="020B0604020202020204" pitchFamily="34" charset="0"/>
                                        </a:rPr>
                                        <m:t>4</m:t>
                                      </m:r>
                                    </m:num>
                                    <m:den>
                                      <m:r>
                                        <a:rPr lang="id-ID" sz="1050" i="1">
                                          <a:latin typeface="Cambria Math" panose="02040503050406030204" pitchFamily="18" charset="0"/>
                                          <a:ea typeface="Calibri" panose="020F0502020204030204" pitchFamily="34" charset="0"/>
                                          <a:cs typeface="Arial" panose="020B0604020202020204" pitchFamily="34" charset="0"/>
                                        </a:rPr>
                                        <m:t>6</m:t>
                                      </m:r>
                                    </m:den>
                                  </m:f>
                                </m:e>
                              </m:d>
                            </m:e>
                          </m:func>
                        </m:e>
                      </m:d>
                      <m:r>
                        <a:rPr lang="id-ID" sz="1050" i="1">
                          <a:latin typeface="Cambria Math" panose="02040503050406030204" pitchFamily="18" charset="0"/>
                          <a:ea typeface="Calibri" panose="020F0502020204030204" pitchFamily="34" charset="0"/>
                          <a:cs typeface="Arial" panose="020B0604020202020204" pitchFamily="34" charset="0"/>
                        </a:rPr>
                        <m:t>+</m:t>
                      </m:r>
                      <m:d>
                        <m:dPr>
                          <m:ctrlPr>
                            <a:rPr lang="en-US" sz="825" i="1">
                              <a:latin typeface="Cambria Math" panose="02040503050406030204" pitchFamily="18" charset="0"/>
                            </a:rPr>
                          </m:ctrlPr>
                        </m:dPr>
                        <m:e>
                          <m:r>
                            <a:rPr lang="id-ID" sz="1050" i="1">
                              <a:latin typeface="Cambria Math" panose="02040503050406030204" pitchFamily="18" charset="0"/>
                              <a:ea typeface="Calibri" panose="020F0502020204030204" pitchFamily="34" charset="0"/>
                              <a:cs typeface="Arial" panose="020B0604020202020204" pitchFamily="34" charset="0"/>
                            </a:rPr>
                            <m:t>−</m:t>
                          </m:r>
                          <m:f>
                            <m:fPr>
                              <m:ctrlPr>
                                <a:rPr lang="en-US" sz="825" i="1">
                                  <a:latin typeface="Cambria Math" panose="02040503050406030204" pitchFamily="18" charset="0"/>
                                </a:rPr>
                              </m:ctrlPr>
                            </m:fPr>
                            <m:num>
                              <m:r>
                                <a:rPr lang="id-ID" sz="1050" i="1">
                                  <a:latin typeface="Cambria Math" panose="02040503050406030204" pitchFamily="18" charset="0"/>
                                  <a:ea typeface="Calibri" panose="020F0502020204030204" pitchFamily="34" charset="0"/>
                                  <a:cs typeface="Arial" panose="020B0604020202020204" pitchFamily="34" charset="0"/>
                                </a:rPr>
                                <m:t>2</m:t>
                              </m:r>
                            </m:num>
                            <m:den>
                              <m:r>
                                <a:rPr lang="id-ID" sz="1050" i="1">
                                  <a:latin typeface="Cambria Math" panose="02040503050406030204" pitchFamily="18" charset="0"/>
                                  <a:ea typeface="Calibri" panose="020F0502020204030204" pitchFamily="34" charset="0"/>
                                  <a:cs typeface="Arial" panose="020B0604020202020204" pitchFamily="34" charset="0"/>
                                </a:rPr>
                                <m:t>6</m:t>
                              </m:r>
                            </m:den>
                          </m:f>
                          <m:r>
                            <a:rPr lang="id-ID" sz="1050" i="1">
                              <a:latin typeface="Cambria Math" panose="02040503050406030204" pitchFamily="18" charset="0"/>
                              <a:ea typeface="Calibri" panose="020F0502020204030204" pitchFamily="34" charset="0"/>
                              <a:cs typeface="Arial" panose="020B0604020202020204" pitchFamily="34" charset="0"/>
                            </a:rPr>
                            <m:t>×</m:t>
                          </m:r>
                          <m:func>
                            <m:funcPr>
                              <m:ctrlPr>
                                <a:rPr lang="en-US" sz="825" i="1">
                                  <a:latin typeface="Cambria Math" panose="02040503050406030204" pitchFamily="18" charset="0"/>
                                </a:rPr>
                              </m:ctrlPr>
                            </m:funcPr>
                            <m:fName>
                              <m:sSub>
                                <m:sSubPr>
                                  <m:ctrlPr>
                                    <a:rPr lang="en-US" sz="825" i="1">
                                      <a:latin typeface="Cambria Math" panose="02040503050406030204" pitchFamily="18" charset="0"/>
                                    </a:rPr>
                                  </m:ctrlPr>
                                </m:sSubPr>
                                <m:e>
                                  <m:r>
                                    <m:rPr>
                                      <m:sty m:val="p"/>
                                    </m:rPr>
                                    <a:rPr lang="id-ID" sz="1050">
                                      <a:latin typeface="Cambria Math" panose="02040503050406030204" pitchFamily="18" charset="0"/>
                                      <a:ea typeface="Calibri" panose="020F0502020204030204" pitchFamily="34" charset="0"/>
                                      <a:cs typeface="Arial" panose="020B0604020202020204" pitchFamily="34" charset="0"/>
                                    </a:rPr>
                                    <m:t>log</m:t>
                                  </m:r>
                                </m:e>
                                <m:sub>
                                  <m:r>
                                    <a:rPr lang="id-ID" sz="10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sz="825" i="1">
                                      <a:latin typeface="Cambria Math" panose="02040503050406030204" pitchFamily="18" charset="0"/>
                                    </a:rPr>
                                  </m:ctrlPr>
                                </m:dPr>
                                <m:e>
                                  <m:f>
                                    <m:fPr>
                                      <m:ctrlPr>
                                        <a:rPr lang="en-US" sz="825" i="1">
                                          <a:latin typeface="Cambria Math" panose="02040503050406030204" pitchFamily="18" charset="0"/>
                                        </a:rPr>
                                      </m:ctrlPr>
                                    </m:fPr>
                                    <m:num>
                                      <m:r>
                                        <a:rPr lang="id-ID" sz="1050" i="1">
                                          <a:latin typeface="Cambria Math" panose="02040503050406030204" pitchFamily="18" charset="0"/>
                                          <a:ea typeface="Calibri" panose="020F0502020204030204" pitchFamily="34" charset="0"/>
                                          <a:cs typeface="Arial" panose="020B0604020202020204" pitchFamily="34" charset="0"/>
                                        </a:rPr>
                                        <m:t>2</m:t>
                                      </m:r>
                                    </m:num>
                                    <m:den>
                                      <m:r>
                                        <a:rPr lang="id-ID" sz="1050" i="1">
                                          <a:latin typeface="Cambria Math" panose="02040503050406030204" pitchFamily="18" charset="0"/>
                                          <a:ea typeface="Calibri" panose="020F0502020204030204" pitchFamily="34" charset="0"/>
                                          <a:cs typeface="Arial" panose="020B0604020202020204" pitchFamily="34" charset="0"/>
                                        </a:rPr>
                                        <m:t>6</m:t>
                                      </m:r>
                                    </m:den>
                                  </m:f>
                                </m:e>
                              </m:d>
                            </m:e>
                          </m:func>
                        </m:e>
                      </m:d>
                      <m:r>
                        <a:rPr lang="id-ID" sz="1050" i="1">
                          <a:latin typeface="Cambria Math" panose="02040503050406030204" pitchFamily="18" charset="0"/>
                          <a:ea typeface="Calibri" panose="020F0502020204030204" pitchFamily="34" charset="0"/>
                          <a:cs typeface="Arial" panose="020B0604020202020204" pitchFamily="34" charset="0"/>
                        </a:rPr>
                        <m:t>≈0.918</m:t>
                      </m:r>
                    </m:oMath>
                    <m:oMath xmlns:m="http://schemas.openxmlformats.org/officeDocument/2006/math">
                      <m:r>
                        <a:rPr lang="id-ID" sz="1050" i="1">
                          <a:latin typeface="Cambria Math" panose="02040503050406030204" pitchFamily="18" charset="0"/>
                          <a:ea typeface="Calibri" panose="020F0502020204030204" pitchFamily="34" charset="0"/>
                          <a:cs typeface="Arial" panose="020B0604020202020204" pitchFamily="34" charset="0"/>
                        </a:rPr>
                        <m:t>𝐸</m:t>
                      </m:r>
                      <m:d>
                        <m:dPr>
                          <m:ctrlPr>
                            <a:rPr lang="en-US" sz="825" i="1">
                              <a:latin typeface="Cambria Math" panose="02040503050406030204" pitchFamily="18" charset="0"/>
                            </a:rPr>
                          </m:ctrlPr>
                        </m:dPr>
                        <m:e>
                          <m:r>
                            <a:rPr lang="id-ID" sz="1050" i="1">
                              <a:latin typeface="Cambria Math" panose="02040503050406030204" pitchFamily="18" charset="0"/>
                              <a:ea typeface="Calibri" panose="020F0502020204030204" pitchFamily="34" charset="0"/>
                              <a:cs typeface="Arial" panose="020B0604020202020204" pitchFamily="34" charset="0"/>
                            </a:rPr>
                            <m:t>𝐵𝑜𝑛𝑢𝑠</m:t>
                          </m:r>
                        </m:e>
                        <m:e>
                          <m:r>
                            <a:rPr lang="id-ID" sz="1050" i="1">
                              <a:latin typeface="Cambria Math" panose="02040503050406030204" pitchFamily="18" charset="0"/>
                              <a:ea typeface="Calibri" panose="020F0502020204030204" pitchFamily="34" charset="0"/>
                              <a:cs typeface="Arial" panose="020B0604020202020204" pitchFamily="34" charset="0"/>
                            </a:rPr>
                            <m:t>𝑃𝑒𝑙𝑎𝑛𝑔𝑔𝑎𝑟𝑎𝑛</m:t>
                          </m:r>
                          <m:r>
                            <a:rPr lang="id-ID" sz="1050" i="1">
                              <a:latin typeface="Cambria Math" panose="02040503050406030204" pitchFamily="18" charset="0"/>
                              <a:ea typeface="Calibri" panose="020F0502020204030204" pitchFamily="34" charset="0"/>
                              <a:cs typeface="Arial" panose="020B0604020202020204" pitchFamily="34" charset="0"/>
                            </a:rPr>
                            <m:t>=</m:t>
                          </m:r>
                          <m:r>
                            <a:rPr lang="id-ID" sz="1050" i="1">
                              <a:latin typeface="Cambria Math" panose="02040503050406030204" pitchFamily="18" charset="0"/>
                              <a:ea typeface="Calibri" panose="020F0502020204030204" pitchFamily="34" charset="0"/>
                              <a:cs typeface="Arial" panose="020B0604020202020204" pitchFamily="34" charset="0"/>
                            </a:rPr>
                            <m:t>𝑃𝑜𝑜𝑟</m:t>
                          </m:r>
                        </m:e>
                      </m:d>
                      <m:r>
                        <m:rPr>
                          <m:aln/>
                        </m:rPr>
                        <a:rPr lang="id-ID" sz="1050" i="1">
                          <a:latin typeface="Cambria Math" panose="02040503050406030204" pitchFamily="18" charset="0"/>
                          <a:ea typeface="Calibri" panose="020F0502020204030204" pitchFamily="34" charset="0"/>
                          <a:cs typeface="Arial" panose="020B0604020202020204" pitchFamily="34" charset="0"/>
                        </a:rPr>
                        <m:t>=</m:t>
                      </m:r>
                      <m:d>
                        <m:dPr>
                          <m:ctrlPr>
                            <a:rPr lang="en-US" sz="825" i="1">
                              <a:latin typeface="Cambria Math" panose="02040503050406030204" pitchFamily="18" charset="0"/>
                            </a:rPr>
                          </m:ctrlPr>
                        </m:dPr>
                        <m:e>
                          <m:r>
                            <a:rPr lang="id-ID" sz="1050" i="1">
                              <a:latin typeface="Cambria Math" panose="02040503050406030204" pitchFamily="18" charset="0"/>
                              <a:ea typeface="Calibri" panose="020F0502020204030204" pitchFamily="34" charset="0"/>
                              <a:cs typeface="Arial" panose="020B0604020202020204" pitchFamily="34" charset="0"/>
                            </a:rPr>
                            <m:t>−0×</m:t>
                          </m:r>
                          <m:func>
                            <m:funcPr>
                              <m:ctrlPr>
                                <a:rPr lang="en-US" sz="825" i="1">
                                  <a:latin typeface="Cambria Math" panose="02040503050406030204" pitchFamily="18" charset="0"/>
                                </a:rPr>
                              </m:ctrlPr>
                            </m:funcPr>
                            <m:fName>
                              <m:sSub>
                                <m:sSubPr>
                                  <m:ctrlPr>
                                    <a:rPr lang="en-US" sz="825" i="1">
                                      <a:latin typeface="Cambria Math" panose="02040503050406030204" pitchFamily="18" charset="0"/>
                                    </a:rPr>
                                  </m:ctrlPr>
                                </m:sSubPr>
                                <m:e>
                                  <m:r>
                                    <m:rPr>
                                      <m:sty m:val="p"/>
                                    </m:rPr>
                                    <a:rPr lang="id-ID" sz="1050">
                                      <a:latin typeface="Cambria Math" panose="02040503050406030204" pitchFamily="18" charset="0"/>
                                      <a:ea typeface="Calibri" panose="020F0502020204030204" pitchFamily="34" charset="0"/>
                                      <a:cs typeface="Arial" panose="020B0604020202020204" pitchFamily="34" charset="0"/>
                                    </a:rPr>
                                    <m:t>log</m:t>
                                  </m:r>
                                </m:e>
                                <m:sub>
                                  <m:r>
                                    <a:rPr lang="id-ID" sz="10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sz="825" i="1">
                                      <a:latin typeface="Cambria Math" panose="02040503050406030204" pitchFamily="18" charset="0"/>
                                    </a:rPr>
                                  </m:ctrlPr>
                                </m:dPr>
                                <m:e>
                                  <m:r>
                                    <a:rPr lang="id-ID" sz="1050" i="1">
                                      <a:latin typeface="Cambria Math" panose="02040503050406030204" pitchFamily="18" charset="0"/>
                                      <a:ea typeface="Calibri" panose="020F0502020204030204" pitchFamily="34" charset="0"/>
                                      <a:cs typeface="Arial" panose="020B0604020202020204" pitchFamily="34" charset="0"/>
                                    </a:rPr>
                                    <m:t>0</m:t>
                                  </m:r>
                                </m:e>
                              </m:d>
                            </m:e>
                          </m:func>
                        </m:e>
                      </m:d>
                      <m:r>
                        <a:rPr lang="id-ID" sz="1050" i="1">
                          <a:latin typeface="Cambria Math" panose="02040503050406030204" pitchFamily="18" charset="0"/>
                          <a:ea typeface="Calibri" panose="020F0502020204030204" pitchFamily="34" charset="0"/>
                          <a:cs typeface="Arial" panose="020B0604020202020204" pitchFamily="34" charset="0"/>
                        </a:rPr>
                        <m:t>+</m:t>
                      </m:r>
                      <m:d>
                        <m:dPr>
                          <m:ctrlPr>
                            <a:rPr lang="en-US" sz="825" i="1">
                              <a:latin typeface="Cambria Math" panose="02040503050406030204" pitchFamily="18" charset="0"/>
                            </a:rPr>
                          </m:ctrlPr>
                        </m:dPr>
                        <m:e>
                          <m:r>
                            <a:rPr lang="id-ID" sz="1050" i="1">
                              <a:latin typeface="Cambria Math" panose="02040503050406030204" pitchFamily="18" charset="0"/>
                              <a:ea typeface="Calibri" panose="020F0502020204030204" pitchFamily="34" charset="0"/>
                              <a:cs typeface="Arial" panose="020B0604020202020204" pitchFamily="34" charset="0"/>
                            </a:rPr>
                            <m:t>−</m:t>
                          </m:r>
                          <m:f>
                            <m:fPr>
                              <m:ctrlPr>
                                <a:rPr lang="en-US" sz="825" i="1">
                                  <a:latin typeface="Cambria Math" panose="02040503050406030204" pitchFamily="18" charset="0"/>
                                </a:rPr>
                              </m:ctrlPr>
                            </m:fPr>
                            <m:num>
                              <m:r>
                                <a:rPr lang="id-ID" sz="1050" i="1">
                                  <a:latin typeface="Cambria Math" panose="02040503050406030204" pitchFamily="18" charset="0"/>
                                  <a:ea typeface="Calibri" panose="020F0502020204030204" pitchFamily="34" charset="0"/>
                                  <a:cs typeface="Arial" panose="020B0604020202020204" pitchFamily="34" charset="0"/>
                                </a:rPr>
                                <m:t>4</m:t>
                              </m:r>
                            </m:num>
                            <m:den>
                              <m:r>
                                <a:rPr lang="id-ID" sz="1050" i="1">
                                  <a:latin typeface="Cambria Math" panose="02040503050406030204" pitchFamily="18" charset="0"/>
                                  <a:ea typeface="Calibri" panose="020F0502020204030204" pitchFamily="34" charset="0"/>
                                  <a:cs typeface="Arial" panose="020B0604020202020204" pitchFamily="34" charset="0"/>
                                </a:rPr>
                                <m:t>4</m:t>
                              </m:r>
                            </m:den>
                          </m:f>
                          <m:r>
                            <a:rPr lang="id-ID" sz="1050" i="1">
                              <a:latin typeface="Cambria Math" panose="02040503050406030204" pitchFamily="18" charset="0"/>
                              <a:ea typeface="Calibri" panose="020F0502020204030204" pitchFamily="34" charset="0"/>
                              <a:cs typeface="Arial" panose="020B0604020202020204" pitchFamily="34" charset="0"/>
                            </a:rPr>
                            <m:t>×</m:t>
                          </m:r>
                          <m:func>
                            <m:funcPr>
                              <m:ctrlPr>
                                <a:rPr lang="en-US" sz="825" i="1">
                                  <a:latin typeface="Cambria Math" panose="02040503050406030204" pitchFamily="18" charset="0"/>
                                </a:rPr>
                              </m:ctrlPr>
                            </m:funcPr>
                            <m:fName>
                              <m:sSub>
                                <m:sSubPr>
                                  <m:ctrlPr>
                                    <a:rPr lang="en-US" sz="825" i="1">
                                      <a:latin typeface="Cambria Math" panose="02040503050406030204" pitchFamily="18" charset="0"/>
                                    </a:rPr>
                                  </m:ctrlPr>
                                </m:sSubPr>
                                <m:e>
                                  <m:r>
                                    <m:rPr>
                                      <m:sty m:val="p"/>
                                    </m:rPr>
                                    <a:rPr lang="id-ID" sz="1050">
                                      <a:latin typeface="Cambria Math" panose="02040503050406030204" pitchFamily="18" charset="0"/>
                                      <a:ea typeface="Calibri" panose="020F0502020204030204" pitchFamily="34" charset="0"/>
                                      <a:cs typeface="Arial" panose="020B0604020202020204" pitchFamily="34" charset="0"/>
                                    </a:rPr>
                                    <m:t>log</m:t>
                                  </m:r>
                                </m:e>
                                <m:sub>
                                  <m:r>
                                    <a:rPr lang="id-ID" sz="10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sz="825" i="1">
                                      <a:latin typeface="Cambria Math" panose="02040503050406030204" pitchFamily="18" charset="0"/>
                                    </a:rPr>
                                  </m:ctrlPr>
                                </m:dPr>
                                <m:e>
                                  <m:f>
                                    <m:fPr>
                                      <m:ctrlPr>
                                        <a:rPr lang="en-US" sz="825" i="1">
                                          <a:latin typeface="Cambria Math" panose="02040503050406030204" pitchFamily="18" charset="0"/>
                                        </a:rPr>
                                      </m:ctrlPr>
                                    </m:fPr>
                                    <m:num>
                                      <m:r>
                                        <a:rPr lang="id-ID" sz="1050" i="1">
                                          <a:latin typeface="Cambria Math" panose="02040503050406030204" pitchFamily="18" charset="0"/>
                                          <a:ea typeface="Calibri" panose="020F0502020204030204" pitchFamily="34" charset="0"/>
                                          <a:cs typeface="Arial" panose="020B0604020202020204" pitchFamily="34" charset="0"/>
                                        </a:rPr>
                                        <m:t>4</m:t>
                                      </m:r>
                                    </m:num>
                                    <m:den>
                                      <m:r>
                                        <a:rPr lang="id-ID" sz="1050" i="1">
                                          <a:latin typeface="Cambria Math" panose="02040503050406030204" pitchFamily="18" charset="0"/>
                                          <a:ea typeface="Calibri" panose="020F0502020204030204" pitchFamily="34" charset="0"/>
                                          <a:cs typeface="Arial" panose="020B0604020202020204" pitchFamily="34" charset="0"/>
                                        </a:rPr>
                                        <m:t>4</m:t>
                                      </m:r>
                                    </m:den>
                                  </m:f>
                                </m:e>
                              </m:d>
                            </m:e>
                          </m:func>
                        </m:e>
                      </m:d>
                      <m:r>
                        <a:rPr lang="id-ID" sz="1050" i="1">
                          <a:latin typeface="Cambria Math" panose="02040503050406030204" pitchFamily="18" charset="0"/>
                          <a:ea typeface="Calibri" panose="020F0502020204030204" pitchFamily="34" charset="0"/>
                          <a:cs typeface="Arial" panose="020B0604020202020204" pitchFamily="34" charset="0"/>
                        </a:rPr>
                        <m:t>=0</m:t>
                      </m:r>
                    </m:oMath>
                  </m:oMathPara>
                </a14:m>
                <a:endParaRPr lang="id-ID" sz="1050" dirty="0">
                  <a:latin typeface="+mj-lt"/>
                  <a:ea typeface="Calibri" panose="020F0502020204030204" pitchFamily="34" charset="0"/>
                  <a:cs typeface="Arial" panose="020B0604020202020204" pitchFamily="34" charset="0"/>
                </a:endParaRPr>
              </a:p>
              <a:p>
                <a:pPr>
                  <a:lnSpc>
                    <a:spcPct val="107000"/>
                  </a:lnSpc>
                  <a:spcBef>
                    <a:spcPts val="0"/>
                  </a:spcBef>
                </a:pPr>
                <a:r>
                  <a:rPr lang="id-ID" sz="1050" dirty="0">
                    <a:latin typeface="+mj-lt"/>
                    <a:ea typeface="Calibri" panose="020F0502020204030204" pitchFamily="34" charset="0"/>
                    <a:cs typeface="Arial" panose="020B0604020202020204" pitchFamily="34" charset="0"/>
                  </a:rPr>
                  <a:t>Didapatkan </a:t>
                </a:r>
                <a:r>
                  <a:rPr lang="id-ID" sz="1050" dirty="0" err="1">
                    <a:latin typeface="+mj-lt"/>
                    <a:ea typeface="Calibri" panose="020F0502020204030204" pitchFamily="34" charset="0"/>
                    <a:cs typeface="Arial" panose="020B0604020202020204" pitchFamily="34" charset="0"/>
                  </a:rPr>
                  <a:t>weighting</a:t>
                </a:r>
                <a:r>
                  <a:rPr lang="id-ID" sz="1050" dirty="0">
                    <a:latin typeface="+mj-lt"/>
                    <a:ea typeface="Calibri" panose="020F0502020204030204" pitchFamily="34" charset="0"/>
                    <a:cs typeface="Arial" panose="020B0604020202020204" pitchFamily="34" charset="0"/>
                  </a:rPr>
                  <a:t> </a:t>
                </a:r>
                <a:r>
                  <a:rPr lang="id-ID" sz="1050" dirty="0" err="1">
                    <a:latin typeface="+mj-lt"/>
                    <a:ea typeface="Calibri" panose="020F0502020204030204" pitchFamily="34" charset="0"/>
                    <a:cs typeface="Arial" panose="020B0604020202020204" pitchFamily="34" charset="0"/>
                  </a:rPr>
                  <a:t>average</a:t>
                </a:r>
                <a:r>
                  <a:rPr lang="id-ID" sz="1050" dirty="0">
                    <a:latin typeface="+mj-lt"/>
                    <a:ea typeface="Calibri" panose="020F0502020204030204" pitchFamily="34" charset="0"/>
                    <a:cs typeface="Arial" panose="020B0604020202020204" pitchFamily="34" charset="0"/>
                  </a:rPr>
                  <a:t> atribut Pelanggaran:</a:t>
                </a:r>
              </a:p>
              <a:p>
                <a:pPr marL="0" indent="0">
                  <a:lnSpc>
                    <a:spcPct val="107000"/>
                  </a:lnSpc>
                  <a:spcBef>
                    <a:spcPts val="0"/>
                  </a:spcBef>
                  <a:buNone/>
                </a:pPr>
                <a14:m>
                  <m:oMathPara xmlns:m="http://schemas.openxmlformats.org/officeDocument/2006/math">
                    <m:oMathParaPr>
                      <m:jc m:val="centerGroup"/>
                    </m:oMathParaPr>
                    <m:oMath xmlns:m="http://schemas.openxmlformats.org/officeDocument/2006/math">
                      <m:r>
                        <a:rPr lang="id-ID" sz="1050" i="1">
                          <a:latin typeface="Cambria Math" panose="02040503050406030204" pitchFamily="18" charset="0"/>
                          <a:ea typeface="Calibri" panose="020F0502020204030204" pitchFamily="34" charset="0"/>
                          <a:cs typeface="Arial" panose="020B0604020202020204" pitchFamily="34" charset="0"/>
                        </a:rPr>
                        <m:t>𝐸</m:t>
                      </m:r>
                      <m:d>
                        <m:dPr>
                          <m:ctrlPr>
                            <a:rPr lang="en-US" sz="788" i="1">
                              <a:latin typeface="Cambria Math" panose="02040503050406030204" pitchFamily="18" charset="0"/>
                            </a:rPr>
                          </m:ctrlPr>
                        </m:dPr>
                        <m:e>
                          <m:r>
                            <a:rPr lang="id-ID" sz="1050" i="1">
                              <a:latin typeface="Cambria Math" panose="02040503050406030204" pitchFamily="18" charset="0"/>
                              <a:ea typeface="Calibri" panose="020F0502020204030204" pitchFamily="34" charset="0"/>
                              <a:cs typeface="Arial" panose="020B0604020202020204" pitchFamily="34" charset="0"/>
                            </a:rPr>
                            <m:t>𝐵𝑜𝑛𝑢𝑠</m:t>
                          </m:r>
                        </m:e>
                        <m:e>
                          <m:r>
                            <a:rPr lang="id-ID" sz="1050" i="1">
                              <a:latin typeface="Cambria Math" panose="02040503050406030204" pitchFamily="18" charset="0"/>
                              <a:ea typeface="Calibri" panose="020F0502020204030204" pitchFamily="34" charset="0"/>
                              <a:cs typeface="Arial" panose="020B0604020202020204" pitchFamily="34" charset="0"/>
                            </a:rPr>
                            <m:t>𝑃𝑒𝑙𝑎𝑛𝑔𝑔𝑎𝑟𝑎𝑛</m:t>
                          </m:r>
                        </m:e>
                      </m:d>
                      <m:r>
                        <a:rPr lang="id-ID" sz="1050" i="1">
                          <a:latin typeface="Cambria Math" panose="02040503050406030204" pitchFamily="18" charset="0"/>
                          <a:ea typeface="Calibri" panose="020F0502020204030204" pitchFamily="34" charset="0"/>
                          <a:cs typeface="Arial" panose="020B0604020202020204" pitchFamily="34" charset="0"/>
                        </a:rPr>
                        <m:t>=</m:t>
                      </m:r>
                      <m:d>
                        <m:dPr>
                          <m:ctrlPr>
                            <a:rPr lang="en-US" sz="788" i="1">
                              <a:latin typeface="Cambria Math" panose="02040503050406030204" pitchFamily="18" charset="0"/>
                            </a:rPr>
                          </m:ctrlPr>
                        </m:dPr>
                        <m:e>
                          <m:d>
                            <m:dPr>
                              <m:ctrlPr>
                                <a:rPr lang="en-US" sz="788" i="1">
                                  <a:latin typeface="Cambria Math" panose="02040503050406030204" pitchFamily="18" charset="0"/>
                                </a:rPr>
                              </m:ctrlPr>
                            </m:dPr>
                            <m:e>
                              <m:f>
                                <m:fPr>
                                  <m:ctrlPr>
                                    <a:rPr lang="en-US" sz="788" i="1">
                                      <a:latin typeface="Cambria Math" panose="02040503050406030204" pitchFamily="18" charset="0"/>
                                    </a:rPr>
                                  </m:ctrlPr>
                                </m:fPr>
                                <m:num>
                                  <m:r>
                                    <a:rPr lang="id-ID" sz="1050" i="1">
                                      <a:latin typeface="Cambria Math" panose="02040503050406030204" pitchFamily="18" charset="0"/>
                                      <a:ea typeface="Calibri" panose="020F0502020204030204" pitchFamily="34" charset="0"/>
                                      <a:cs typeface="Arial" panose="020B0604020202020204" pitchFamily="34" charset="0"/>
                                    </a:rPr>
                                    <m:t>4</m:t>
                                  </m:r>
                                </m:num>
                                <m:den>
                                  <m:r>
                                    <a:rPr lang="id-ID" sz="1050" i="1">
                                      <a:latin typeface="Cambria Math" panose="02040503050406030204" pitchFamily="18" charset="0"/>
                                      <a:ea typeface="Calibri" panose="020F0502020204030204" pitchFamily="34" charset="0"/>
                                      <a:cs typeface="Arial" panose="020B0604020202020204" pitchFamily="34" charset="0"/>
                                    </a:rPr>
                                    <m:t>14</m:t>
                                  </m:r>
                                </m:den>
                              </m:f>
                              <m:r>
                                <a:rPr lang="id-ID" sz="1050" i="1">
                                  <a:latin typeface="Cambria Math" panose="02040503050406030204" pitchFamily="18" charset="0"/>
                                  <a:ea typeface="Calibri" panose="020F0502020204030204" pitchFamily="34" charset="0"/>
                                  <a:cs typeface="Arial" panose="020B0604020202020204" pitchFamily="34" charset="0"/>
                                </a:rPr>
                                <m:t>×0.811</m:t>
                              </m:r>
                            </m:e>
                          </m:d>
                          <m:r>
                            <a:rPr lang="id-ID" sz="1050" i="1">
                              <a:latin typeface="Cambria Math" panose="02040503050406030204" pitchFamily="18" charset="0"/>
                              <a:ea typeface="Calibri" panose="020F0502020204030204" pitchFamily="34" charset="0"/>
                              <a:cs typeface="Arial" panose="020B0604020202020204" pitchFamily="34" charset="0"/>
                            </a:rPr>
                            <m:t>+</m:t>
                          </m:r>
                          <m:d>
                            <m:dPr>
                              <m:ctrlPr>
                                <a:rPr lang="en-US" sz="788" i="1">
                                  <a:latin typeface="Cambria Math" panose="02040503050406030204" pitchFamily="18" charset="0"/>
                                </a:rPr>
                              </m:ctrlPr>
                            </m:dPr>
                            <m:e>
                              <m:f>
                                <m:fPr>
                                  <m:ctrlPr>
                                    <a:rPr lang="en-US" sz="788" i="1">
                                      <a:latin typeface="Cambria Math" panose="02040503050406030204" pitchFamily="18" charset="0"/>
                                    </a:rPr>
                                  </m:ctrlPr>
                                </m:fPr>
                                <m:num>
                                  <m:r>
                                    <a:rPr lang="id-ID" sz="1050" i="1">
                                      <a:latin typeface="Cambria Math" panose="02040503050406030204" pitchFamily="18" charset="0"/>
                                      <a:ea typeface="Calibri" panose="020F0502020204030204" pitchFamily="34" charset="0"/>
                                      <a:cs typeface="Arial" panose="020B0604020202020204" pitchFamily="34" charset="0"/>
                                    </a:rPr>
                                    <m:t>6</m:t>
                                  </m:r>
                                </m:num>
                                <m:den>
                                  <m:r>
                                    <a:rPr lang="id-ID" sz="1050" i="1">
                                      <a:latin typeface="Cambria Math" panose="02040503050406030204" pitchFamily="18" charset="0"/>
                                      <a:ea typeface="Calibri" panose="020F0502020204030204" pitchFamily="34" charset="0"/>
                                      <a:cs typeface="Arial" panose="020B0604020202020204" pitchFamily="34" charset="0"/>
                                    </a:rPr>
                                    <m:t>14</m:t>
                                  </m:r>
                                </m:den>
                              </m:f>
                              <m:r>
                                <a:rPr lang="id-ID" sz="1050" i="1">
                                  <a:latin typeface="Cambria Math" panose="02040503050406030204" pitchFamily="18" charset="0"/>
                                  <a:ea typeface="Calibri" panose="020F0502020204030204" pitchFamily="34" charset="0"/>
                                  <a:cs typeface="Arial" panose="020B0604020202020204" pitchFamily="34" charset="0"/>
                                </a:rPr>
                                <m:t>×0.918</m:t>
                              </m:r>
                            </m:e>
                          </m:d>
                          <m:r>
                            <a:rPr lang="id-ID" sz="1050" i="1">
                              <a:latin typeface="Cambria Math" panose="02040503050406030204" pitchFamily="18" charset="0"/>
                              <a:ea typeface="Calibri" panose="020F0502020204030204" pitchFamily="34" charset="0"/>
                              <a:cs typeface="Arial" panose="020B0604020202020204" pitchFamily="34" charset="0"/>
                            </a:rPr>
                            <m:t>+</m:t>
                          </m:r>
                          <m:d>
                            <m:dPr>
                              <m:ctrlPr>
                                <a:rPr lang="en-US" sz="788" i="1">
                                  <a:latin typeface="Cambria Math" panose="02040503050406030204" pitchFamily="18" charset="0"/>
                                </a:rPr>
                              </m:ctrlPr>
                            </m:dPr>
                            <m:e>
                              <m:f>
                                <m:fPr>
                                  <m:ctrlPr>
                                    <a:rPr lang="en-US" sz="788" i="1">
                                      <a:latin typeface="Cambria Math" panose="02040503050406030204" pitchFamily="18" charset="0"/>
                                    </a:rPr>
                                  </m:ctrlPr>
                                </m:fPr>
                                <m:num>
                                  <m:r>
                                    <a:rPr lang="id-ID" sz="1050" i="1">
                                      <a:latin typeface="Cambria Math" panose="02040503050406030204" pitchFamily="18" charset="0"/>
                                      <a:ea typeface="Calibri" panose="020F0502020204030204" pitchFamily="34" charset="0"/>
                                      <a:cs typeface="Arial" panose="020B0604020202020204" pitchFamily="34" charset="0"/>
                                    </a:rPr>
                                    <m:t>4</m:t>
                                  </m:r>
                                </m:num>
                                <m:den>
                                  <m:r>
                                    <a:rPr lang="id-ID" sz="1050" i="1">
                                      <a:latin typeface="Cambria Math" panose="02040503050406030204" pitchFamily="18" charset="0"/>
                                      <a:ea typeface="Calibri" panose="020F0502020204030204" pitchFamily="34" charset="0"/>
                                      <a:cs typeface="Arial" panose="020B0604020202020204" pitchFamily="34" charset="0"/>
                                    </a:rPr>
                                    <m:t>14</m:t>
                                  </m:r>
                                </m:den>
                              </m:f>
                              <m:r>
                                <a:rPr lang="id-ID" sz="1050" i="1">
                                  <a:latin typeface="Cambria Math" panose="02040503050406030204" pitchFamily="18" charset="0"/>
                                  <a:ea typeface="Calibri" panose="020F0502020204030204" pitchFamily="34" charset="0"/>
                                  <a:cs typeface="Arial" panose="020B0604020202020204" pitchFamily="34" charset="0"/>
                                </a:rPr>
                                <m:t>×0</m:t>
                              </m:r>
                            </m:e>
                          </m:d>
                        </m:e>
                      </m:d>
                      <m:r>
                        <a:rPr lang="id-ID" sz="1050" i="1">
                          <a:latin typeface="Cambria Math" panose="02040503050406030204" pitchFamily="18" charset="0"/>
                          <a:ea typeface="Calibri" panose="020F0502020204030204" pitchFamily="34" charset="0"/>
                          <a:cs typeface="Arial" panose="020B0604020202020204" pitchFamily="34" charset="0"/>
                        </a:rPr>
                        <m:t>=0.625</m:t>
                      </m:r>
                    </m:oMath>
                  </m:oMathPara>
                </a14:m>
                <a:endParaRPr lang="en-US" sz="900" dirty="0">
                  <a:latin typeface="+mj-lt"/>
                  <a:ea typeface="Calibri" panose="020F0502020204030204" pitchFamily="34" charset="0"/>
                  <a:cs typeface="Arial" panose="020B0604020202020204" pitchFamily="34" charset="0"/>
                </a:endParaRPr>
              </a:p>
            </p:txBody>
          </p:sp>
        </mc:Choice>
        <mc:Fallback xmlns="">
          <p:sp>
            <p:nvSpPr>
              <p:cNvPr id="3" name="Tampungan Konten 2">
                <a:extLst>
                  <a:ext uri="{FF2B5EF4-FFF2-40B4-BE49-F238E27FC236}">
                    <a16:creationId xmlns:a16="http://schemas.microsoft.com/office/drawing/2014/main" id="{A6DAA176-9D99-407D-A630-923FDF976A14}"/>
                  </a:ext>
                </a:extLst>
              </p:cNvPr>
              <p:cNvSpPr>
                <a:spLocks noGrp="1" noRot="1" noChangeAspect="1" noMove="1" noResize="1" noEditPoints="1" noAdjustHandles="1" noChangeArrowheads="1" noChangeShapeType="1" noTextEdit="1"/>
              </p:cNvSpPr>
              <p:nvPr>
                <p:ph idx="1"/>
              </p:nvPr>
            </p:nvSpPr>
            <p:spPr>
              <a:xfrm>
                <a:off x="471488" y="1087582"/>
                <a:ext cx="5915025" cy="3463637"/>
              </a:xfrm>
              <a:blipFill>
                <a:blip r:embed="rId2"/>
                <a:stretch>
                  <a:fillRect/>
                </a:stretch>
              </a:blipFill>
            </p:spPr>
            <p:txBody>
              <a:bodyPr/>
              <a:lstStyle/>
              <a:p>
                <a:r>
                  <a:rPr lang="en-US">
                    <a:noFill/>
                  </a:rPr>
                  <a:t> </a:t>
                </a:r>
              </a:p>
            </p:txBody>
          </p:sp>
        </mc:Fallback>
      </mc:AlternateContent>
      <p:graphicFrame>
        <p:nvGraphicFramePr>
          <p:cNvPr id="5" name="Tabel 4">
            <a:extLst>
              <a:ext uri="{FF2B5EF4-FFF2-40B4-BE49-F238E27FC236}">
                <a16:creationId xmlns:a16="http://schemas.microsoft.com/office/drawing/2014/main" id="{8BDE3EA3-85FE-4E4B-A0F3-A770ADDEC514}"/>
              </a:ext>
            </a:extLst>
          </p:cNvPr>
          <p:cNvGraphicFramePr>
            <a:graphicFrameLocks noGrp="1"/>
          </p:cNvGraphicFramePr>
          <p:nvPr/>
        </p:nvGraphicFramePr>
        <p:xfrm>
          <a:off x="2205784" y="3820335"/>
          <a:ext cx="2446433" cy="1049322"/>
        </p:xfrm>
        <a:graphic>
          <a:graphicData uri="http://schemas.openxmlformats.org/drawingml/2006/table">
            <a:tbl>
              <a:tblPr firstRow="1" firstCol="1" bandRow="1">
                <a:tableStyleId>{5C22544A-7EE6-4342-B048-85BDC9FD1C3A}</a:tableStyleId>
              </a:tblPr>
              <a:tblGrid>
                <a:gridCol w="899887">
                  <a:extLst>
                    <a:ext uri="{9D8B030D-6E8A-4147-A177-3AD203B41FA5}">
                      <a16:colId xmlns:a16="http://schemas.microsoft.com/office/drawing/2014/main" val="1829874415"/>
                    </a:ext>
                  </a:extLst>
                </a:gridCol>
                <a:gridCol w="612689">
                  <a:extLst>
                    <a:ext uri="{9D8B030D-6E8A-4147-A177-3AD203B41FA5}">
                      <a16:colId xmlns:a16="http://schemas.microsoft.com/office/drawing/2014/main" val="3967686127"/>
                    </a:ext>
                  </a:extLst>
                </a:gridCol>
                <a:gridCol w="452723">
                  <a:extLst>
                    <a:ext uri="{9D8B030D-6E8A-4147-A177-3AD203B41FA5}">
                      <a16:colId xmlns:a16="http://schemas.microsoft.com/office/drawing/2014/main" val="1296889920"/>
                    </a:ext>
                  </a:extLst>
                </a:gridCol>
                <a:gridCol w="481134">
                  <a:extLst>
                    <a:ext uri="{9D8B030D-6E8A-4147-A177-3AD203B41FA5}">
                      <a16:colId xmlns:a16="http://schemas.microsoft.com/office/drawing/2014/main" val="460984878"/>
                    </a:ext>
                  </a:extLst>
                </a:gridCol>
              </a:tblGrid>
              <a:tr h="174887">
                <a:tc>
                  <a:txBody>
                    <a:bodyPr/>
                    <a:lstStyle/>
                    <a:p>
                      <a:pPr marL="0" marR="0" algn="ctr">
                        <a:lnSpc>
                          <a:spcPct val="107000"/>
                        </a:lnSpc>
                        <a:spcBef>
                          <a:spcPts val="0"/>
                        </a:spcBef>
                        <a:spcAft>
                          <a:spcPts val="0"/>
                        </a:spcAft>
                      </a:pPr>
                      <a:r>
                        <a:rPr lang="id-ID" sz="800">
                          <a:effectLst/>
                        </a:rPr>
                        <a:t>Pelanggaran</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gridSpan="3">
                  <a:txBody>
                    <a:bodyPr/>
                    <a:lstStyle/>
                    <a:p>
                      <a:pPr marL="0" marR="0" algn="ctr">
                        <a:lnSpc>
                          <a:spcPct val="107000"/>
                        </a:lnSpc>
                        <a:spcBef>
                          <a:spcPts val="0"/>
                        </a:spcBef>
                        <a:spcAft>
                          <a:spcPts val="0"/>
                        </a:spcAft>
                      </a:pPr>
                      <a:r>
                        <a:rPr lang="id-ID" sz="800" dirty="0">
                          <a:effectLst/>
                        </a:rPr>
                        <a:t>Bonus</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30271018"/>
                  </a:ext>
                </a:extLst>
              </a:tr>
              <a:tr h="174887">
                <a:tc>
                  <a:txBody>
                    <a:bodyPr/>
                    <a:lstStyle/>
                    <a:p>
                      <a:pPr marL="0" marR="0" algn="ctr">
                        <a:lnSpc>
                          <a:spcPct val="107000"/>
                        </a:lnSpc>
                        <a:spcBef>
                          <a:spcPts val="0"/>
                        </a:spcBef>
                        <a:spcAft>
                          <a:spcPts val="0"/>
                        </a:spcAft>
                      </a:pPr>
                      <a:r>
                        <a:rPr lang="id-ID" sz="800">
                          <a:effectLst/>
                        </a:rPr>
                        <a:t> </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Normal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High</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Total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904433592"/>
                  </a:ext>
                </a:extLst>
              </a:tr>
              <a:tr h="174887">
                <a:tc>
                  <a:txBody>
                    <a:bodyPr/>
                    <a:lstStyle/>
                    <a:p>
                      <a:pPr marL="0" marR="0" algn="ctr">
                        <a:lnSpc>
                          <a:spcPct val="107000"/>
                        </a:lnSpc>
                        <a:spcBef>
                          <a:spcPts val="0"/>
                        </a:spcBef>
                        <a:spcAft>
                          <a:spcPts val="0"/>
                        </a:spcAft>
                      </a:pPr>
                      <a:r>
                        <a:rPr lang="id-ID" sz="800">
                          <a:effectLst/>
                        </a:rPr>
                        <a:t>Excellent</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3</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dirty="0">
                          <a:effectLst/>
                        </a:rPr>
                        <a:t>1</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3568131228"/>
                  </a:ext>
                </a:extLst>
              </a:tr>
              <a:tr h="174887">
                <a:tc>
                  <a:txBody>
                    <a:bodyPr/>
                    <a:lstStyle/>
                    <a:p>
                      <a:pPr marL="0" marR="0" algn="ctr">
                        <a:lnSpc>
                          <a:spcPct val="107000"/>
                        </a:lnSpc>
                        <a:spcBef>
                          <a:spcPts val="0"/>
                        </a:spcBef>
                        <a:spcAft>
                          <a:spcPts val="0"/>
                        </a:spcAft>
                      </a:pPr>
                      <a:r>
                        <a:rPr lang="id-ID" sz="800">
                          <a:effectLst/>
                        </a:rPr>
                        <a:t>Good</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2</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6</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4055184638"/>
                  </a:ext>
                </a:extLst>
              </a:tr>
              <a:tr h="174887">
                <a:tc>
                  <a:txBody>
                    <a:bodyPr/>
                    <a:lstStyle/>
                    <a:p>
                      <a:pPr marL="0" marR="0" algn="ctr">
                        <a:lnSpc>
                          <a:spcPct val="107000"/>
                        </a:lnSpc>
                        <a:spcBef>
                          <a:spcPts val="0"/>
                        </a:spcBef>
                        <a:spcAft>
                          <a:spcPts val="0"/>
                        </a:spcAft>
                      </a:pPr>
                      <a:r>
                        <a:rPr lang="id-ID" sz="800">
                          <a:effectLst/>
                        </a:rPr>
                        <a:t>Poor</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286382642"/>
                  </a:ext>
                </a:extLst>
              </a:tr>
              <a:tr h="174887">
                <a:tc>
                  <a:txBody>
                    <a:bodyPr/>
                    <a:lstStyle/>
                    <a:p>
                      <a:pPr marL="0" marR="0" algn="ctr">
                        <a:lnSpc>
                          <a:spcPct val="107000"/>
                        </a:lnSpc>
                        <a:spcBef>
                          <a:spcPts val="0"/>
                        </a:spcBef>
                        <a:spcAft>
                          <a:spcPts val="0"/>
                        </a:spcAft>
                      </a:pPr>
                      <a:r>
                        <a:rPr lang="id-ID" sz="800">
                          <a:effectLst/>
                        </a:rPr>
                        <a:t>Total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7</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7</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dirty="0">
                          <a:effectLst/>
                        </a:rPr>
                        <a:t>14</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90484390"/>
                  </a:ext>
                </a:extLst>
              </a:tr>
            </a:tbl>
          </a:graphicData>
        </a:graphic>
      </p:graphicFrame>
    </p:spTree>
    <p:extLst>
      <p:ext uri="{BB962C8B-B14F-4D97-AF65-F5344CB8AC3E}">
        <p14:creationId xmlns:p14="http://schemas.microsoft.com/office/powerpoint/2010/main" val="407018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115B641C-249C-4155-9194-D1B37F0FA5DF}"/>
              </a:ext>
            </a:extLst>
          </p:cNvPr>
          <p:cNvSpPr>
            <a:spLocks noGrp="1"/>
          </p:cNvSpPr>
          <p:nvPr>
            <p:ph type="title"/>
          </p:nvPr>
        </p:nvSpPr>
        <p:spPr/>
        <p:txBody>
          <a:bodyPr/>
          <a:lstStyle/>
          <a:p>
            <a:r>
              <a:rPr lang="id-ID" dirty="0"/>
              <a:t>Penyelesaian</a:t>
            </a:r>
            <a:endParaRPr lang="en-US"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CF9417FA-CABA-4C7D-8B9A-B625C383909A}"/>
                  </a:ext>
                </a:extLst>
              </p:cNvPr>
              <p:cNvSpPr>
                <a:spLocks noGrp="1"/>
              </p:cNvSpPr>
              <p:nvPr>
                <p:ph idx="1"/>
              </p:nvPr>
            </p:nvSpPr>
            <p:spPr/>
            <p:txBody>
              <a:bodyPr>
                <a:normAutofit/>
              </a:bodyPr>
              <a:lstStyle/>
              <a:p>
                <a:pPr marL="0">
                  <a:lnSpc>
                    <a:spcPct val="107000"/>
                  </a:lnSpc>
                  <a:spcBef>
                    <a:spcPts val="0"/>
                  </a:spcBef>
                </a:pPr>
                <a:r>
                  <a:rPr lang="id-ID" sz="1400" dirty="0">
                    <a:latin typeface="+mj-lt"/>
                    <a:ea typeface="Times New Roman" panose="02020603050405020304" pitchFamily="18" charset="0"/>
                    <a:cs typeface="Arial" panose="020B0604020202020204" pitchFamily="34" charset="0"/>
                  </a:rPr>
                  <a:t>Saatnya untuk mencari nilai </a:t>
                </a:r>
                <a:r>
                  <a:rPr lang="id-ID" sz="1400" dirty="0" err="1">
                    <a:latin typeface="+mj-lt"/>
                    <a:ea typeface="Times New Roman" panose="02020603050405020304" pitchFamily="18" charset="0"/>
                    <a:cs typeface="Arial" panose="020B0604020202020204" pitchFamily="34" charset="0"/>
                  </a:rPr>
                  <a:t>information</a:t>
                </a:r>
                <a:r>
                  <a:rPr lang="id-ID" sz="1400" dirty="0">
                    <a:latin typeface="+mj-lt"/>
                    <a:ea typeface="Times New Roman" panose="02020603050405020304" pitchFamily="18" charset="0"/>
                    <a:cs typeface="Arial" panose="020B0604020202020204" pitchFamily="34" charset="0"/>
                  </a:rPr>
                  <a:t> gain dari data tersebut menggunakan rumus:</a:t>
                </a:r>
                <a:endParaRPr lang="en-US" sz="1400" dirty="0">
                  <a:latin typeface="+mj-lt"/>
                  <a:ea typeface="Calibri" panose="020F0502020204030204" pitchFamily="34" charset="0"/>
                  <a:cs typeface="Arial" panose="020B0604020202020204" pitchFamily="34" charset="0"/>
                </a:endParaRPr>
              </a:p>
              <a:p>
                <a:pPr marL="0" indent="0">
                  <a:lnSpc>
                    <a:spcPct val="107000"/>
                  </a:lnSpc>
                  <a:spcBef>
                    <a:spcPts val="0"/>
                  </a:spcBef>
                  <a:buNone/>
                </a:pPr>
                <a14:m>
                  <m:oMathPara xmlns:m="http://schemas.openxmlformats.org/officeDocument/2006/math">
                    <m:oMathParaPr>
                      <m:jc m:val="centerGroup"/>
                    </m:oMathParaPr>
                    <m:oMath xmlns:m="http://schemas.openxmlformats.org/officeDocument/2006/math">
                      <m:r>
                        <a:rPr lang="id-ID" sz="1400" i="1">
                          <a:latin typeface="Cambria Math" panose="02040503050406030204" pitchFamily="18" charset="0"/>
                          <a:ea typeface="Calibri" panose="020F0502020204030204" pitchFamily="34" charset="0"/>
                          <a:cs typeface="Arial" panose="020B0604020202020204" pitchFamily="34" charset="0"/>
                        </a:rPr>
                        <m:t>𝐼𝐺</m:t>
                      </m:r>
                      <m:d>
                        <m:dPr>
                          <m:ctrlPr>
                            <a:rPr lang="en-US" sz="1400" i="1">
                              <a:latin typeface="Cambria Math" panose="02040503050406030204" pitchFamily="18" charset="0"/>
                              <a:ea typeface="Calibri" panose="020F0502020204030204" pitchFamily="34" charset="0"/>
                              <a:cs typeface="Arial" panose="020B0604020202020204" pitchFamily="34" charset="0"/>
                            </a:rPr>
                          </m:ctrlPr>
                        </m:dPr>
                        <m:e>
                          <m:r>
                            <a:rPr lang="id-ID" sz="1400" i="1">
                              <a:latin typeface="Cambria Math" panose="02040503050406030204" pitchFamily="18" charset="0"/>
                              <a:ea typeface="Calibri" panose="020F0502020204030204" pitchFamily="34" charset="0"/>
                              <a:cs typeface="Arial" panose="020B0604020202020204" pitchFamily="34" charset="0"/>
                            </a:rPr>
                            <m:t>𝑌</m:t>
                          </m:r>
                          <m:r>
                            <a:rPr lang="id-ID" sz="1400" i="1">
                              <a:latin typeface="Cambria Math" panose="02040503050406030204" pitchFamily="18" charset="0"/>
                              <a:ea typeface="Calibri" panose="020F0502020204030204" pitchFamily="34" charset="0"/>
                              <a:cs typeface="Arial" panose="020B0604020202020204" pitchFamily="34" charset="0"/>
                            </a:rPr>
                            <m:t>,</m:t>
                          </m:r>
                          <m:r>
                            <a:rPr lang="id-ID" sz="1400" i="1">
                              <a:latin typeface="Cambria Math" panose="02040503050406030204" pitchFamily="18" charset="0"/>
                              <a:ea typeface="Calibri" panose="020F0502020204030204" pitchFamily="34" charset="0"/>
                              <a:cs typeface="Arial" panose="020B0604020202020204" pitchFamily="34" charset="0"/>
                            </a:rPr>
                            <m:t>𝑋</m:t>
                          </m:r>
                        </m:e>
                      </m:d>
                      <m:r>
                        <m:rPr>
                          <m:aln/>
                        </m:rPr>
                        <a:rPr lang="id-ID" sz="1400" i="1">
                          <a:latin typeface="Cambria Math" panose="02040503050406030204" pitchFamily="18" charset="0"/>
                          <a:ea typeface="Calibri" panose="020F0502020204030204" pitchFamily="34" charset="0"/>
                          <a:cs typeface="Arial" panose="020B0604020202020204" pitchFamily="34" charset="0"/>
                        </a:rPr>
                        <m:t>=</m:t>
                      </m:r>
                      <m:r>
                        <a:rPr lang="id-ID" sz="1400" i="1">
                          <a:latin typeface="Cambria Math" panose="02040503050406030204" pitchFamily="18" charset="0"/>
                          <a:ea typeface="Calibri" panose="020F0502020204030204" pitchFamily="34" charset="0"/>
                          <a:cs typeface="Arial" panose="020B0604020202020204" pitchFamily="34" charset="0"/>
                        </a:rPr>
                        <m:t>𝐸</m:t>
                      </m:r>
                      <m:d>
                        <m:dPr>
                          <m:ctrlPr>
                            <a:rPr lang="en-US" sz="1400" i="1">
                              <a:latin typeface="Cambria Math" panose="02040503050406030204" pitchFamily="18" charset="0"/>
                              <a:ea typeface="Calibri" panose="020F0502020204030204" pitchFamily="34" charset="0"/>
                              <a:cs typeface="Arial" panose="020B0604020202020204" pitchFamily="34" charset="0"/>
                            </a:rPr>
                          </m:ctrlPr>
                        </m:dPr>
                        <m:e>
                          <m:r>
                            <a:rPr lang="id-ID" sz="1400" i="1">
                              <a:latin typeface="Cambria Math" panose="02040503050406030204" pitchFamily="18" charset="0"/>
                              <a:ea typeface="Calibri" panose="020F0502020204030204" pitchFamily="34" charset="0"/>
                              <a:cs typeface="Arial" panose="020B0604020202020204" pitchFamily="34" charset="0"/>
                            </a:rPr>
                            <m:t>𝑌</m:t>
                          </m:r>
                        </m:e>
                      </m:d>
                      <m:r>
                        <a:rPr lang="id-ID" sz="1400" i="1">
                          <a:latin typeface="Cambria Math" panose="02040503050406030204" pitchFamily="18" charset="0"/>
                          <a:ea typeface="Calibri" panose="020F0502020204030204" pitchFamily="34" charset="0"/>
                          <a:cs typeface="Arial" panose="020B0604020202020204" pitchFamily="34" charset="0"/>
                        </a:rPr>
                        <m:t>−</m:t>
                      </m:r>
                      <m:r>
                        <a:rPr lang="id-ID" sz="1400" i="1">
                          <a:latin typeface="Cambria Math" panose="02040503050406030204" pitchFamily="18" charset="0"/>
                          <a:ea typeface="Calibri" panose="020F0502020204030204" pitchFamily="34" charset="0"/>
                          <a:cs typeface="Arial" panose="020B0604020202020204" pitchFamily="34" charset="0"/>
                        </a:rPr>
                        <m:t>𝐸</m:t>
                      </m:r>
                      <m:d>
                        <m:dPr>
                          <m:ctrlPr>
                            <a:rPr lang="en-US" sz="1400" i="1">
                              <a:latin typeface="Cambria Math" panose="02040503050406030204" pitchFamily="18" charset="0"/>
                              <a:ea typeface="Calibri" panose="020F0502020204030204" pitchFamily="34" charset="0"/>
                              <a:cs typeface="Arial" panose="020B0604020202020204" pitchFamily="34" charset="0"/>
                            </a:rPr>
                          </m:ctrlPr>
                        </m:dPr>
                        <m:e>
                          <m:r>
                            <a:rPr lang="id-ID" sz="1400" i="1">
                              <a:latin typeface="Cambria Math" panose="02040503050406030204" pitchFamily="18" charset="0"/>
                              <a:ea typeface="Calibri" panose="020F0502020204030204" pitchFamily="34" charset="0"/>
                              <a:cs typeface="Arial" panose="020B0604020202020204" pitchFamily="34" charset="0"/>
                            </a:rPr>
                            <m:t>𝑌</m:t>
                          </m:r>
                        </m:e>
                        <m:e>
                          <m:r>
                            <a:rPr lang="id-ID" sz="1400" i="1">
                              <a:latin typeface="Cambria Math" panose="02040503050406030204" pitchFamily="18" charset="0"/>
                              <a:ea typeface="Calibri" panose="020F0502020204030204" pitchFamily="34" charset="0"/>
                              <a:cs typeface="Arial" panose="020B0604020202020204" pitchFamily="34" charset="0"/>
                            </a:rPr>
                            <m:t>𝑋</m:t>
                          </m:r>
                        </m:e>
                      </m:d>
                    </m:oMath>
                    <m:oMath xmlns:m="http://schemas.openxmlformats.org/officeDocument/2006/math">
                      <m:r>
                        <a:rPr lang="id-ID" sz="1400" i="1">
                          <a:latin typeface="Cambria Math" panose="02040503050406030204" pitchFamily="18" charset="0"/>
                          <a:ea typeface="Times New Roman" panose="02020603050405020304" pitchFamily="18" charset="0"/>
                          <a:cs typeface="Arial" panose="020B0604020202020204" pitchFamily="34" charset="0"/>
                        </a:rPr>
                        <m:t>𝐼𝐺</m:t>
                      </m:r>
                      <m:d>
                        <m:dPr>
                          <m:ctrlPr>
                            <a:rPr lang="en-US" sz="1400" i="1">
                              <a:latin typeface="Cambria Math" panose="02040503050406030204" pitchFamily="18" charset="0"/>
                              <a:ea typeface="Times New Roman" panose="02020603050405020304" pitchFamily="18" charset="0"/>
                              <a:cs typeface="Arial" panose="020B0604020202020204" pitchFamily="34" charset="0"/>
                            </a:rPr>
                          </m:ctrlPr>
                        </m:dPr>
                        <m:e>
                          <m:r>
                            <a:rPr lang="id-ID" sz="1400" i="1">
                              <a:latin typeface="Cambria Math" panose="02040503050406030204" pitchFamily="18" charset="0"/>
                              <a:ea typeface="Times New Roman" panose="02020603050405020304" pitchFamily="18" charset="0"/>
                              <a:cs typeface="Arial" panose="020B0604020202020204" pitchFamily="34" charset="0"/>
                            </a:rPr>
                            <m:t>𝐵𝑜𝑛𝑢𝑠</m:t>
                          </m:r>
                          <m:r>
                            <a:rPr lang="id-ID" sz="1400" i="1">
                              <a:latin typeface="Cambria Math" panose="02040503050406030204" pitchFamily="18" charset="0"/>
                              <a:ea typeface="Times New Roman" panose="02020603050405020304" pitchFamily="18" charset="0"/>
                              <a:cs typeface="Arial" panose="020B0604020202020204" pitchFamily="34" charset="0"/>
                            </a:rPr>
                            <m:t>, </m:t>
                          </m:r>
                          <m:r>
                            <a:rPr lang="id-ID" sz="1400" i="1">
                              <a:latin typeface="Cambria Math" panose="02040503050406030204" pitchFamily="18" charset="0"/>
                              <a:ea typeface="Times New Roman" panose="02020603050405020304" pitchFamily="18" charset="0"/>
                              <a:cs typeface="Arial" panose="020B0604020202020204" pitchFamily="34" charset="0"/>
                            </a:rPr>
                            <m:t>𝑃𝑒𝑙𝑎𝑛𝑔𝑔𝑎𝑟𝑎𝑛</m:t>
                          </m:r>
                        </m:e>
                      </m:d>
                      <m:r>
                        <m:rPr>
                          <m:aln/>
                        </m:rPr>
                        <a:rPr lang="id-ID" sz="1400" i="1">
                          <a:latin typeface="Cambria Math" panose="02040503050406030204" pitchFamily="18" charset="0"/>
                          <a:ea typeface="Times New Roman" panose="02020603050405020304" pitchFamily="18" charset="0"/>
                          <a:cs typeface="Arial" panose="020B0604020202020204" pitchFamily="34" charset="0"/>
                        </a:rPr>
                        <m:t>=</m:t>
                      </m:r>
                      <m:r>
                        <a:rPr lang="id-ID" sz="1400" i="1">
                          <a:latin typeface="Cambria Math" panose="02040503050406030204" pitchFamily="18" charset="0"/>
                          <a:ea typeface="Times New Roman" panose="02020603050405020304" pitchFamily="18" charset="0"/>
                          <a:cs typeface="Arial" panose="020B0604020202020204" pitchFamily="34" charset="0"/>
                        </a:rPr>
                        <m:t>𝐸</m:t>
                      </m:r>
                      <m:d>
                        <m:dPr>
                          <m:ctrlPr>
                            <a:rPr lang="en-US" sz="1400" i="1">
                              <a:latin typeface="Cambria Math" panose="02040503050406030204" pitchFamily="18" charset="0"/>
                              <a:ea typeface="Times New Roman" panose="02020603050405020304" pitchFamily="18" charset="0"/>
                              <a:cs typeface="Arial" panose="020B0604020202020204" pitchFamily="34" charset="0"/>
                            </a:rPr>
                          </m:ctrlPr>
                        </m:dPr>
                        <m:e>
                          <m:r>
                            <a:rPr lang="id-ID" sz="1400" i="1">
                              <a:latin typeface="Cambria Math" panose="02040503050406030204" pitchFamily="18" charset="0"/>
                              <a:ea typeface="Times New Roman" panose="02020603050405020304" pitchFamily="18" charset="0"/>
                              <a:cs typeface="Arial" panose="020B0604020202020204" pitchFamily="34" charset="0"/>
                            </a:rPr>
                            <m:t>𝐵𝑜𝑛𝑢𝑠</m:t>
                          </m:r>
                        </m:e>
                      </m:d>
                      <m:r>
                        <a:rPr lang="id-ID" sz="1400" i="1">
                          <a:latin typeface="Cambria Math" panose="02040503050406030204" pitchFamily="18" charset="0"/>
                          <a:ea typeface="Times New Roman" panose="02020603050405020304" pitchFamily="18" charset="0"/>
                          <a:cs typeface="Arial" panose="020B0604020202020204" pitchFamily="34" charset="0"/>
                        </a:rPr>
                        <m:t>−</m:t>
                      </m:r>
                      <m:r>
                        <a:rPr lang="id-ID" sz="1400" i="1">
                          <a:latin typeface="Cambria Math" panose="02040503050406030204" pitchFamily="18" charset="0"/>
                          <a:ea typeface="Times New Roman" panose="02020603050405020304" pitchFamily="18" charset="0"/>
                          <a:cs typeface="Arial" panose="020B0604020202020204" pitchFamily="34" charset="0"/>
                        </a:rPr>
                        <m:t>𝐸</m:t>
                      </m:r>
                      <m:d>
                        <m:dPr>
                          <m:ctrlPr>
                            <a:rPr lang="en-US" sz="1400" i="1">
                              <a:latin typeface="Cambria Math" panose="02040503050406030204" pitchFamily="18" charset="0"/>
                              <a:ea typeface="Times New Roman" panose="02020603050405020304" pitchFamily="18" charset="0"/>
                              <a:cs typeface="Arial" panose="020B0604020202020204" pitchFamily="34" charset="0"/>
                            </a:rPr>
                          </m:ctrlPr>
                        </m:dPr>
                        <m:e>
                          <m:r>
                            <a:rPr lang="id-ID" sz="1400" i="1">
                              <a:latin typeface="Cambria Math" panose="02040503050406030204" pitchFamily="18" charset="0"/>
                              <a:ea typeface="Times New Roman" panose="02020603050405020304" pitchFamily="18" charset="0"/>
                              <a:cs typeface="Arial" panose="020B0604020202020204" pitchFamily="34" charset="0"/>
                            </a:rPr>
                            <m:t>𝐵𝑜𝑛𝑢𝑠</m:t>
                          </m:r>
                        </m:e>
                        <m:e>
                          <m:r>
                            <a:rPr lang="id-ID" sz="1400" i="1">
                              <a:latin typeface="Cambria Math" panose="02040503050406030204" pitchFamily="18" charset="0"/>
                              <a:ea typeface="Times New Roman" panose="02020603050405020304" pitchFamily="18" charset="0"/>
                              <a:cs typeface="Arial" panose="020B0604020202020204" pitchFamily="34" charset="0"/>
                            </a:rPr>
                            <m:t>𝑃𝑒𝑙𝑎𝑛𝑔𝑔𝑎𝑟𝑎𝑛</m:t>
                          </m:r>
                        </m:e>
                      </m:d>
                    </m:oMath>
                    <m:oMath xmlns:m="http://schemas.openxmlformats.org/officeDocument/2006/math">
                      <m:r>
                        <m:rPr>
                          <m:aln/>
                        </m:rPr>
                        <a:rPr lang="id-ID" sz="1400" i="1">
                          <a:latin typeface="Cambria Math" panose="02040503050406030204" pitchFamily="18" charset="0"/>
                          <a:ea typeface="Times New Roman" panose="02020603050405020304" pitchFamily="18" charset="0"/>
                          <a:cs typeface="Arial" panose="020B0604020202020204" pitchFamily="34" charset="0"/>
                        </a:rPr>
                        <m:t>=</m:t>
                      </m:r>
                      <m:r>
                        <a:rPr lang="id-ID" sz="1400" i="1">
                          <a:latin typeface="Cambria Math" panose="02040503050406030204" pitchFamily="18" charset="0"/>
                          <a:ea typeface="Times New Roman" panose="02020603050405020304" pitchFamily="18" charset="0"/>
                          <a:cs typeface="Arial" panose="020B0604020202020204" pitchFamily="34" charset="0"/>
                        </a:rPr>
                        <m:t>1−0.625</m:t>
                      </m:r>
                    </m:oMath>
                    <m:oMath xmlns:m="http://schemas.openxmlformats.org/officeDocument/2006/math">
                      <m:r>
                        <m:rPr>
                          <m:aln/>
                        </m:rPr>
                        <a:rPr lang="id-ID" sz="1400" i="1">
                          <a:latin typeface="Cambria Math" panose="02040503050406030204" pitchFamily="18" charset="0"/>
                          <a:ea typeface="Times New Roman" panose="02020603050405020304" pitchFamily="18" charset="0"/>
                          <a:cs typeface="Arial" panose="020B0604020202020204" pitchFamily="34" charset="0"/>
                        </a:rPr>
                        <m:t>=</m:t>
                      </m:r>
                      <m:r>
                        <a:rPr lang="id-ID" sz="1400" i="1">
                          <a:latin typeface="Cambria Math" panose="02040503050406030204" pitchFamily="18" charset="0"/>
                          <a:ea typeface="Times New Roman" panose="02020603050405020304" pitchFamily="18" charset="0"/>
                          <a:cs typeface="Arial" panose="020B0604020202020204" pitchFamily="34" charset="0"/>
                        </a:rPr>
                        <m:t>0.375</m:t>
                      </m:r>
                    </m:oMath>
                  </m:oMathPara>
                </a14:m>
                <a:endParaRPr lang="en-US" sz="1400" dirty="0">
                  <a:latin typeface="+mj-lt"/>
                  <a:ea typeface="Calibri" panose="020F0502020204030204" pitchFamily="34" charset="0"/>
                  <a:cs typeface="Arial" panose="020B0604020202020204" pitchFamily="34" charset="0"/>
                </a:endParaRPr>
              </a:p>
              <a:p>
                <a:r>
                  <a:rPr lang="en-US" sz="1400" dirty="0">
                    <a:latin typeface="+mj-lt"/>
                  </a:rPr>
                  <a:t>Dari </a:t>
                </a:r>
                <a:r>
                  <a:rPr lang="en-US" sz="1400" dirty="0" err="1">
                    <a:latin typeface="+mj-lt"/>
                  </a:rPr>
                  <a:t>nilai</a:t>
                </a:r>
                <a:r>
                  <a:rPr lang="en-US" sz="1400" dirty="0">
                    <a:latin typeface="+mj-lt"/>
                  </a:rPr>
                  <a:t> information gain </a:t>
                </a:r>
                <a:r>
                  <a:rPr lang="en-US" sz="1400" dirty="0" err="1">
                    <a:latin typeface="+mj-lt"/>
                  </a:rPr>
                  <a:t>tersebut</a:t>
                </a:r>
                <a:r>
                  <a:rPr lang="en-US" sz="1400" dirty="0">
                    <a:latin typeface="+mj-lt"/>
                  </a:rPr>
                  <a:t>, </a:t>
                </a:r>
                <a:r>
                  <a:rPr lang="en-US" sz="1400" dirty="0" err="1">
                    <a:latin typeface="+mj-lt"/>
                  </a:rPr>
                  <a:t>kita</a:t>
                </a:r>
                <a:r>
                  <a:rPr lang="en-US" sz="1400" dirty="0">
                    <a:latin typeface="+mj-lt"/>
                  </a:rPr>
                  <a:t> </a:t>
                </a:r>
                <a:r>
                  <a:rPr lang="en-US" sz="1400" dirty="0" err="1">
                    <a:latin typeface="+mj-lt"/>
                  </a:rPr>
                  <a:t>dapat</a:t>
                </a:r>
                <a:r>
                  <a:rPr lang="en-US" sz="1400" dirty="0">
                    <a:latin typeface="+mj-lt"/>
                  </a:rPr>
                  <a:t> </a:t>
                </a:r>
                <a:r>
                  <a:rPr lang="en-US" sz="1400" dirty="0" err="1">
                    <a:latin typeface="+mj-lt"/>
                  </a:rPr>
                  <a:t>menyimpulkan</a:t>
                </a:r>
                <a:r>
                  <a:rPr lang="en-US" sz="1400" dirty="0">
                    <a:latin typeface="+mj-lt"/>
                  </a:rPr>
                  <a:t> </a:t>
                </a:r>
                <a:r>
                  <a:rPr lang="en-US" sz="1400" dirty="0" err="1">
                    <a:latin typeface="+mj-lt"/>
                  </a:rPr>
                  <a:t>bahwa</a:t>
                </a:r>
                <a:r>
                  <a:rPr lang="en-US" sz="1400" dirty="0">
                    <a:latin typeface="+mj-lt"/>
                  </a:rPr>
                  <a:t> </a:t>
                </a:r>
                <a:r>
                  <a:rPr lang="en-US" sz="1400" dirty="0" err="1">
                    <a:latin typeface="+mj-lt"/>
                  </a:rPr>
                  <a:t>informasi</a:t>
                </a:r>
                <a:r>
                  <a:rPr lang="en-US" sz="1400" dirty="0">
                    <a:latin typeface="+mj-lt"/>
                  </a:rPr>
                  <a:t> yang </a:t>
                </a:r>
                <a:r>
                  <a:rPr lang="en-US" sz="1400" dirty="0" err="1">
                    <a:latin typeface="+mj-lt"/>
                  </a:rPr>
                  <a:t>dimiliki</a:t>
                </a:r>
                <a:r>
                  <a:rPr lang="en-US" sz="1400" dirty="0">
                    <a:latin typeface="+mj-lt"/>
                  </a:rPr>
                  <a:t> oleh </a:t>
                </a:r>
                <a:r>
                  <a:rPr lang="en-US" sz="1400" dirty="0" err="1">
                    <a:latin typeface="+mj-lt"/>
                  </a:rPr>
                  <a:t>atribut</a:t>
                </a:r>
                <a:r>
                  <a:rPr lang="en-US" sz="1400" dirty="0">
                    <a:latin typeface="+mj-lt"/>
                  </a:rPr>
                  <a:t> </a:t>
                </a:r>
                <a:r>
                  <a:rPr lang="en-US" sz="1400" dirty="0" err="1">
                    <a:latin typeface="+mj-lt"/>
                  </a:rPr>
                  <a:t>Pelanggaran</a:t>
                </a:r>
                <a:r>
                  <a:rPr lang="en-US" sz="1400" dirty="0">
                    <a:latin typeface="+mj-lt"/>
                  </a:rPr>
                  <a:t> </a:t>
                </a:r>
                <a:r>
                  <a:rPr lang="en-US" sz="1400" dirty="0" err="1">
                    <a:latin typeface="+mj-lt"/>
                  </a:rPr>
                  <a:t>terhadap</a:t>
                </a:r>
                <a:r>
                  <a:rPr lang="en-US" sz="1400" dirty="0">
                    <a:latin typeface="+mj-lt"/>
                  </a:rPr>
                  <a:t> </a:t>
                </a:r>
                <a:r>
                  <a:rPr lang="en-US" sz="1400" dirty="0" err="1">
                    <a:latin typeface="+mj-lt"/>
                  </a:rPr>
                  <a:t>atribut</a:t>
                </a:r>
                <a:r>
                  <a:rPr lang="en-US" sz="1400" dirty="0">
                    <a:latin typeface="+mj-lt"/>
                  </a:rPr>
                  <a:t> </a:t>
                </a:r>
                <a:r>
                  <a:rPr lang="en-US" sz="1400" dirty="0" err="1">
                    <a:latin typeface="+mj-lt"/>
                  </a:rPr>
                  <a:t>targetnya</a:t>
                </a:r>
                <a:r>
                  <a:rPr lang="en-US" sz="1400" dirty="0">
                    <a:latin typeface="+mj-lt"/>
                  </a:rPr>
                  <a:t> (</a:t>
                </a:r>
                <a:r>
                  <a:rPr lang="en-US" sz="1400" dirty="0" err="1">
                    <a:latin typeface="+mj-lt"/>
                  </a:rPr>
                  <a:t>yaitu</a:t>
                </a:r>
                <a:r>
                  <a:rPr lang="en-US" sz="1400" dirty="0">
                    <a:latin typeface="+mj-lt"/>
                  </a:rPr>
                  <a:t> </a:t>
                </a:r>
                <a:r>
                  <a:rPr lang="en-US" sz="1400" dirty="0" err="1">
                    <a:latin typeface="+mj-lt"/>
                  </a:rPr>
                  <a:t>atribut</a:t>
                </a:r>
                <a:r>
                  <a:rPr lang="en-US" sz="1400" dirty="0">
                    <a:latin typeface="+mj-lt"/>
                  </a:rPr>
                  <a:t> Bonus) </a:t>
                </a:r>
                <a:r>
                  <a:rPr lang="en-US" sz="1400" dirty="0" err="1">
                    <a:latin typeface="+mj-lt"/>
                  </a:rPr>
                  <a:t>adalah</a:t>
                </a:r>
                <a:r>
                  <a:rPr lang="en-US" sz="1400" dirty="0">
                    <a:latin typeface="+mj-lt"/>
                  </a:rPr>
                  <a:t> </a:t>
                </a:r>
                <a:r>
                  <a:rPr lang="en-US" sz="1400" dirty="0" err="1">
                    <a:latin typeface="+mj-lt"/>
                  </a:rPr>
                  <a:t>sebesar</a:t>
                </a:r>
                <a:r>
                  <a:rPr lang="en-US" sz="1400" dirty="0">
                    <a:latin typeface="+mj-lt"/>
                  </a:rPr>
                  <a:t> 0.375 </a:t>
                </a:r>
                <a:r>
                  <a:rPr lang="en-US" sz="1400" dirty="0" err="1">
                    <a:latin typeface="+mj-lt"/>
                  </a:rPr>
                  <a:t>atau</a:t>
                </a:r>
                <a:r>
                  <a:rPr lang="en-US" sz="1400" dirty="0">
                    <a:latin typeface="+mj-lt"/>
                  </a:rPr>
                  <a:t> 37.5% . </a:t>
                </a:r>
              </a:p>
            </p:txBody>
          </p:sp>
        </mc:Choice>
        <mc:Fallback xmlns="">
          <p:sp>
            <p:nvSpPr>
              <p:cNvPr id="3" name="Tampungan Konten 2">
                <a:extLst>
                  <a:ext uri="{FF2B5EF4-FFF2-40B4-BE49-F238E27FC236}">
                    <a16:creationId xmlns:a16="http://schemas.microsoft.com/office/drawing/2014/main" id="{CF9417FA-CABA-4C7D-8B9A-B625C383909A}"/>
                  </a:ext>
                </a:extLst>
              </p:cNvPr>
              <p:cNvSpPr>
                <a:spLocks noGrp="1" noRot="1" noChangeAspect="1" noMove="1" noResize="1" noEditPoints="1" noAdjustHandles="1" noChangeArrowheads="1" noChangeShapeType="1" noTextEdit="1"/>
              </p:cNvSpPr>
              <p:nvPr>
                <p:ph idx="1"/>
              </p:nvPr>
            </p:nvSpPr>
            <p:spPr>
              <a:blipFill>
                <a:blip r:embed="rId2"/>
                <a:stretch>
                  <a:fillRect l="-309" t="-187" r="-515"/>
                </a:stretch>
              </a:blipFill>
            </p:spPr>
            <p:txBody>
              <a:bodyPr/>
              <a:lstStyle/>
              <a:p>
                <a:r>
                  <a:rPr lang="en-US">
                    <a:noFill/>
                  </a:rPr>
                  <a:t> </a:t>
                </a:r>
              </a:p>
            </p:txBody>
          </p:sp>
        </mc:Fallback>
      </mc:AlternateContent>
    </p:spTree>
    <p:extLst>
      <p:ext uri="{BB962C8B-B14F-4D97-AF65-F5344CB8AC3E}">
        <p14:creationId xmlns:p14="http://schemas.microsoft.com/office/powerpoint/2010/main" val="2941627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FB20B117-6B1C-4134-B633-9E35D3A72F07}"/>
              </a:ext>
            </a:extLst>
          </p:cNvPr>
          <p:cNvSpPr>
            <a:spLocks noGrp="1"/>
          </p:cNvSpPr>
          <p:nvPr>
            <p:ph type="title"/>
          </p:nvPr>
        </p:nvSpPr>
        <p:spPr/>
        <p:txBody>
          <a:bodyPr/>
          <a:lstStyle/>
          <a:p>
            <a:r>
              <a:rPr lang="id-ID" dirty="0"/>
              <a:t>Perbedaan ID3 dan C5.0</a:t>
            </a:r>
            <a:endParaRPr lang="en-US" dirty="0"/>
          </a:p>
        </p:txBody>
      </p:sp>
      <p:sp>
        <p:nvSpPr>
          <p:cNvPr id="3" name="Tampungan Konten 2">
            <a:extLst>
              <a:ext uri="{FF2B5EF4-FFF2-40B4-BE49-F238E27FC236}">
                <a16:creationId xmlns:a16="http://schemas.microsoft.com/office/drawing/2014/main" id="{E04B00F5-A3E6-4D03-A4BD-9214AEE56EE3}"/>
              </a:ext>
            </a:extLst>
          </p:cNvPr>
          <p:cNvSpPr>
            <a:spLocks noGrp="1"/>
          </p:cNvSpPr>
          <p:nvPr>
            <p:ph idx="1"/>
          </p:nvPr>
        </p:nvSpPr>
        <p:spPr/>
        <p:txBody>
          <a:bodyPr/>
          <a:lstStyle/>
          <a:p>
            <a:pPr marL="0">
              <a:lnSpc>
                <a:spcPct val="107000"/>
              </a:lnSpc>
              <a:spcBef>
                <a:spcPts val="0"/>
              </a:spcBef>
              <a:spcAft>
                <a:spcPts val="600"/>
              </a:spcAft>
            </a:pPr>
            <a:r>
              <a:rPr lang="id-ID" sz="1200" dirty="0">
                <a:latin typeface="+mj-lt"/>
                <a:ea typeface="Calibri" panose="020F0502020204030204" pitchFamily="34" charset="0"/>
                <a:cs typeface="Arial" panose="020B0604020202020204" pitchFamily="34" charset="0"/>
              </a:rPr>
              <a:t>Letak perbedaan paling mendasar dari ID3 dan C5.0 adalah pada perhitungan gain. Jika ID3 menggunakan </a:t>
            </a:r>
            <a:r>
              <a:rPr lang="id-ID" sz="1200" dirty="0" err="1">
                <a:latin typeface="+mj-lt"/>
                <a:ea typeface="Calibri" panose="020F0502020204030204" pitchFamily="34" charset="0"/>
                <a:cs typeface="Arial" panose="020B0604020202020204" pitchFamily="34" charset="0"/>
              </a:rPr>
              <a:t>information</a:t>
            </a:r>
            <a:r>
              <a:rPr lang="id-ID" sz="1200" dirty="0">
                <a:latin typeface="+mj-lt"/>
                <a:ea typeface="Calibri" panose="020F0502020204030204" pitchFamily="34" charset="0"/>
                <a:cs typeface="Arial" panose="020B0604020202020204" pitchFamily="34" charset="0"/>
              </a:rPr>
              <a:t> gain untuk menyeleksi atribut dan memilihnya sebagai akar, pada C5.0 yang digunakan adalah gain rasio. Perbedaan lebih lanjut antara </a:t>
            </a:r>
            <a:r>
              <a:rPr lang="id-ID" sz="1200" dirty="0" err="1">
                <a:latin typeface="+mj-lt"/>
                <a:ea typeface="Calibri" panose="020F0502020204030204" pitchFamily="34" charset="0"/>
                <a:cs typeface="Arial" panose="020B0604020202020204" pitchFamily="34" charset="0"/>
              </a:rPr>
              <a:t>information</a:t>
            </a:r>
            <a:r>
              <a:rPr lang="id-ID" sz="1200" dirty="0">
                <a:latin typeface="+mj-lt"/>
                <a:ea typeface="Calibri" panose="020F0502020204030204" pitchFamily="34" charset="0"/>
                <a:cs typeface="Arial" panose="020B0604020202020204" pitchFamily="34" charset="0"/>
              </a:rPr>
              <a:t> gain dan gain rasio dapat dilihat sebagai berikut:</a:t>
            </a:r>
            <a:endParaRPr lang="en-US" sz="1200" dirty="0">
              <a:latin typeface="+mj-lt"/>
              <a:ea typeface="Calibri" panose="020F0502020204030204" pitchFamily="34" charset="0"/>
              <a:cs typeface="Arial" panose="020B0604020202020204" pitchFamily="34" charset="0"/>
            </a:endParaRPr>
          </a:p>
          <a:p>
            <a:pPr marL="257175" indent="-257175">
              <a:lnSpc>
                <a:spcPct val="107000"/>
              </a:lnSpc>
              <a:spcBef>
                <a:spcPts val="0"/>
              </a:spcBef>
              <a:buFont typeface="+mj-lt"/>
              <a:buAutoNum type="arabicPeriod"/>
            </a:pPr>
            <a:r>
              <a:rPr lang="id-ID" sz="1200" dirty="0">
                <a:latin typeface="+mj-lt"/>
                <a:ea typeface="Calibri" panose="020F0502020204030204" pitchFamily="34" charset="0"/>
                <a:cs typeface="Arial" panose="020B0604020202020204" pitchFamily="34" charset="0"/>
              </a:rPr>
              <a:t>Gain rasio bisa digunakan untuk menghitung kelas yang memiliki tipe data numerik maupun </a:t>
            </a:r>
            <a:r>
              <a:rPr lang="id-ID" sz="1200" dirty="0" err="1">
                <a:latin typeface="+mj-lt"/>
                <a:ea typeface="Calibri" panose="020F0502020204030204" pitchFamily="34" charset="0"/>
                <a:cs typeface="Arial" panose="020B0604020202020204" pitchFamily="34" charset="0"/>
              </a:rPr>
              <a:t>kategorik</a:t>
            </a:r>
            <a:r>
              <a:rPr lang="id-ID" sz="1200" dirty="0">
                <a:latin typeface="+mj-lt"/>
                <a:ea typeface="Calibri" panose="020F0502020204030204" pitchFamily="34" charset="0"/>
                <a:cs typeface="Arial" panose="020B0604020202020204" pitchFamily="34" charset="0"/>
              </a:rPr>
              <a:t>.</a:t>
            </a:r>
            <a:endParaRPr lang="en-US" sz="1200" dirty="0">
              <a:latin typeface="+mj-lt"/>
              <a:ea typeface="Calibri" panose="020F0502020204030204" pitchFamily="34" charset="0"/>
              <a:cs typeface="Arial" panose="020B0604020202020204" pitchFamily="34" charset="0"/>
            </a:endParaRPr>
          </a:p>
          <a:p>
            <a:pPr marL="257175" indent="-257175">
              <a:lnSpc>
                <a:spcPct val="107000"/>
              </a:lnSpc>
              <a:spcBef>
                <a:spcPts val="0"/>
              </a:spcBef>
              <a:buFont typeface="+mj-lt"/>
              <a:buAutoNum type="arabicPeriod"/>
            </a:pPr>
            <a:r>
              <a:rPr lang="id-ID" sz="1200" dirty="0">
                <a:latin typeface="+mj-lt"/>
                <a:ea typeface="Calibri" panose="020F0502020204030204" pitchFamily="34" charset="0"/>
                <a:cs typeface="Arial" panose="020B0604020202020204" pitchFamily="34" charset="0"/>
              </a:rPr>
              <a:t>Gain rasio hanya dimiliki oleh algoritme C4.5</a:t>
            </a:r>
            <a:endParaRPr lang="en-US" sz="1200" dirty="0">
              <a:latin typeface="+mj-lt"/>
              <a:ea typeface="Calibri" panose="020F0502020204030204" pitchFamily="34" charset="0"/>
              <a:cs typeface="Arial" panose="020B0604020202020204" pitchFamily="34" charset="0"/>
            </a:endParaRPr>
          </a:p>
          <a:p>
            <a:pPr marL="257175" indent="-257175">
              <a:lnSpc>
                <a:spcPct val="107000"/>
              </a:lnSpc>
              <a:spcBef>
                <a:spcPts val="0"/>
              </a:spcBef>
              <a:spcAft>
                <a:spcPts val="600"/>
              </a:spcAft>
              <a:buFont typeface="+mj-lt"/>
              <a:buAutoNum type="arabicPeriod"/>
            </a:pPr>
            <a:r>
              <a:rPr lang="id-ID" sz="1200" dirty="0">
                <a:latin typeface="+mj-lt"/>
                <a:ea typeface="Calibri" panose="020F0502020204030204" pitchFamily="34" charset="0"/>
                <a:cs typeface="Arial" panose="020B0604020202020204" pitchFamily="34" charset="0"/>
              </a:rPr>
              <a:t>Gain rasio bisa memberikan nilai sedikit lebih spesifik dibandingkan </a:t>
            </a:r>
            <a:r>
              <a:rPr lang="id-ID" sz="1200" dirty="0" err="1">
                <a:latin typeface="+mj-lt"/>
                <a:ea typeface="Calibri" panose="020F0502020204030204" pitchFamily="34" charset="0"/>
                <a:cs typeface="Arial" panose="020B0604020202020204" pitchFamily="34" charset="0"/>
              </a:rPr>
              <a:t>information</a:t>
            </a:r>
            <a:r>
              <a:rPr lang="id-ID" sz="1200" dirty="0">
                <a:latin typeface="+mj-lt"/>
                <a:ea typeface="Calibri" panose="020F0502020204030204" pitchFamily="34" charset="0"/>
                <a:cs typeface="Arial" panose="020B0604020202020204" pitchFamily="34" charset="0"/>
              </a:rPr>
              <a:t> gain dalam beberapa kasus. </a:t>
            </a:r>
            <a:endParaRPr lang="en-US" sz="1200" dirty="0">
              <a:latin typeface="+mj-lt"/>
              <a:ea typeface="Calibri" panose="020F0502020204030204" pitchFamily="34" charset="0"/>
              <a:cs typeface="Arial" panose="020B0604020202020204" pitchFamily="34" charset="0"/>
            </a:endParaRPr>
          </a:p>
          <a:p>
            <a:endParaRPr lang="en-US" dirty="0">
              <a:latin typeface="+mj-lt"/>
            </a:endParaRPr>
          </a:p>
        </p:txBody>
      </p:sp>
    </p:spTree>
    <p:extLst>
      <p:ext uri="{BB962C8B-B14F-4D97-AF65-F5344CB8AC3E}">
        <p14:creationId xmlns:p14="http://schemas.microsoft.com/office/powerpoint/2010/main" val="3149327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91F8A584-2E61-4AF3-A31B-7E806C1D2578}"/>
              </a:ext>
            </a:extLst>
          </p:cNvPr>
          <p:cNvSpPr>
            <a:spLocks noGrp="1"/>
          </p:cNvSpPr>
          <p:nvPr>
            <p:ph type="title"/>
          </p:nvPr>
        </p:nvSpPr>
        <p:spPr/>
        <p:txBody>
          <a:bodyPr/>
          <a:lstStyle/>
          <a:p>
            <a:r>
              <a:rPr lang="id-ID" dirty="0"/>
              <a:t>Menghitung Gain </a:t>
            </a:r>
            <a:r>
              <a:rPr lang="id-ID" dirty="0" err="1"/>
              <a:t>Ratio</a:t>
            </a:r>
            <a:endParaRPr lang="en-US"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7AF93E42-6D03-4E7B-A403-A7E40165B548}"/>
                  </a:ext>
                </a:extLst>
              </p:cNvPr>
              <p:cNvSpPr>
                <a:spLocks noGrp="1"/>
              </p:cNvSpPr>
              <p:nvPr>
                <p:ph idx="1"/>
              </p:nvPr>
            </p:nvSpPr>
            <p:spPr/>
            <p:txBody>
              <a:bodyPr/>
              <a:lstStyle/>
              <a:p>
                <a:pPr marL="0">
                  <a:lnSpc>
                    <a:spcPct val="107000"/>
                  </a:lnSpc>
                  <a:spcBef>
                    <a:spcPts val="0"/>
                  </a:spcBef>
                  <a:spcAft>
                    <a:spcPts val="600"/>
                  </a:spcAft>
                </a:pPr>
                <a:r>
                  <a:rPr lang="id-ID" sz="1350" dirty="0">
                    <a:latin typeface="+mj-lt"/>
                    <a:ea typeface="Calibri" panose="020F0502020204030204" pitchFamily="34" charset="0"/>
                    <a:cs typeface="Arial" panose="020B0604020202020204" pitchFamily="34" charset="0"/>
                  </a:rPr>
                  <a:t>Cara menghitung nilai gain rasio cukup mudah. Hanya dengan menentukan nilai </a:t>
                </a:r>
                <a:r>
                  <a:rPr lang="id-ID" sz="1350" dirty="0" err="1">
                    <a:latin typeface="+mj-lt"/>
                    <a:ea typeface="Calibri" panose="020F0502020204030204" pitchFamily="34" charset="0"/>
                    <a:cs typeface="Arial" panose="020B0604020202020204" pitchFamily="34" charset="0"/>
                  </a:rPr>
                  <a:t>information</a:t>
                </a:r>
                <a:r>
                  <a:rPr lang="id-ID" sz="1350" dirty="0">
                    <a:latin typeface="+mj-lt"/>
                    <a:ea typeface="Calibri" panose="020F0502020204030204" pitchFamily="34" charset="0"/>
                    <a:cs typeface="Arial" panose="020B0604020202020204" pitchFamily="34" charset="0"/>
                  </a:rPr>
                  <a:t> gain dan </a:t>
                </a:r>
                <a:r>
                  <a:rPr lang="id-ID" sz="1350" dirty="0" err="1">
                    <a:latin typeface="+mj-lt"/>
                    <a:ea typeface="Calibri" panose="020F0502020204030204" pitchFamily="34" charset="0"/>
                    <a:cs typeface="Arial" panose="020B0604020202020204" pitchFamily="34" charset="0"/>
                  </a:rPr>
                  <a:t>splitinfo</a:t>
                </a:r>
                <a:r>
                  <a:rPr lang="id-ID" sz="1350" dirty="0">
                    <a:latin typeface="+mj-lt"/>
                    <a:ea typeface="Calibri" panose="020F0502020204030204" pitchFamily="34" charset="0"/>
                    <a:cs typeface="Arial" panose="020B0604020202020204" pitchFamily="34" charset="0"/>
                  </a:rPr>
                  <a:t> dari suatu kelas. </a:t>
                </a:r>
              </a:p>
              <a:p>
                <a:pPr marL="0">
                  <a:lnSpc>
                    <a:spcPct val="107000"/>
                  </a:lnSpc>
                  <a:spcBef>
                    <a:spcPts val="0"/>
                  </a:spcBef>
                  <a:spcAft>
                    <a:spcPts val="600"/>
                  </a:spcAft>
                </a:pPr>
                <a:r>
                  <a:rPr lang="id-ID" sz="1350" dirty="0">
                    <a:latin typeface="+mj-lt"/>
                    <a:ea typeface="Calibri" panose="020F0502020204030204" pitchFamily="34" charset="0"/>
                    <a:cs typeface="Arial" panose="020B0604020202020204" pitchFamily="34" charset="0"/>
                  </a:rPr>
                  <a:t>Persamaan </a:t>
                </a:r>
                <a:r>
                  <a:rPr lang="id-ID" sz="1350" dirty="0" err="1">
                    <a:latin typeface="+mj-lt"/>
                    <a:ea typeface="Calibri" panose="020F0502020204030204" pitchFamily="34" charset="0"/>
                    <a:cs typeface="Arial" panose="020B0604020202020204" pitchFamily="34" charset="0"/>
                  </a:rPr>
                  <a:t>SplitInfo</a:t>
                </a:r>
                <a:r>
                  <a:rPr lang="id-ID" sz="1350" dirty="0">
                    <a:latin typeface="+mj-lt"/>
                    <a:ea typeface="Calibri" panose="020F0502020204030204" pitchFamily="34" charset="0"/>
                    <a:cs typeface="Arial" panose="020B0604020202020204" pitchFamily="34" charset="0"/>
                  </a:rPr>
                  <a:t> adalah:</a:t>
                </a:r>
                <a:endParaRPr lang="en-US" sz="1350" dirty="0">
                  <a:latin typeface="+mj-lt"/>
                  <a:ea typeface="Calibri" panose="020F0502020204030204" pitchFamily="34" charset="0"/>
                  <a:cs typeface="Arial" panose="020B0604020202020204" pitchFamily="34" charset="0"/>
                </a:endParaRPr>
              </a:p>
              <a:p>
                <a:pPr marL="0" indent="0">
                  <a:lnSpc>
                    <a:spcPct val="107000"/>
                  </a:lnSpc>
                  <a:spcBef>
                    <a:spcPts val="0"/>
                  </a:spcBef>
                  <a:spcAft>
                    <a:spcPts val="600"/>
                  </a:spcAft>
                  <a:buNone/>
                </a:pPr>
                <a14:m>
                  <m:oMathPara xmlns:m="http://schemas.openxmlformats.org/officeDocument/2006/math">
                    <m:oMathParaPr>
                      <m:jc m:val="centerGroup"/>
                    </m:oMathParaPr>
                    <m:oMath xmlns:m="http://schemas.openxmlformats.org/officeDocument/2006/math">
                      <m:r>
                        <a:rPr lang="en-US" sz="1350" i="1">
                          <a:latin typeface="Cambria Math" panose="02040503050406030204" pitchFamily="18" charset="0"/>
                          <a:ea typeface="Calibri" panose="020F0502020204030204" pitchFamily="34" charset="0"/>
                          <a:cs typeface="Arial" panose="020B0604020202020204" pitchFamily="34" charset="0"/>
                        </a:rPr>
                        <m:t>𝑆𝑝𝑙𝑖𝑡𝐼𝑛𝑓</m:t>
                      </m:r>
                      <m:sSub>
                        <m:sSubPr>
                          <m:ctrlPr>
                            <a:rPr lang="en-US" sz="1350" i="1">
                              <a:latin typeface="Cambria Math" panose="02040503050406030204" pitchFamily="18" charset="0"/>
                              <a:ea typeface="Calibri" panose="020F0502020204030204" pitchFamily="34" charset="0"/>
                              <a:cs typeface="Arial" panose="020B0604020202020204" pitchFamily="34" charset="0"/>
                            </a:rPr>
                          </m:ctrlPr>
                        </m:sSubPr>
                        <m:e>
                          <m:r>
                            <a:rPr lang="en-US" sz="1350" i="1">
                              <a:latin typeface="Cambria Math" panose="02040503050406030204" pitchFamily="18" charset="0"/>
                              <a:ea typeface="Calibri" panose="020F0502020204030204" pitchFamily="34" charset="0"/>
                              <a:cs typeface="Arial" panose="020B0604020202020204" pitchFamily="34" charset="0"/>
                            </a:rPr>
                            <m:t>𝑜</m:t>
                          </m:r>
                        </m:e>
                        <m:sub>
                          <m:r>
                            <a:rPr lang="en-US" sz="1350" i="1">
                              <a:latin typeface="Cambria Math" panose="02040503050406030204" pitchFamily="18" charset="0"/>
                              <a:ea typeface="Calibri" panose="020F0502020204030204" pitchFamily="34" charset="0"/>
                              <a:cs typeface="Arial" panose="020B0604020202020204" pitchFamily="34" charset="0"/>
                            </a:rPr>
                            <m:t>𝐴</m:t>
                          </m:r>
                        </m:sub>
                      </m:sSub>
                      <m:r>
                        <a:rPr lang="en-US" sz="1350" i="1">
                          <a:latin typeface="Cambria Math" panose="02040503050406030204" pitchFamily="18" charset="0"/>
                          <a:ea typeface="Calibri" panose="020F0502020204030204" pitchFamily="34" charset="0"/>
                          <a:cs typeface="Arial" panose="020B0604020202020204" pitchFamily="34" charset="0"/>
                        </a:rPr>
                        <m:t>(</m:t>
                      </m:r>
                      <m:r>
                        <a:rPr lang="en-US" sz="1350" i="1">
                          <a:latin typeface="Cambria Math" panose="02040503050406030204" pitchFamily="18" charset="0"/>
                          <a:ea typeface="Calibri" panose="020F0502020204030204" pitchFamily="34" charset="0"/>
                          <a:cs typeface="Arial" panose="020B0604020202020204" pitchFamily="34" charset="0"/>
                        </a:rPr>
                        <m:t>𝐷</m:t>
                      </m:r>
                      <m:r>
                        <a:rPr lang="en-US" sz="1350" i="1">
                          <a:latin typeface="Cambria Math" panose="02040503050406030204" pitchFamily="18" charset="0"/>
                          <a:ea typeface="Calibri" panose="020F0502020204030204" pitchFamily="34" charset="0"/>
                          <a:cs typeface="Arial" panose="020B0604020202020204" pitchFamily="34" charset="0"/>
                        </a:rPr>
                        <m:t>)=−</m:t>
                      </m:r>
                      <m:nary>
                        <m:naryPr>
                          <m:chr m:val="∑"/>
                          <m:ctrlPr>
                            <a:rPr lang="en-US" sz="1350" i="1">
                              <a:latin typeface="Cambria Math" panose="02040503050406030204" pitchFamily="18" charset="0"/>
                              <a:ea typeface="Calibri" panose="020F0502020204030204" pitchFamily="34" charset="0"/>
                              <a:cs typeface="Arial" panose="020B0604020202020204" pitchFamily="34" charset="0"/>
                            </a:rPr>
                          </m:ctrlPr>
                        </m:naryPr>
                        <m:sub>
                          <m:r>
                            <a:rPr lang="en-US" sz="1350" i="1">
                              <a:latin typeface="Cambria Math" panose="02040503050406030204" pitchFamily="18" charset="0"/>
                              <a:ea typeface="Calibri" panose="020F0502020204030204" pitchFamily="34" charset="0"/>
                              <a:cs typeface="Arial" panose="020B0604020202020204" pitchFamily="34" charset="0"/>
                            </a:rPr>
                            <m:t>𝑗</m:t>
                          </m:r>
                          <m:r>
                            <a:rPr lang="en-US" sz="1350" i="1">
                              <a:latin typeface="Cambria Math" panose="02040503050406030204" pitchFamily="18" charset="0"/>
                              <a:ea typeface="Calibri" panose="020F0502020204030204" pitchFamily="34" charset="0"/>
                              <a:cs typeface="Arial" panose="020B0604020202020204" pitchFamily="34" charset="0"/>
                            </a:rPr>
                            <m:t>=1</m:t>
                          </m:r>
                        </m:sub>
                        <m:sup>
                          <m:r>
                            <a:rPr lang="en-US" sz="1350" i="1">
                              <a:latin typeface="Cambria Math" panose="02040503050406030204" pitchFamily="18" charset="0"/>
                              <a:ea typeface="Calibri" panose="020F0502020204030204" pitchFamily="34" charset="0"/>
                              <a:cs typeface="Arial" panose="020B0604020202020204" pitchFamily="34" charset="0"/>
                            </a:rPr>
                            <m:t>𝑣</m:t>
                          </m:r>
                        </m:sup>
                        <m:e>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en-US" sz="1350" i="1">
                                  <a:latin typeface="Cambria Math" panose="02040503050406030204" pitchFamily="18" charset="0"/>
                                  <a:ea typeface="Calibri" panose="020F0502020204030204" pitchFamily="34" charset="0"/>
                                  <a:cs typeface="Arial" panose="020B0604020202020204" pitchFamily="34" charset="0"/>
                                </a:rPr>
                                <m:t>|</m:t>
                              </m:r>
                              <m:sSub>
                                <m:sSubPr>
                                  <m:ctrlPr>
                                    <a:rPr lang="en-US" sz="1350" i="1">
                                      <a:latin typeface="Cambria Math" panose="02040503050406030204" pitchFamily="18" charset="0"/>
                                      <a:ea typeface="Calibri" panose="020F0502020204030204" pitchFamily="34" charset="0"/>
                                      <a:cs typeface="Arial" panose="020B0604020202020204" pitchFamily="34" charset="0"/>
                                    </a:rPr>
                                  </m:ctrlPr>
                                </m:sSubPr>
                                <m:e>
                                  <m:r>
                                    <a:rPr lang="en-US" sz="1350" i="1">
                                      <a:latin typeface="Cambria Math" panose="02040503050406030204" pitchFamily="18" charset="0"/>
                                      <a:ea typeface="Calibri" panose="020F0502020204030204" pitchFamily="34" charset="0"/>
                                      <a:cs typeface="Arial" panose="020B0604020202020204" pitchFamily="34" charset="0"/>
                                    </a:rPr>
                                    <m:t>𝐷</m:t>
                                  </m:r>
                                </m:e>
                                <m:sub>
                                  <m:r>
                                    <a:rPr lang="en-US" sz="1350" i="1">
                                      <a:latin typeface="Cambria Math" panose="02040503050406030204" pitchFamily="18" charset="0"/>
                                      <a:ea typeface="Calibri" panose="020F0502020204030204" pitchFamily="34" charset="0"/>
                                      <a:cs typeface="Arial" panose="020B0604020202020204" pitchFamily="34" charset="0"/>
                                    </a:rPr>
                                    <m:t>𝑗</m:t>
                                  </m:r>
                                </m:sub>
                              </m:sSub>
                              <m:r>
                                <a:rPr lang="en-US" sz="1350" i="1">
                                  <a:latin typeface="Cambria Math" panose="02040503050406030204" pitchFamily="18" charset="0"/>
                                  <a:ea typeface="Calibri" panose="020F0502020204030204" pitchFamily="34" charset="0"/>
                                  <a:cs typeface="Arial" panose="020B0604020202020204" pitchFamily="34" charset="0"/>
                                </a:rPr>
                                <m:t>|</m:t>
                              </m:r>
                            </m:num>
                            <m:den>
                              <m:r>
                                <a:rPr lang="en-US" sz="1350" i="1">
                                  <a:latin typeface="Cambria Math" panose="02040503050406030204" pitchFamily="18" charset="0"/>
                                  <a:ea typeface="Calibri" panose="020F0502020204030204" pitchFamily="34" charset="0"/>
                                  <a:cs typeface="Arial" panose="020B0604020202020204" pitchFamily="34" charset="0"/>
                                </a:rPr>
                                <m:t>|</m:t>
                              </m:r>
                              <m:r>
                                <a:rPr lang="en-US" sz="1350" i="1">
                                  <a:latin typeface="Cambria Math" panose="02040503050406030204" pitchFamily="18" charset="0"/>
                                  <a:ea typeface="Calibri" panose="020F0502020204030204" pitchFamily="34" charset="0"/>
                                  <a:cs typeface="Arial" panose="020B0604020202020204" pitchFamily="34" charset="0"/>
                                </a:rPr>
                                <m:t>𝐷</m:t>
                              </m:r>
                              <m:r>
                                <a:rPr lang="en-US" sz="1350" i="1">
                                  <a:latin typeface="Cambria Math" panose="02040503050406030204" pitchFamily="18" charset="0"/>
                                  <a:ea typeface="Calibri" panose="020F0502020204030204" pitchFamily="34" charset="0"/>
                                  <a:cs typeface="Arial" panose="020B0604020202020204" pitchFamily="34" charset="0"/>
                                </a:rPr>
                                <m:t>|</m:t>
                              </m:r>
                            </m:den>
                          </m:f>
                        </m:e>
                      </m:nary>
                      <m:r>
                        <a:rPr lang="en-US" sz="1350" i="1">
                          <a:latin typeface="Cambria Math" panose="02040503050406030204" pitchFamily="18" charset="0"/>
                          <a:ea typeface="Calibri" panose="020F0502020204030204" pitchFamily="34" charset="0"/>
                          <a:cs typeface="Arial" panose="020B0604020202020204" pitchFamily="34" charset="0"/>
                        </a:rPr>
                        <m:t>×</m:t>
                      </m:r>
                      <m:func>
                        <m:funcPr>
                          <m:ctrlPr>
                            <a:rPr lang="en-US" sz="1350" i="1">
                              <a:latin typeface="Cambria Math" panose="02040503050406030204" pitchFamily="18" charset="0"/>
                              <a:ea typeface="Calibri" panose="020F0502020204030204" pitchFamily="34" charset="0"/>
                              <a:cs typeface="Arial" panose="020B0604020202020204" pitchFamily="34" charset="0"/>
                            </a:rPr>
                          </m:ctrlPr>
                        </m:funcPr>
                        <m:fName>
                          <m:sSub>
                            <m:sSubPr>
                              <m:ctrlPr>
                                <a:rPr lang="en-US" sz="1350" i="1">
                                  <a:latin typeface="Cambria Math" panose="02040503050406030204" pitchFamily="18" charset="0"/>
                                  <a:ea typeface="Calibri" panose="020F0502020204030204" pitchFamily="34" charset="0"/>
                                  <a:cs typeface="Arial" panose="020B0604020202020204" pitchFamily="34" charset="0"/>
                                </a:rPr>
                              </m:ctrlPr>
                            </m:sSubPr>
                            <m:e>
                              <m:r>
                                <a:rPr lang="en-US" sz="1350" i="1">
                                  <a:latin typeface="Cambria Math" panose="02040503050406030204" pitchFamily="18" charset="0"/>
                                  <a:ea typeface="Calibri" panose="020F0502020204030204" pitchFamily="34" charset="0"/>
                                  <a:cs typeface="Arial" panose="020B0604020202020204" pitchFamily="34" charset="0"/>
                                </a:rPr>
                                <m:t>𝑙𝑜𝑔</m:t>
                              </m:r>
                            </m:e>
                            <m:sub>
                              <m:r>
                                <a:rPr lang="en-US" sz="1350" i="1">
                                  <a:latin typeface="Cambria Math" panose="02040503050406030204" pitchFamily="18" charset="0"/>
                                  <a:ea typeface="Calibri" panose="020F0502020204030204" pitchFamily="34" charset="0"/>
                                  <a:cs typeface="Arial" panose="020B0604020202020204" pitchFamily="34" charset="0"/>
                                </a:rPr>
                                <m:t>2</m:t>
                              </m:r>
                            </m:sub>
                          </m:sSub>
                        </m:fName>
                        <m:e>
                          <m:r>
                            <a:rPr lang="en-US" sz="1350" i="1">
                              <a:latin typeface="Cambria Math" panose="02040503050406030204" pitchFamily="18" charset="0"/>
                              <a:ea typeface="Calibri" panose="020F0502020204030204" pitchFamily="34" charset="0"/>
                              <a:cs typeface="Arial" panose="020B0604020202020204" pitchFamily="34" charset="0"/>
                            </a:rPr>
                            <m:t>(</m:t>
                          </m:r>
                        </m:e>
                      </m:func>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en-US" sz="1350" i="1">
                              <a:latin typeface="Cambria Math" panose="02040503050406030204" pitchFamily="18" charset="0"/>
                              <a:ea typeface="Calibri" panose="020F0502020204030204" pitchFamily="34" charset="0"/>
                              <a:cs typeface="Arial" panose="020B0604020202020204" pitchFamily="34" charset="0"/>
                            </a:rPr>
                            <m:t>|</m:t>
                          </m:r>
                          <m:sSub>
                            <m:sSubPr>
                              <m:ctrlPr>
                                <a:rPr lang="en-US" sz="1350" i="1">
                                  <a:latin typeface="Cambria Math" panose="02040503050406030204" pitchFamily="18" charset="0"/>
                                  <a:ea typeface="Calibri" panose="020F0502020204030204" pitchFamily="34" charset="0"/>
                                  <a:cs typeface="Arial" panose="020B0604020202020204" pitchFamily="34" charset="0"/>
                                </a:rPr>
                              </m:ctrlPr>
                            </m:sSubPr>
                            <m:e>
                              <m:r>
                                <a:rPr lang="en-US" sz="1350" i="1">
                                  <a:latin typeface="Cambria Math" panose="02040503050406030204" pitchFamily="18" charset="0"/>
                                  <a:ea typeface="Calibri" panose="020F0502020204030204" pitchFamily="34" charset="0"/>
                                  <a:cs typeface="Arial" panose="020B0604020202020204" pitchFamily="34" charset="0"/>
                                </a:rPr>
                                <m:t>𝐷</m:t>
                              </m:r>
                            </m:e>
                            <m:sub>
                              <m:r>
                                <a:rPr lang="en-US" sz="1350" i="1">
                                  <a:latin typeface="Cambria Math" panose="02040503050406030204" pitchFamily="18" charset="0"/>
                                  <a:ea typeface="Calibri" panose="020F0502020204030204" pitchFamily="34" charset="0"/>
                                  <a:cs typeface="Arial" panose="020B0604020202020204" pitchFamily="34" charset="0"/>
                                </a:rPr>
                                <m:t>𝑗</m:t>
                              </m:r>
                            </m:sub>
                          </m:sSub>
                          <m:r>
                            <a:rPr lang="en-US" sz="1350" i="1">
                              <a:latin typeface="Cambria Math" panose="02040503050406030204" pitchFamily="18" charset="0"/>
                              <a:ea typeface="Calibri" panose="020F0502020204030204" pitchFamily="34" charset="0"/>
                              <a:cs typeface="Arial" panose="020B0604020202020204" pitchFamily="34" charset="0"/>
                            </a:rPr>
                            <m:t>|</m:t>
                          </m:r>
                        </m:num>
                        <m:den>
                          <m:r>
                            <a:rPr lang="en-US" sz="1350" i="1">
                              <a:latin typeface="Cambria Math" panose="02040503050406030204" pitchFamily="18" charset="0"/>
                              <a:ea typeface="Calibri" panose="020F0502020204030204" pitchFamily="34" charset="0"/>
                              <a:cs typeface="Arial" panose="020B0604020202020204" pitchFamily="34" charset="0"/>
                            </a:rPr>
                            <m:t>|</m:t>
                          </m:r>
                          <m:r>
                            <a:rPr lang="en-US" sz="1350" i="1">
                              <a:latin typeface="Cambria Math" panose="02040503050406030204" pitchFamily="18" charset="0"/>
                              <a:ea typeface="Calibri" panose="020F0502020204030204" pitchFamily="34" charset="0"/>
                              <a:cs typeface="Arial" panose="020B0604020202020204" pitchFamily="34" charset="0"/>
                            </a:rPr>
                            <m:t>𝐷</m:t>
                          </m:r>
                          <m:r>
                            <a:rPr lang="en-US" sz="1350" i="1">
                              <a:latin typeface="Cambria Math" panose="02040503050406030204" pitchFamily="18" charset="0"/>
                              <a:ea typeface="Calibri" panose="020F0502020204030204" pitchFamily="34" charset="0"/>
                              <a:cs typeface="Arial" panose="020B0604020202020204" pitchFamily="34" charset="0"/>
                            </a:rPr>
                            <m:t>|</m:t>
                          </m:r>
                        </m:den>
                      </m:f>
                      <m:r>
                        <a:rPr lang="en-US" sz="1350" i="1">
                          <a:latin typeface="Cambria Math" panose="02040503050406030204" pitchFamily="18" charset="0"/>
                          <a:ea typeface="Calibri" panose="020F0502020204030204" pitchFamily="34" charset="0"/>
                          <a:cs typeface="Arial" panose="020B0604020202020204" pitchFamily="34" charset="0"/>
                        </a:rPr>
                        <m:t>)</m:t>
                      </m:r>
                    </m:oMath>
                  </m:oMathPara>
                </a14:m>
                <a:endParaRPr lang="en-US" sz="1350" dirty="0">
                  <a:latin typeface="+mj-lt"/>
                  <a:ea typeface="Calibri" panose="020F0502020204030204" pitchFamily="34" charset="0"/>
                  <a:cs typeface="Arial" panose="020B0604020202020204" pitchFamily="34" charset="0"/>
                </a:endParaRPr>
              </a:p>
              <a:p>
                <a:pPr marL="0" indent="0">
                  <a:lnSpc>
                    <a:spcPct val="107000"/>
                  </a:lnSpc>
                  <a:spcBef>
                    <a:spcPts val="0"/>
                  </a:spcBef>
                  <a:spcAft>
                    <a:spcPts val="600"/>
                  </a:spcAft>
                  <a:buNone/>
                </a:pPr>
                <a:r>
                  <a:rPr lang="id-ID" sz="1350" dirty="0">
                    <a:latin typeface="+mj-lt"/>
                    <a:ea typeface="Times New Roman" panose="02020603050405020304" pitchFamily="18" charset="0"/>
                    <a:cs typeface="Arial" panose="020B0604020202020204" pitchFamily="34" charset="0"/>
                  </a:rPr>
                  <a:t>Keterangan:</a:t>
                </a:r>
                <a:endParaRPr lang="en-US" sz="1350" dirty="0">
                  <a:latin typeface="+mj-lt"/>
                  <a:ea typeface="Calibri" panose="020F0502020204030204" pitchFamily="34" charset="0"/>
                  <a:cs typeface="Arial" panose="020B0604020202020204" pitchFamily="34" charset="0"/>
                </a:endParaRPr>
              </a:p>
              <a:p>
                <a:pPr marL="257175" indent="-257175">
                  <a:lnSpc>
                    <a:spcPct val="107000"/>
                  </a:lnSpc>
                  <a:spcBef>
                    <a:spcPts val="0"/>
                  </a:spcBef>
                  <a:buFont typeface="Symbol" panose="05050102010706020507" pitchFamily="18" charset="2"/>
                  <a:buChar char=""/>
                </a:pPr>
                <a14:m>
                  <m:oMath xmlns:m="http://schemas.openxmlformats.org/officeDocument/2006/math">
                    <m:sSub>
                      <m:sSubPr>
                        <m:ctrlPr>
                          <a:rPr lang="en-US" sz="1350" i="1">
                            <a:latin typeface="Cambria Math" panose="02040503050406030204" pitchFamily="18" charset="0"/>
                            <a:ea typeface="Calibri" panose="020F0502020204030204" pitchFamily="34" charset="0"/>
                            <a:cs typeface="Arial" panose="020B0604020202020204" pitchFamily="34" charset="0"/>
                          </a:rPr>
                        </m:ctrlPr>
                      </m:sSubPr>
                      <m:e>
                        <m:r>
                          <a:rPr lang="en-US" sz="1350" i="1">
                            <a:latin typeface="Cambria Math" panose="02040503050406030204" pitchFamily="18" charset="0"/>
                            <a:ea typeface="Calibri" panose="020F0502020204030204" pitchFamily="34" charset="0"/>
                            <a:cs typeface="Arial" panose="020B0604020202020204" pitchFamily="34" charset="0"/>
                          </a:rPr>
                          <m:t>𝐷</m:t>
                        </m:r>
                      </m:e>
                      <m:sub>
                        <m:r>
                          <a:rPr lang="en-US" sz="1350" i="1">
                            <a:latin typeface="Cambria Math" panose="02040503050406030204" pitchFamily="18" charset="0"/>
                            <a:ea typeface="Calibri" panose="020F0502020204030204" pitchFamily="34" charset="0"/>
                            <a:cs typeface="Arial" panose="020B0604020202020204" pitchFamily="34" charset="0"/>
                          </a:rPr>
                          <m:t>𝑗</m:t>
                        </m:r>
                      </m:sub>
                    </m:sSub>
                  </m:oMath>
                </a14:m>
                <a:r>
                  <a:rPr lang="id-ID" sz="1350" dirty="0">
                    <a:latin typeface="+mj-lt"/>
                    <a:ea typeface="Times New Roman" panose="02020603050405020304" pitchFamily="18" charset="0"/>
                    <a:cs typeface="Arial" panose="020B0604020202020204" pitchFamily="34" charset="0"/>
                  </a:rPr>
                  <a:t>	= Jumlah setiap kelas dalam suatu atribut.</a:t>
                </a:r>
                <a:endParaRPr lang="en-US" sz="1350" dirty="0">
                  <a:latin typeface="+mj-lt"/>
                  <a:ea typeface="Calibri" panose="020F0502020204030204" pitchFamily="34" charset="0"/>
                  <a:cs typeface="Arial" panose="020B0604020202020204" pitchFamily="34" charset="0"/>
                </a:endParaRPr>
              </a:p>
              <a:p>
                <a:pPr marL="257175" indent="-257175">
                  <a:lnSpc>
                    <a:spcPct val="107000"/>
                  </a:lnSpc>
                  <a:spcBef>
                    <a:spcPts val="0"/>
                  </a:spcBef>
                  <a:spcAft>
                    <a:spcPts val="600"/>
                  </a:spcAft>
                  <a:buFont typeface="Symbol" panose="05050102010706020507" pitchFamily="18" charset="2"/>
                  <a:buChar char=""/>
                </a:pPr>
                <a14:m>
                  <m:oMath xmlns:m="http://schemas.openxmlformats.org/officeDocument/2006/math">
                    <m:r>
                      <a:rPr lang="en-US" sz="1350" i="1">
                        <a:latin typeface="Cambria Math" panose="02040503050406030204" pitchFamily="18" charset="0"/>
                        <a:ea typeface="Calibri" panose="020F0502020204030204" pitchFamily="34" charset="0"/>
                        <a:cs typeface="Arial" panose="020B0604020202020204" pitchFamily="34" charset="0"/>
                      </a:rPr>
                      <m:t>𝐷</m:t>
                    </m:r>
                  </m:oMath>
                </a14:m>
                <a:r>
                  <a:rPr lang="id-ID" sz="1350" dirty="0">
                    <a:latin typeface="+mj-lt"/>
                    <a:ea typeface="Times New Roman" panose="02020603050405020304" pitchFamily="18" charset="0"/>
                    <a:cs typeface="Arial" panose="020B0604020202020204" pitchFamily="34" charset="0"/>
                  </a:rPr>
                  <a:t>	= Jumlah seluruh </a:t>
                </a:r>
                <a:r>
                  <a:rPr lang="id-ID" sz="1350" dirty="0" err="1">
                    <a:latin typeface="+mj-lt"/>
                    <a:ea typeface="Times New Roman" panose="02020603050405020304" pitchFamily="18" charset="0"/>
                    <a:cs typeface="Arial" panose="020B0604020202020204" pitchFamily="34" charset="0"/>
                  </a:rPr>
                  <a:t>tupel</a:t>
                </a:r>
                <a:r>
                  <a:rPr lang="id-ID" sz="1350" dirty="0">
                    <a:latin typeface="+mj-lt"/>
                    <a:ea typeface="Times New Roman" panose="02020603050405020304" pitchFamily="18" charset="0"/>
                    <a:cs typeface="Arial" panose="020B0604020202020204" pitchFamily="34" charset="0"/>
                  </a:rPr>
                  <a:t> dalam </a:t>
                </a:r>
                <a:r>
                  <a:rPr lang="id-ID" sz="1350" dirty="0" err="1">
                    <a:latin typeface="+mj-lt"/>
                    <a:ea typeface="Times New Roman" panose="02020603050405020304" pitchFamily="18" charset="0"/>
                    <a:cs typeface="Arial" panose="020B0604020202020204" pitchFamily="34" charset="0"/>
                  </a:rPr>
                  <a:t>dataset</a:t>
                </a:r>
                <a:r>
                  <a:rPr lang="id-ID" sz="1350" dirty="0">
                    <a:latin typeface="+mj-lt"/>
                    <a:ea typeface="Times New Roman" panose="02020603050405020304" pitchFamily="18" charset="0"/>
                    <a:cs typeface="Arial" panose="020B0604020202020204" pitchFamily="34" charset="0"/>
                  </a:rPr>
                  <a:t>.</a:t>
                </a:r>
                <a:endParaRPr lang="en-US" sz="1350" dirty="0">
                  <a:latin typeface="+mj-lt"/>
                  <a:ea typeface="Calibri" panose="020F0502020204030204" pitchFamily="34" charset="0"/>
                  <a:cs typeface="Arial" panose="020B0604020202020204" pitchFamily="34" charset="0"/>
                </a:endParaRPr>
              </a:p>
              <a:p>
                <a:endParaRPr lang="en-US" dirty="0">
                  <a:latin typeface="+mj-lt"/>
                </a:endParaRPr>
              </a:p>
            </p:txBody>
          </p:sp>
        </mc:Choice>
        <mc:Fallback xmlns="">
          <p:sp>
            <p:nvSpPr>
              <p:cNvPr id="3" name="Tampungan Konten 2">
                <a:extLst>
                  <a:ext uri="{FF2B5EF4-FFF2-40B4-BE49-F238E27FC236}">
                    <a16:creationId xmlns:a16="http://schemas.microsoft.com/office/drawing/2014/main" id="{7AF93E42-6D03-4E7B-A403-A7E40165B548}"/>
                  </a:ext>
                </a:extLst>
              </p:cNvPr>
              <p:cNvSpPr>
                <a:spLocks noGrp="1" noRot="1" noChangeAspect="1" noMove="1" noResize="1" noEditPoints="1" noAdjustHandles="1" noChangeArrowheads="1" noChangeShapeType="1" noTextEdit="1"/>
              </p:cNvSpPr>
              <p:nvPr>
                <p:ph idx="1"/>
              </p:nvPr>
            </p:nvSpPr>
            <p:spPr>
              <a:blipFill>
                <a:blip r:embed="rId2"/>
                <a:stretch>
                  <a:fillRect l="-206" t="-187"/>
                </a:stretch>
              </a:blipFill>
            </p:spPr>
            <p:txBody>
              <a:bodyPr/>
              <a:lstStyle/>
              <a:p>
                <a:r>
                  <a:rPr lang="en-US">
                    <a:noFill/>
                  </a:rPr>
                  <a:t> </a:t>
                </a:r>
              </a:p>
            </p:txBody>
          </p:sp>
        </mc:Fallback>
      </mc:AlternateContent>
    </p:spTree>
    <p:extLst>
      <p:ext uri="{BB962C8B-B14F-4D97-AF65-F5344CB8AC3E}">
        <p14:creationId xmlns:p14="http://schemas.microsoft.com/office/powerpoint/2010/main" val="39045112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A3DE461-F486-405C-91C8-72CA1E5E3AEF}"/>
              </a:ext>
            </a:extLst>
          </p:cNvPr>
          <p:cNvSpPr>
            <a:spLocks noGrp="1"/>
          </p:cNvSpPr>
          <p:nvPr>
            <p:ph type="title"/>
          </p:nvPr>
        </p:nvSpPr>
        <p:spPr/>
        <p:txBody>
          <a:bodyPr/>
          <a:lstStyle/>
          <a:p>
            <a:r>
              <a:rPr lang="id-ID" dirty="0"/>
              <a:t>Contoh kasus</a:t>
            </a:r>
            <a:endParaRPr lang="en-US"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06785C22-76A4-4E32-8675-9A3B0B9BBC59}"/>
                  </a:ext>
                </a:extLst>
              </p:cNvPr>
              <p:cNvSpPr>
                <a:spLocks noGrp="1"/>
              </p:cNvSpPr>
              <p:nvPr>
                <p:ph idx="1"/>
              </p:nvPr>
            </p:nvSpPr>
            <p:spPr>
              <a:xfrm>
                <a:off x="471488" y="1028781"/>
                <a:ext cx="5915025" cy="2609769"/>
              </a:xfrm>
            </p:spPr>
            <p:txBody>
              <a:bodyPr>
                <a:normAutofit fontScale="92500"/>
              </a:bodyPr>
              <a:lstStyle/>
              <a:p>
                <a:pPr marL="0" indent="0">
                  <a:lnSpc>
                    <a:spcPct val="107000"/>
                  </a:lnSpc>
                  <a:spcBef>
                    <a:spcPts val="0"/>
                  </a:spcBef>
                  <a:spcAft>
                    <a:spcPts val="600"/>
                  </a:spcAft>
                  <a:buNone/>
                </a:pPr>
                <a14:m>
                  <m:oMathPara xmlns:m="http://schemas.openxmlformats.org/officeDocument/2006/math">
                    <m:oMathParaPr>
                      <m:jc m:val="centerGroup"/>
                    </m:oMathParaPr>
                    <m:oMath xmlns:m="http://schemas.openxmlformats.org/officeDocument/2006/math">
                      <m:r>
                        <a:rPr lang="en-US" sz="1350" i="1">
                          <a:latin typeface="Cambria Math" panose="02040503050406030204" pitchFamily="18" charset="0"/>
                          <a:ea typeface="Calibri" panose="020F0502020204030204" pitchFamily="34" charset="0"/>
                          <a:cs typeface="Arial" panose="020B0604020202020204" pitchFamily="34" charset="0"/>
                        </a:rPr>
                        <m:t>𝑆𝑝𝑙𝑖𝑡𝐼𝑛𝑓</m:t>
                      </m:r>
                      <m:sSub>
                        <m:sSubPr>
                          <m:ctrlPr>
                            <a:rPr lang="en-US" sz="1350" i="1">
                              <a:latin typeface="Cambria Math" panose="02040503050406030204" pitchFamily="18" charset="0"/>
                              <a:ea typeface="Calibri" panose="020F0502020204030204" pitchFamily="34" charset="0"/>
                              <a:cs typeface="Arial" panose="020B0604020202020204" pitchFamily="34" charset="0"/>
                            </a:rPr>
                          </m:ctrlPr>
                        </m:sSubPr>
                        <m:e>
                          <m:r>
                            <a:rPr lang="en-US" sz="1350" i="1">
                              <a:latin typeface="Cambria Math" panose="02040503050406030204" pitchFamily="18" charset="0"/>
                              <a:ea typeface="Calibri" panose="020F0502020204030204" pitchFamily="34" charset="0"/>
                              <a:cs typeface="Arial" panose="020B0604020202020204" pitchFamily="34" charset="0"/>
                            </a:rPr>
                            <m:t>𝑜</m:t>
                          </m:r>
                        </m:e>
                        <m:sub>
                          <m:r>
                            <a:rPr lang="en-US" sz="1350" i="1">
                              <a:latin typeface="Cambria Math" panose="02040503050406030204" pitchFamily="18" charset="0"/>
                              <a:ea typeface="Calibri" panose="020F0502020204030204" pitchFamily="34" charset="0"/>
                              <a:cs typeface="Arial" panose="020B0604020202020204" pitchFamily="34" charset="0"/>
                            </a:rPr>
                            <m:t>𝐴</m:t>
                          </m:r>
                        </m:sub>
                      </m:sSub>
                      <m:r>
                        <a:rPr lang="en-US" sz="1350" i="1">
                          <a:latin typeface="Cambria Math" panose="02040503050406030204" pitchFamily="18" charset="0"/>
                          <a:ea typeface="Calibri" panose="020F0502020204030204" pitchFamily="34" charset="0"/>
                          <a:cs typeface="Arial" panose="020B0604020202020204" pitchFamily="34" charset="0"/>
                        </a:rPr>
                        <m:t>(</m:t>
                      </m:r>
                      <m:r>
                        <a:rPr lang="en-US" sz="1350" i="1">
                          <a:latin typeface="Cambria Math" panose="02040503050406030204" pitchFamily="18" charset="0"/>
                          <a:ea typeface="Calibri" panose="020F0502020204030204" pitchFamily="34" charset="0"/>
                          <a:cs typeface="Arial" panose="020B0604020202020204" pitchFamily="34" charset="0"/>
                        </a:rPr>
                        <m:t>𝐷</m:t>
                      </m:r>
                      <m:r>
                        <a:rPr lang="en-US" sz="1350" i="1">
                          <a:latin typeface="Cambria Math" panose="02040503050406030204" pitchFamily="18" charset="0"/>
                          <a:ea typeface="Calibri" panose="020F0502020204030204" pitchFamily="34" charset="0"/>
                          <a:cs typeface="Arial" panose="020B0604020202020204" pitchFamily="34" charset="0"/>
                        </a:rPr>
                        <m:t>)=−</m:t>
                      </m:r>
                      <m:nary>
                        <m:naryPr>
                          <m:chr m:val="∑"/>
                          <m:ctrlPr>
                            <a:rPr lang="en-US" sz="1350" i="1">
                              <a:latin typeface="Cambria Math" panose="02040503050406030204" pitchFamily="18" charset="0"/>
                              <a:ea typeface="Calibri" panose="020F0502020204030204" pitchFamily="34" charset="0"/>
                              <a:cs typeface="Arial" panose="020B0604020202020204" pitchFamily="34" charset="0"/>
                            </a:rPr>
                          </m:ctrlPr>
                        </m:naryPr>
                        <m:sub>
                          <m:r>
                            <a:rPr lang="en-US" sz="1350" i="1">
                              <a:latin typeface="Cambria Math" panose="02040503050406030204" pitchFamily="18" charset="0"/>
                              <a:ea typeface="Calibri" panose="020F0502020204030204" pitchFamily="34" charset="0"/>
                              <a:cs typeface="Arial" panose="020B0604020202020204" pitchFamily="34" charset="0"/>
                            </a:rPr>
                            <m:t>𝑗</m:t>
                          </m:r>
                          <m:r>
                            <a:rPr lang="en-US" sz="1350" i="1">
                              <a:latin typeface="Cambria Math" panose="02040503050406030204" pitchFamily="18" charset="0"/>
                              <a:ea typeface="Calibri" panose="020F0502020204030204" pitchFamily="34" charset="0"/>
                              <a:cs typeface="Arial" panose="020B0604020202020204" pitchFamily="34" charset="0"/>
                            </a:rPr>
                            <m:t>=1</m:t>
                          </m:r>
                        </m:sub>
                        <m:sup>
                          <m:r>
                            <a:rPr lang="en-US" sz="1350" i="1">
                              <a:latin typeface="Cambria Math" panose="02040503050406030204" pitchFamily="18" charset="0"/>
                              <a:ea typeface="Calibri" panose="020F0502020204030204" pitchFamily="34" charset="0"/>
                              <a:cs typeface="Arial" panose="020B0604020202020204" pitchFamily="34" charset="0"/>
                            </a:rPr>
                            <m:t>𝑣</m:t>
                          </m:r>
                        </m:sup>
                        <m:e>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d>
                                <m:dPr>
                                  <m:begChr m:val="|"/>
                                  <m:endChr m:val="|"/>
                                  <m:ctrlPr>
                                    <a:rPr lang="en-US" sz="1350" i="1">
                                      <a:latin typeface="Cambria Math" panose="02040503050406030204" pitchFamily="18" charset="0"/>
                                      <a:ea typeface="Calibri" panose="020F0502020204030204" pitchFamily="34" charset="0"/>
                                      <a:cs typeface="Arial" panose="020B0604020202020204" pitchFamily="34" charset="0"/>
                                    </a:rPr>
                                  </m:ctrlPr>
                                </m:dPr>
                                <m:e>
                                  <m:sSub>
                                    <m:sSubPr>
                                      <m:ctrlPr>
                                        <a:rPr lang="en-US" sz="1350" i="1">
                                          <a:latin typeface="Cambria Math" panose="02040503050406030204" pitchFamily="18" charset="0"/>
                                          <a:ea typeface="Calibri" panose="020F0502020204030204" pitchFamily="34" charset="0"/>
                                          <a:cs typeface="Arial" panose="020B0604020202020204" pitchFamily="34" charset="0"/>
                                        </a:rPr>
                                      </m:ctrlPr>
                                    </m:sSubPr>
                                    <m:e>
                                      <m:r>
                                        <a:rPr lang="en-US" sz="1350" i="1">
                                          <a:latin typeface="Cambria Math" panose="02040503050406030204" pitchFamily="18" charset="0"/>
                                          <a:ea typeface="Calibri" panose="020F0502020204030204" pitchFamily="34" charset="0"/>
                                          <a:cs typeface="Arial" panose="020B0604020202020204" pitchFamily="34" charset="0"/>
                                        </a:rPr>
                                        <m:t>𝐷</m:t>
                                      </m:r>
                                    </m:e>
                                    <m:sub>
                                      <m:r>
                                        <a:rPr lang="en-US" sz="1350" i="1">
                                          <a:latin typeface="Cambria Math" panose="02040503050406030204" pitchFamily="18" charset="0"/>
                                          <a:ea typeface="Calibri" panose="020F0502020204030204" pitchFamily="34" charset="0"/>
                                          <a:cs typeface="Arial" panose="020B0604020202020204" pitchFamily="34" charset="0"/>
                                        </a:rPr>
                                        <m:t>𝑗</m:t>
                                      </m:r>
                                    </m:sub>
                                  </m:sSub>
                                </m:e>
                              </m:d>
                            </m:num>
                            <m:den>
                              <m:d>
                                <m:dPr>
                                  <m:begChr m:val="|"/>
                                  <m:endChr m:val="|"/>
                                  <m:ctrlPr>
                                    <a:rPr lang="en-US" sz="1350" i="1">
                                      <a:latin typeface="Cambria Math" panose="02040503050406030204" pitchFamily="18" charset="0"/>
                                      <a:ea typeface="Calibri" panose="020F0502020204030204" pitchFamily="34" charset="0"/>
                                      <a:cs typeface="Arial" panose="020B0604020202020204" pitchFamily="34" charset="0"/>
                                    </a:rPr>
                                  </m:ctrlPr>
                                </m:dPr>
                                <m:e>
                                  <m:r>
                                    <a:rPr lang="en-US" sz="1350" i="1">
                                      <a:latin typeface="Cambria Math" panose="02040503050406030204" pitchFamily="18" charset="0"/>
                                      <a:ea typeface="Calibri" panose="020F0502020204030204" pitchFamily="34" charset="0"/>
                                      <a:cs typeface="Arial" panose="020B0604020202020204" pitchFamily="34" charset="0"/>
                                    </a:rPr>
                                    <m:t>𝐷</m:t>
                                  </m:r>
                                </m:e>
                              </m:d>
                            </m:den>
                          </m:f>
                        </m:e>
                      </m:nary>
                      <m:r>
                        <a:rPr lang="en-US" sz="1350" i="1">
                          <a:latin typeface="Cambria Math" panose="02040503050406030204" pitchFamily="18" charset="0"/>
                          <a:ea typeface="Calibri" panose="020F0502020204030204" pitchFamily="34" charset="0"/>
                          <a:cs typeface="Arial" panose="020B0604020202020204" pitchFamily="34" charset="0"/>
                        </a:rPr>
                        <m:t>×</m:t>
                      </m:r>
                      <m:func>
                        <m:funcPr>
                          <m:ctrlPr>
                            <a:rPr lang="en-US" sz="1350" i="1">
                              <a:latin typeface="Cambria Math" panose="02040503050406030204" pitchFamily="18" charset="0"/>
                              <a:ea typeface="Calibri" panose="020F0502020204030204" pitchFamily="34" charset="0"/>
                              <a:cs typeface="Arial" panose="020B0604020202020204" pitchFamily="34" charset="0"/>
                            </a:rPr>
                          </m:ctrlPr>
                        </m:funcPr>
                        <m:fName>
                          <m:sSub>
                            <m:sSubPr>
                              <m:ctrlPr>
                                <a:rPr lang="en-US" sz="1350" i="1">
                                  <a:latin typeface="Cambria Math" panose="02040503050406030204" pitchFamily="18" charset="0"/>
                                  <a:ea typeface="Calibri" panose="020F0502020204030204" pitchFamily="34" charset="0"/>
                                  <a:cs typeface="Arial" panose="020B0604020202020204" pitchFamily="34" charset="0"/>
                                </a:rPr>
                              </m:ctrlPr>
                            </m:sSubPr>
                            <m:e>
                              <m:r>
                                <a:rPr lang="en-US" sz="1350" i="1">
                                  <a:latin typeface="Cambria Math" panose="02040503050406030204" pitchFamily="18" charset="0"/>
                                  <a:ea typeface="Calibri" panose="020F0502020204030204" pitchFamily="34" charset="0"/>
                                  <a:cs typeface="Arial" panose="020B0604020202020204" pitchFamily="34" charset="0"/>
                                </a:rPr>
                                <m:t>𝑙𝑜𝑔</m:t>
                              </m:r>
                            </m:e>
                            <m:sub>
                              <m:r>
                                <a:rPr lang="en-US" sz="1350" i="1">
                                  <a:latin typeface="Cambria Math" panose="02040503050406030204" pitchFamily="18" charset="0"/>
                                  <a:ea typeface="Calibri" panose="020F0502020204030204" pitchFamily="34" charset="0"/>
                                  <a:cs typeface="Arial" panose="020B0604020202020204" pitchFamily="34" charset="0"/>
                                </a:rPr>
                                <m:t>2</m:t>
                              </m:r>
                            </m:sub>
                          </m:sSub>
                        </m:fName>
                        <m:e>
                          <m:r>
                            <a:rPr lang="en-US" sz="1350" i="1">
                              <a:latin typeface="Cambria Math" panose="02040503050406030204" pitchFamily="18" charset="0"/>
                              <a:ea typeface="Calibri" panose="020F0502020204030204" pitchFamily="34" charset="0"/>
                              <a:cs typeface="Arial" panose="020B0604020202020204" pitchFamily="34" charset="0"/>
                            </a:rPr>
                            <m:t>(</m:t>
                          </m:r>
                        </m:e>
                      </m:func>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d>
                            <m:dPr>
                              <m:begChr m:val="|"/>
                              <m:endChr m:val="|"/>
                              <m:ctrlPr>
                                <a:rPr lang="en-US" sz="1350" i="1">
                                  <a:latin typeface="Cambria Math" panose="02040503050406030204" pitchFamily="18" charset="0"/>
                                  <a:ea typeface="Calibri" panose="020F0502020204030204" pitchFamily="34" charset="0"/>
                                  <a:cs typeface="Arial" panose="020B0604020202020204" pitchFamily="34" charset="0"/>
                                </a:rPr>
                              </m:ctrlPr>
                            </m:dPr>
                            <m:e>
                              <m:sSub>
                                <m:sSubPr>
                                  <m:ctrlPr>
                                    <a:rPr lang="en-US" sz="1350" i="1">
                                      <a:latin typeface="Cambria Math" panose="02040503050406030204" pitchFamily="18" charset="0"/>
                                      <a:ea typeface="Calibri" panose="020F0502020204030204" pitchFamily="34" charset="0"/>
                                      <a:cs typeface="Arial" panose="020B0604020202020204" pitchFamily="34" charset="0"/>
                                    </a:rPr>
                                  </m:ctrlPr>
                                </m:sSubPr>
                                <m:e>
                                  <m:r>
                                    <a:rPr lang="en-US" sz="1350" i="1">
                                      <a:latin typeface="Cambria Math" panose="02040503050406030204" pitchFamily="18" charset="0"/>
                                      <a:ea typeface="Calibri" panose="020F0502020204030204" pitchFamily="34" charset="0"/>
                                      <a:cs typeface="Arial" panose="020B0604020202020204" pitchFamily="34" charset="0"/>
                                    </a:rPr>
                                    <m:t>𝐷</m:t>
                                  </m:r>
                                </m:e>
                                <m:sub>
                                  <m:r>
                                    <a:rPr lang="en-US" sz="1350" i="1">
                                      <a:latin typeface="Cambria Math" panose="02040503050406030204" pitchFamily="18" charset="0"/>
                                      <a:ea typeface="Calibri" panose="020F0502020204030204" pitchFamily="34" charset="0"/>
                                      <a:cs typeface="Arial" panose="020B0604020202020204" pitchFamily="34" charset="0"/>
                                    </a:rPr>
                                    <m:t>𝑗</m:t>
                                  </m:r>
                                </m:sub>
                              </m:sSub>
                            </m:e>
                          </m:d>
                        </m:num>
                        <m:den>
                          <m:d>
                            <m:dPr>
                              <m:begChr m:val="|"/>
                              <m:endChr m:val="|"/>
                              <m:ctrlPr>
                                <a:rPr lang="en-US" sz="1350" i="1">
                                  <a:latin typeface="Cambria Math" panose="02040503050406030204" pitchFamily="18" charset="0"/>
                                  <a:ea typeface="Calibri" panose="020F0502020204030204" pitchFamily="34" charset="0"/>
                                  <a:cs typeface="Arial" panose="020B0604020202020204" pitchFamily="34" charset="0"/>
                                </a:rPr>
                              </m:ctrlPr>
                            </m:dPr>
                            <m:e>
                              <m:r>
                                <a:rPr lang="en-US" sz="1350" i="1">
                                  <a:latin typeface="Cambria Math" panose="02040503050406030204" pitchFamily="18" charset="0"/>
                                  <a:ea typeface="Calibri" panose="020F0502020204030204" pitchFamily="34" charset="0"/>
                                  <a:cs typeface="Arial" panose="020B0604020202020204" pitchFamily="34" charset="0"/>
                                </a:rPr>
                                <m:t>𝐷</m:t>
                              </m:r>
                            </m:e>
                          </m:d>
                        </m:den>
                      </m:f>
                      <m:r>
                        <a:rPr lang="en-US" sz="1350" i="1">
                          <a:latin typeface="Cambria Math" panose="02040503050406030204" pitchFamily="18" charset="0"/>
                          <a:ea typeface="Calibri" panose="020F0502020204030204" pitchFamily="34" charset="0"/>
                          <a:cs typeface="Arial" panose="020B0604020202020204" pitchFamily="34" charset="0"/>
                        </a:rPr>
                        <m:t>)</m:t>
                      </m:r>
                    </m:oMath>
                    <m:oMath xmlns:m="http://schemas.openxmlformats.org/officeDocument/2006/math">
                      <m:r>
                        <m:rPr>
                          <m:aln/>
                        </m:rP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sz="1350" i="1">
                              <a:latin typeface="Cambria Math" panose="02040503050406030204" pitchFamily="18" charset="0"/>
                              <a:ea typeface="Calibri" panose="020F0502020204030204" pitchFamily="34" charset="0"/>
                              <a:cs typeface="Arial" panose="020B0604020202020204" pitchFamily="34"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m:t>
                          </m:r>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4</m:t>
                              </m:r>
                            </m:num>
                            <m:den>
                              <m:r>
                                <a:rPr lang="id-ID" sz="1350" i="1">
                                  <a:latin typeface="Cambria Math" panose="02040503050406030204" pitchFamily="18" charset="0"/>
                                  <a:ea typeface="Calibri" panose="020F0502020204030204" pitchFamily="34" charset="0"/>
                                  <a:cs typeface="Arial" panose="020B0604020202020204" pitchFamily="34" charset="0"/>
                                </a:rPr>
                                <m:t>14</m:t>
                              </m:r>
                            </m:den>
                          </m:f>
                          <m:r>
                            <a:rPr lang="id-ID" sz="1350" i="1">
                              <a:latin typeface="Cambria Math" panose="02040503050406030204" pitchFamily="18" charset="0"/>
                              <a:ea typeface="Calibri" panose="020F0502020204030204" pitchFamily="34" charset="0"/>
                              <a:cs typeface="Arial" panose="020B0604020202020204" pitchFamily="34" charset="0"/>
                            </a:rPr>
                            <m:t>×</m:t>
                          </m:r>
                          <m:func>
                            <m:funcPr>
                              <m:ctrlPr>
                                <a:rPr lang="en-US" sz="1350" i="1">
                                  <a:latin typeface="Cambria Math" panose="02040503050406030204" pitchFamily="18" charset="0"/>
                                  <a:ea typeface="Calibri" panose="020F0502020204030204" pitchFamily="34" charset="0"/>
                                  <a:cs typeface="Arial" panose="020B0604020202020204" pitchFamily="34" charset="0"/>
                                </a:rPr>
                              </m:ctrlPr>
                            </m:funcPr>
                            <m:fName>
                              <m:sSub>
                                <m:sSubPr>
                                  <m:ctrlPr>
                                    <a:rPr lang="en-US" sz="1350" i="1">
                                      <a:latin typeface="Cambria Math" panose="02040503050406030204" pitchFamily="18" charset="0"/>
                                      <a:ea typeface="Calibri" panose="020F0502020204030204" pitchFamily="34" charset="0"/>
                                      <a:cs typeface="Arial" panose="020B0604020202020204" pitchFamily="34" charset="0"/>
                                    </a:rPr>
                                  </m:ctrlPr>
                                </m:sSubPr>
                                <m:e>
                                  <m:r>
                                    <m:rPr>
                                      <m:sty m:val="p"/>
                                    </m:rPr>
                                    <a:rPr lang="id-ID" sz="1350">
                                      <a:latin typeface="Cambria Math" panose="02040503050406030204" pitchFamily="18" charset="0"/>
                                      <a:ea typeface="Calibri" panose="020F0502020204030204" pitchFamily="34" charset="0"/>
                                      <a:cs typeface="Arial" panose="020B0604020202020204" pitchFamily="34" charset="0"/>
                                    </a:rPr>
                                    <m:t>log</m:t>
                                  </m:r>
                                </m:e>
                                <m:sub>
                                  <m:r>
                                    <a:rPr lang="id-ID" sz="13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sz="1350" i="1">
                                      <a:latin typeface="Cambria Math" panose="02040503050406030204" pitchFamily="18" charset="0"/>
                                      <a:ea typeface="Calibri" panose="020F0502020204030204" pitchFamily="34" charset="0"/>
                                      <a:cs typeface="Arial" panose="020B0604020202020204" pitchFamily="34" charset="0"/>
                                    </a:rPr>
                                  </m:ctrlPr>
                                </m:dPr>
                                <m:e>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4</m:t>
                                      </m:r>
                                    </m:num>
                                    <m:den>
                                      <m:r>
                                        <a:rPr lang="id-ID" sz="1350" i="1">
                                          <a:latin typeface="Cambria Math" panose="02040503050406030204" pitchFamily="18" charset="0"/>
                                          <a:ea typeface="Calibri" panose="020F0502020204030204" pitchFamily="34" charset="0"/>
                                          <a:cs typeface="Arial" panose="020B0604020202020204" pitchFamily="34" charset="0"/>
                                        </a:rPr>
                                        <m:t>14</m:t>
                                      </m:r>
                                    </m:den>
                                  </m:f>
                                </m:e>
                              </m:d>
                            </m:e>
                          </m:func>
                        </m:e>
                      </m:d>
                      <m: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sz="1350" i="1">
                              <a:latin typeface="Cambria Math" panose="02040503050406030204" pitchFamily="18" charset="0"/>
                              <a:ea typeface="Calibri" panose="020F0502020204030204" pitchFamily="34" charset="0"/>
                              <a:cs typeface="Arial" panose="020B0604020202020204" pitchFamily="34"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m:t>
                          </m:r>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6</m:t>
                              </m:r>
                            </m:num>
                            <m:den>
                              <m:r>
                                <a:rPr lang="id-ID" sz="1350" i="1">
                                  <a:latin typeface="Cambria Math" panose="02040503050406030204" pitchFamily="18" charset="0"/>
                                  <a:ea typeface="Calibri" panose="020F0502020204030204" pitchFamily="34" charset="0"/>
                                  <a:cs typeface="Arial" panose="020B0604020202020204" pitchFamily="34" charset="0"/>
                                </a:rPr>
                                <m:t>14</m:t>
                              </m:r>
                            </m:den>
                          </m:f>
                          <m:r>
                            <a:rPr lang="id-ID" sz="1350" i="1">
                              <a:latin typeface="Cambria Math" panose="02040503050406030204" pitchFamily="18" charset="0"/>
                              <a:ea typeface="Calibri" panose="020F0502020204030204" pitchFamily="34" charset="0"/>
                              <a:cs typeface="Arial" panose="020B0604020202020204" pitchFamily="34" charset="0"/>
                            </a:rPr>
                            <m:t>×</m:t>
                          </m:r>
                          <m:func>
                            <m:funcPr>
                              <m:ctrlPr>
                                <a:rPr lang="en-US" sz="1350" i="1">
                                  <a:latin typeface="Cambria Math" panose="02040503050406030204" pitchFamily="18" charset="0"/>
                                  <a:ea typeface="Calibri" panose="020F0502020204030204" pitchFamily="34" charset="0"/>
                                  <a:cs typeface="Arial" panose="020B0604020202020204" pitchFamily="34" charset="0"/>
                                </a:rPr>
                              </m:ctrlPr>
                            </m:funcPr>
                            <m:fName>
                              <m:sSub>
                                <m:sSubPr>
                                  <m:ctrlPr>
                                    <a:rPr lang="en-US" sz="1350" i="1">
                                      <a:latin typeface="Cambria Math" panose="02040503050406030204" pitchFamily="18" charset="0"/>
                                      <a:ea typeface="Calibri" panose="020F0502020204030204" pitchFamily="34" charset="0"/>
                                      <a:cs typeface="Arial" panose="020B0604020202020204" pitchFamily="34" charset="0"/>
                                    </a:rPr>
                                  </m:ctrlPr>
                                </m:sSubPr>
                                <m:e>
                                  <m:r>
                                    <m:rPr>
                                      <m:sty m:val="p"/>
                                    </m:rPr>
                                    <a:rPr lang="id-ID" sz="1350">
                                      <a:latin typeface="Cambria Math" panose="02040503050406030204" pitchFamily="18" charset="0"/>
                                      <a:ea typeface="Calibri" panose="020F0502020204030204" pitchFamily="34" charset="0"/>
                                      <a:cs typeface="Arial" panose="020B0604020202020204" pitchFamily="34" charset="0"/>
                                    </a:rPr>
                                    <m:t>log</m:t>
                                  </m:r>
                                </m:e>
                                <m:sub>
                                  <m:r>
                                    <a:rPr lang="id-ID" sz="13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sz="1350" i="1">
                                      <a:latin typeface="Cambria Math" panose="02040503050406030204" pitchFamily="18" charset="0"/>
                                      <a:ea typeface="Calibri" panose="020F0502020204030204" pitchFamily="34" charset="0"/>
                                      <a:cs typeface="Arial" panose="020B0604020202020204" pitchFamily="34" charset="0"/>
                                    </a:rPr>
                                  </m:ctrlPr>
                                </m:dPr>
                                <m:e>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6</m:t>
                                      </m:r>
                                    </m:num>
                                    <m:den>
                                      <m:r>
                                        <a:rPr lang="id-ID" sz="1350" i="1">
                                          <a:latin typeface="Cambria Math" panose="02040503050406030204" pitchFamily="18" charset="0"/>
                                          <a:ea typeface="Calibri" panose="020F0502020204030204" pitchFamily="34" charset="0"/>
                                          <a:cs typeface="Arial" panose="020B0604020202020204" pitchFamily="34" charset="0"/>
                                        </a:rPr>
                                        <m:t>14</m:t>
                                      </m:r>
                                    </m:den>
                                  </m:f>
                                </m:e>
                              </m:d>
                            </m:e>
                          </m:func>
                        </m:e>
                      </m:d>
                      <m: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sz="1350" i="1">
                              <a:latin typeface="Cambria Math" panose="02040503050406030204" pitchFamily="18" charset="0"/>
                              <a:ea typeface="Calibri" panose="020F0502020204030204" pitchFamily="34" charset="0"/>
                              <a:cs typeface="Arial" panose="020B0604020202020204" pitchFamily="34"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m:t>
                          </m:r>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4</m:t>
                              </m:r>
                            </m:num>
                            <m:den>
                              <m:r>
                                <a:rPr lang="id-ID" sz="1350" i="1">
                                  <a:latin typeface="Cambria Math" panose="02040503050406030204" pitchFamily="18" charset="0"/>
                                  <a:ea typeface="Calibri" panose="020F0502020204030204" pitchFamily="34" charset="0"/>
                                  <a:cs typeface="Arial" panose="020B0604020202020204" pitchFamily="34" charset="0"/>
                                </a:rPr>
                                <m:t>14</m:t>
                              </m:r>
                            </m:den>
                          </m:f>
                          <m:r>
                            <a:rPr lang="id-ID" sz="1350" i="1">
                              <a:latin typeface="Cambria Math" panose="02040503050406030204" pitchFamily="18" charset="0"/>
                              <a:ea typeface="Calibri" panose="020F0502020204030204" pitchFamily="34" charset="0"/>
                              <a:cs typeface="Arial" panose="020B0604020202020204" pitchFamily="34" charset="0"/>
                            </a:rPr>
                            <m:t>×</m:t>
                          </m:r>
                          <m:func>
                            <m:funcPr>
                              <m:ctrlPr>
                                <a:rPr lang="en-US" sz="1350" i="1">
                                  <a:latin typeface="Cambria Math" panose="02040503050406030204" pitchFamily="18" charset="0"/>
                                  <a:ea typeface="Calibri" panose="020F0502020204030204" pitchFamily="34" charset="0"/>
                                  <a:cs typeface="Arial" panose="020B0604020202020204" pitchFamily="34" charset="0"/>
                                </a:rPr>
                              </m:ctrlPr>
                            </m:funcPr>
                            <m:fName>
                              <m:sSub>
                                <m:sSubPr>
                                  <m:ctrlPr>
                                    <a:rPr lang="en-US" sz="1350" i="1">
                                      <a:latin typeface="Cambria Math" panose="02040503050406030204" pitchFamily="18" charset="0"/>
                                      <a:ea typeface="Calibri" panose="020F0502020204030204" pitchFamily="34" charset="0"/>
                                      <a:cs typeface="Arial" panose="020B0604020202020204" pitchFamily="34" charset="0"/>
                                    </a:rPr>
                                  </m:ctrlPr>
                                </m:sSubPr>
                                <m:e>
                                  <m:r>
                                    <m:rPr>
                                      <m:sty m:val="p"/>
                                    </m:rPr>
                                    <a:rPr lang="id-ID" sz="1350">
                                      <a:latin typeface="Cambria Math" panose="02040503050406030204" pitchFamily="18" charset="0"/>
                                      <a:ea typeface="Calibri" panose="020F0502020204030204" pitchFamily="34" charset="0"/>
                                      <a:cs typeface="Arial" panose="020B0604020202020204" pitchFamily="34" charset="0"/>
                                    </a:rPr>
                                    <m:t>log</m:t>
                                  </m:r>
                                </m:e>
                                <m:sub>
                                  <m:r>
                                    <a:rPr lang="id-ID" sz="13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sz="1350" i="1">
                                      <a:latin typeface="Cambria Math" panose="02040503050406030204" pitchFamily="18" charset="0"/>
                                      <a:ea typeface="Calibri" panose="020F0502020204030204" pitchFamily="34" charset="0"/>
                                      <a:cs typeface="Arial" panose="020B0604020202020204" pitchFamily="34" charset="0"/>
                                    </a:rPr>
                                  </m:ctrlPr>
                                </m:dPr>
                                <m:e>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4</m:t>
                                      </m:r>
                                    </m:num>
                                    <m:den>
                                      <m:r>
                                        <a:rPr lang="id-ID" sz="1350" i="1">
                                          <a:latin typeface="Cambria Math" panose="02040503050406030204" pitchFamily="18" charset="0"/>
                                          <a:ea typeface="Calibri" panose="020F0502020204030204" pitchFamily="34" charset="0"/>
                                          <a:cs typeface="Arial" panose="020B0604020202020204" pitchFamily="34" charset="0"/>
                                        </a:rPr>
                                        <m:t>14</m:t>
                                      </m:r>
                                    </m:den>
                                  </m:f>
                                </m:e>
                              </m:d>
                            </m:e>
                          </m:func>
                        </m:e>
                      </m:d>
                      <m:r>
                        <a:rPr lang="id-ID" sz="1350" i="1">
                          <a:latin typeface="Cambria Math" panose="02040503050406030204" pitchFamily="18" charset="0"/>
                          <a:ea typeface="Calibri" panose="020F0502020204030204" pitchFamily="34" charset="0"/>
                          <a:cs typeface="Arial" panose="020B0604020202020204" pitchFamily="34" charset="0"/>
                        </a:rPr>
                        <m:t>=1.557 </m:t>
                      </m:r>
                    </m:oMath>
                  </m:oMathPara>
                </a14:m>
                <a:endParaRPr lang="en-US" sz="1350" dirty="0">
                  <a:latin typeface="+mj-lt"/>
                  <a:ea typeface="Calibri" panose="020F0502020204030204" pitchFamily="34" charset="0"/>
                  <a:cs typeface="Arial" panose="020B0604020202020204" pitchFamily="34" charset="0"/>
                </a:endParaRPr>
              </a:p>
              <a:p>
                <a:pPr marL="0">
                  <a:lnSpc>
                    <a:spcPct val="107000"/>
                  </a:lnSpc>
                  <a:spcBef>
                    <a:spcPts val="0"/>
                  </a:spcBef>
                  <a:spcAft>
                    <a:spcPts val="600"/>
                  </a:spcAft>
                </a:pPr>
                <a:r>
                  <a:rPr lang="id-ID" sz="1350" dirty="0">
                    <a:latin typeface="+mj-lt"/>
                    <a:ea typeface="Times New Roman" panose="02020603050405020304" pitchFamily="18" charset="0"/>
                    <a:cs typeface="Arial" panose="020B0604020202020204" pitchFamily="34" charset="0"/>
                  </a:rPr>
                  <a:t>Setelah kita dapatkan </a:t>
                </a:r>
                <a:r>
                  <a:rPr lang="id-ID" sz="1350" dirty="0" err="1">
                    <a:latin typeface="+mj-lt"/>
                    <a:ea typeface="Times New Roman" panose="02020603050405020304" pitchFamily="18" charset="0"/>
                    <a:cs typeface="Arial" panose="020B0604020202020204" pitchFamily="34" charset="0"/>
                  </a:rPr>
                  <a:t>splitinfo</a:t>
                </a:r>
                <a:r>
                  <a:rPr lang="id-ID" sz="1350" dirty="0">
                    <a:latin typeface="+mj-lt"/>
                    <a:ea typeface="Times New Roman" panose="02020603050405020304" pitchFamily="18" charset="0"/>
                    <a:cs typeface="Arial" panose="020B0604020202020204" pitchFamily="34" charset="0"/>
                  </a:rPr>
                  <a:t>, kita bisa mencari gain rasio dengan rumus:</a:t>
                </a:r>
                <a:endParaRPr lang="en-US" sz="1350" dirty="0">
                  <a:latin typeface="+mj-lt"/>
                  <a:ea typeface="Calibri" panose="020F0502020204030204" pitchFamily="34" charset="0"/>
                  <a:cs typeface="Arial" panose="020B0604020202020204" pitchFamily="34" charset="0"/>
                </a:endParaRPr>
              </a:p>
              <a:p>
                <a:pPr marL="0" indent="0">
                  <a:lnSpc>
                    <a:spcPct val="107000"/>
                  </a:lnSpc>
                  <a:spcBef>
                    <a:spcPts val="0"/>
                  </a:spcBef>
                  <a:spcAft>
                    <a:spcPts val="600"/>
                  </a:spcAft>
                  <a:buNone/>
                </a:pPr>
                <a14:m>
                  <m:oMathPara xmlns:m="http://schemas.openxmlformats.org/officeDocument/2006/math">
                    <m:oMathParaPr>
                      <m:jc m:val="centerGroup"/>
                    </m:oMathParaPr>
                    <m:oMath xmlns:m="http://schemas.openxmlformats.org/officeDocument/2006/math">
                      <m:r>
                        <a:rPr lang="id-ID" sz="1350" i="1">
                          <a:latin typeface="Cambria Math" panose="02040503050406030204" pitchFamily="18" charset="0"/>
                          <a:ea typeface="Times New Roman" panose="02020603050405020304" pitchFamily="18" charset="0"/>
                          <a:cs typeface="Arial" panose="020B0604020202020204" pitchFamily="34" charset="0"/>
                        </a:rPr>
                        <m:t>𝐺𝑎𝑖𝑛𝑅𝑎𝑡𝑖𝑜</m:t>
                      </m:r>
                      <m:d>
                        <m:dPr>
                          <m:ctrlPr>
                            <a:rPr lang="en-US" sz="1350" i="1">
                              <a:latin typeface="Cambria Math" panose="02040503050406030204" pitchFamily="18" charset="0"/>
                              <a:ea typeface="Times New Roman" panose="02020603050405020304" pitchFamily="18" charset="0"/>
                              <a:cs typeface="Arial" panose="020B0604020202020204" pitchFamily="34" charset="0"/>
                            </a:rPr>
                          </m:ctrlPr>
                        </m:dPr>
                        <m:e>
                          <m:r>
                            <a:rPr lang="id-ID" sz="1350" i="1">
                              <a:latin typeface="Cambria Math" panose="02040503050406030204" pitchFamily="18" charset="0"/>
                              <a:ea typeface="Times New Roman" panose="02020603050405020304" pitchFamily="18" charset="0"/>
                              <a:cs typeface="Arial" panose="020B0604020202020204" pitchFamily="34" charset="0"/>
                            </a:rPr>
                            <m:t>𝐴</m:t>
                          </m:r>
                        </m:e>
                      </m:d>
                      <m:r>
                        <m:rPr>
                          <m:aln/>
                        </m:rPr>
                        <a:rPr lang="id-ID" sz="1350" i="1">
                          <a:latin typeface="Cambria Math" panose="02040503050406030204" pitchFamily="18" charset="0"/>
                          <a:ea typeface="Times New Roman" panose="02020603050405020304" pitchFamily="18" charset="0"/>
                          <a:cs typeface="Arial" panose="020B0604020202020204" pitchFamily="34" charset="0"/>
                        </a:rPr>
                        <m:t>=</m:t>
                      </m:r>
                      <m:f>
                        <m:fPr>
                          <m:ctrlPr>
                            <a:rPr lang="en-US" sz="1350" i="1">
                              <a:latin typeface="Cambria Math" panose="02040503050406030204" pitchFamily="18" charset="0"/>
                              <a:ea typeface="Times New Roman" panose="02020603050405020304" pitchFamily="18" charset="0"/>
                              <a:cs typeface="Arial" panose="020B0604020202020204" pitchFamily="34" charset="0"/>
                            </a:rPr>
                          </m:ctrlPr>
                        </m:fPr>
                        <m:num>
                          <m:r>
                            <a:rPr lang="id-ID" sz="1350" i="1">
                              <a:latin typeface="Cambria Math" panose="02040503050406030204" pitchFamily="18" charset="0"/>
                              <a:ea typeface="Times New Roman" panose="02020603050405020304" pitchFamily="18" charset="0"/>
                              <a:cs typeface="Arial" panose="020B0604020202020204" pitchFamily="34" charset="0"/>
                            </a:rPr>
                            <m:t>𝐺𝑎𝑖𝑛</m:t>
                          </m:r>
                          <m:d>
                            <m:dPr>
                              <m:ctrlPr>
                                <a:rPr lang="en-US" sz="1350" i="1">
                                  <a:latin typeface="Cambria Math" panose="02040503050406030204" pitchFamily="18" charset="0"/>
                                  <a:ea typeface="Times New Roman" panose="02020603050405020304" pitchFamily="18" charset="0"/>
                                  <a:cs typeface="Arial" panose="020B0604020202020204" pitchFamily="34" charset="0"/>
                                </a:rPr>
                              </m:ctrlPr>
                            </m:dPr>
                            <m:e>
                              <m:r>
                                <a:rPr lang="id-ID" sz="1350" i="1">
                                  <a:latin typeface="Cambria Math" panose="02040503050406030204" pitchFamily="18" charset="0"/>
                                  <a:ea typeface="Times New Roman" panose="02020603050405020304" pitchFamily="18" charset="0"/>
                                  <a:cs typeface="Arial" panose="020B0604020202020204" pitchFamily="34" charset="0"/>
                                </a:rPr>
                                <m:t>𝐴</m:t>
                              </m:r>
                            </m:e>
                          </m:d>
                        </m:num>
                        <m:den>
                          <m:r>
                            <a:rPr lang="id-ID" sz="1350" i="1">
                              <a:latin typeface="Cambria Math" panose="02040503050406030204" pitchFamily="18" charset="0"/>
                              <a:ea typeface="Times New Roman" panose="02020603050405020304" pitchFamily="18" charset="0"/>
                              <a:cs typeface="Arial" panose="020B0604020202020204" pitchFamily="34" charset="0"/>
                            </a:rPr>
                            <m:t>𝑆𝑝𝑙𝑖𝑡𝐼𝑛𝑓𝑜</m:t>
                          </m:r>
                          <m:d>
                            <m:dPr>
                              <m:ctrlPr>
                                <a:rPr lang="en-US" sz="1350" i="1">
                                  <a:latin typeface="Cambria Math" panose="02040503050406030204" pitchFamily="18" charset="0"/>
                                  <a:ea typeface="Times New Roman" panose="02020603050405020304" pitchFamily="18" charset="0"/>
                                  <a:cs typeface="Arial" panose="020B0604020202020204" pitchFamily="34" charset="0"/>
                                </a:rPr>
                              </m:ctrlPr>
                            </m:dPr>
                            <m:e>
                              <m:r>
                                <a:rPr lang="id-ID" sz="1350" i="1">
                                  <a:latin typeface="Cambria Math" panose="02040503050406030204" pitchFamily="18" charset="0"/>
                                  <a:ea typeface="Times New Roman" panose="02020603050405020304" pitchFamily="18" charset="0"/>
                                  <a:cs typeface="Arial" panose="020B0604020202020204" pitchFamily="34" charset="0"/>
                                </a:rPr>
                                <m:t>𝐴</m:t>
                              </m:r>
                            </m:e>
                          </m:d>
                        </m:den>
                      </m:f>
                    </m:oMath>
                    <m:oMath xmlns:m="http://schemas.openxmlformats.org/officeDocument/2006/math">
                      <m:r>
                        <m:rPr>
                          <m:aln/>
                        </m:rPr>
                        <a:rPr lang="id-ID" sz="1350" i="1">
                          <a:latin typeface="Cambria Math" panose="02040503050406030204" pitchFamily="18" charset="0"/>
                          <a:ea typeface="Times New Roman" panose="02020603050405020304" pitchFamily="18" charset="0"/>
                          <a:cs typeface="Arial" panose="020B0604020202020204" pitchFamily="34" charset="0"/>
                        </a:rPr>
                        <m:t>=</m:t>
                      </m:r>
                      <m:f>
                        <m:fPr>
                          <m:ctrlPr>
                            <a:rPr lang="en-US" sz="1350" i="1">
                              <a:latin typeface="Cambria Math" panose="02040503050406030204" pitchFamily="18" charset="0"/>
                              <a:ea typeface="Times New Roman" panose="02020603050405020304" pitchFamily="18" charset="0"/>
                              <a:cs typeface="Arial" panose="020B0604020202020204" pitchFamily="34" charset="0"/>
                            </a:rPr>
                          </m:ctrlPr>
                        </m:fPr>
                        <m:num>
                          <m:r>
                            <a:rPr lang="id-ID" sz="1350" i="1">
                              <a:latin typeface="Cambria Math" panose="02040503050406030204" pitchFamily="18" charset="0"/>
                              <a:ea typeface="Times New Roman" panose="02020603050405020304" pitchFamily="18" charset="0"/>
                              <a:cs typeface="Arial" panose="020B0604020202020204" pitchFamily="34" charset="0"/>
                            </a:rPr>
                            <m:t>0.375</m:t>
                          </m:r>
                        </m:num>
                        <m:den>
                          <m:r>
                            <a:rPr lang="id-ID" sz="1350" i="1">
                              <a:latin typeface="Cambria Math" panose="02040503050406030204" pitchFamily="18" charset="0"/>
                              <a:ea typeface="Times New Roman" panose="02020603050405020304" pitchFamily="18" charset="0"/>
                              <a:cs typeface="Arial" panose="020B0604020202020204" pitchFamily="34" charset="0"/>
                            </a:rPr>
                            <m:t>1.557</m:t>
                          </m:r>
                        </m:den>
                      </m:f>
                    </m:oMath>
                    <m:oMath xmlns:m="http://schemas.openxmlformats.org/officeDocument/2006/math">
                      <m:r>
                        <m:rPr>
                          <m:aln/>
                        </m:rPr>
                        <a:rPr lang="id-ID" sz="1350" i="1">
                          <a:latin typeface="Cambria Math" panose="02040503050406030204" pitchFamily="18" charset="0"/>
                          <a:ea typeface="Times New Roman" panose="02020603050405020304" pitchFamily="18" charset="0"/>
                          <a:cs typeface="Arial" panose="020B0604020202020204" pitchFamily="34" charset="0"/>
                        </a:rPr>
                        <m:t>=</m:t>
                      </m:r>
                      <m:r>
                        <a:rPr lang="id-ID" sz="1350" i="1">
                          <a:latin typeface="Cambria Math" panose="02040503050406030204" pitchFamily="18" charset="0"/>
                          <a:ea typeface="Times New Roman" panose="02020603050405020304" pitchFamily="18" charset="0"/>
                          <a:cs typeface="Arial" panose="020B0604020202020204" pitchFamily="34" charset="0"/>
                        </a:rPr>
                        <m:t>0.241</m:t>
                      </m:r>
                    </m:oMath>
                  </m:oMathPara>
                </a14:m>
                <a:endParaRPr lang="en-US" sz="1350" dirty="0">
                  <a:latin typeface="+mj-lt"/>
                  <a:ea typeface="Calibri" panose="020F0502020204030204" pitchFamily="34" charset="0"/>
                  <a:cs typeface="Arial" panose="020B0604020202020204" pitchFamily="34" charset="0"/>
                </a:endParaRPr>
              </a:p>
              <a:p>
                <a:pPr marL="0" indent="0">
                  <a:buNone/>
                </a:pPr>
                <a:endParaRPr lang="en-US" dirty="0">
                  <a:latin typeface="+mj-lt"/>
                </a:endParaRPr>
              </a:p>
            </p:txBody>
          </p:sp>
        </mc:Choice>
        <mc:Fallback xmlns="">
          <p:sp>
            <p:nvSpPr>
              <p:cNvPr id="3" name="Tampungan Konten 2">
                <a:extLst>
                  <a:ext uri="{FF2B5EF4-FFF2-40B4-BE49-F238E27FC236}">
                    <a16:creationId xmlns:a16="http://schemas.microsoft.com/office/drawing/2014/main" id="{06785C22-76A4-4E32-8675-9A3B0B9BBC59}"/>
                  </a:ext>
                </a:extLst>
              </p:cNvPr>
              <p:cNvSpPr>
                <a:spLocks noGrp="1" noRot="1" noChangeAspect="1" noMove="1" noResize="1" noEditPoints="1" noAdjustHandles="1" noChangeArrowheads="1" noChangeShapeType="1" noTextEdit="1"/>
              </p:cNvSpPr>
              <p:nvPr>
                <p:ph idx="1"/>
              </p:nvPr>
            </p:nvSpPr>
            <p:spPr>
              <a:xfrm>
                <a:off x="471488" y="1028781"/>
                <a:ext cx="5915025" cy="2609769"/>
              </a:xfrm>
              <a:blipFill>
                <a:blip r:embed="rId2"/>
                <a:stretch>
                  <a:fillRect/>
                </a:stretch>
              </a:blipFill>
            </p:spPr>
            <p:txBody>
              <a:bodyPr/>
              <a:lstStyle/>
              <a:p>
                <a:r>
                  <a:rPr lang="en-US">
                    <a:noFill/>
                  </a:rPr>
                  <a:t> </a:t>
                </a:r>
              </a:p>
            </p:txBody>
          </p:sp>
        </mc:Fallback>
      </mc:AlternateContent>
      <p:graphicFrame>
        <p:nvGraphicFramePr>
          <p:cNvPr id="4" name="Tabel 3">
            <a:extLst>
              <a:ext uri="{FF2B5EF4-FFF2-40B4-BE49-F238E27FC236}">
                <a16:creationId xmlns:a16="http://schemas.microsoft.com/office/drawing/2014/main" id="{54140802-6895-49EB-BEC9-035703975D71}"/>
              </a:ext>
            </a:extLst>
          </p:cNvPr>
          <p:cNvGraphicFramePr>
            <a:graphicFrameLocks noGrp="1"/>
          </p:cNvGraphicFramePr>
          <p:nvPr>
            <p:extLst>
              <p:ext uri="{D42A27DB-BD31-4B8C-83A1-F6EECF244321}">
                <p14:modId xmlns:p14="http://schemas.microsoft.com/office/powerpoint/2010/main" val="3803416579"/>
              </p:ext>
            </p:extLst>
          </p:nvPr>
        </p:nvGraphicFramePr>
        <p:xfrm>
          <a:off x="471488" y="3065400"/>
          <a:ext cx="2446433" cy="1049322"/>
        </p:xfrm>
        <a:graphic>
          <a:graphicData uri="http://schemas.openxmlformats.org/drawingml/2006/table">
            <a:tbl>
              <a:tblPr firstRow="1" firstCol="1" bandRow="1">
                <a:tableStyleId>{5C22544A-7EE6-4342-B048-85BDC9FD1C3A}</a:tableStyleId>
              </a:tblPr>
              <a:tblGrid>
                <a:gridCol w="899887">
                  <a:extLst>
                    <a:ext uri="{9D8B030D-6E8A-4147-A177-3AD203B41FA5}">
                      <a16:colId xmlns:a16="http://schemas.microsoft.com/office/drawing/2014/main" val="1829874415"/>
                    </a:ext>
                  </a:extLst>
                </a:gridCol>
                <a:gridCol w="612689">
                  <a:extLst>
                    <a:ext uri="{9D8B030D-6E8A-4147-A177-3AD203B41FA5}">
                      <a16:colId xmlns:a16="http://schemas.microsoft.com/office/drawing/2014/main" val="3967686127"/>
                    </a:ext>
                  </a:extLst>
                </a:gridCol>
                <a:gridCol w="452723">
                  <a:extLst>
                    <a:ext uri="{9D8B030D-6E8A-4147-A177-3AD203B41FA5}">
                      <a16:colId xmlns:a16="http://schemas.microsoft.com/office/drawing/2014/main" val="1296889920"/>
                    </a:ext>
                  </a:extLst>
                </a:gridCol>
                <a:gridCol w="481134">
                  <a:extLst>
                    <a:ext uri="{9D8B030D-6E8A-4147-A177-3AD203B41FA5}">
                      <a16:colId xmlns:a16="http://schemas.microsoft.com/office/drawing/2014/main" val="460984878"/>
                    </a:ext>
                  </a:extLst>
                </a:gridCol>
              </a:tblGrid>
              <a:tr h="174887">
                <a:tc>
                  <a:txBody>
                    <a:bodyPr/>
                    <a:lstStyle/>
                    <a:p>
                      <a:pPr marL="0" marR="0" algn="ctr">
                        <a:lnSpc>
                          <a:spcPct val="107000"/>
                        </a:lnSpc>
                        <a:spcBef>
                          <a:spcPts val="0"/>
                        </a:spcBef>
                        <a:spcAft>
                          <a:spcPts val="0"/>
                        </a:spcAft>
                      </a:pPr>
                      <a:r>
                        <a:rPr lang="id-ID" sz="800">
                          <a:effectLst/>
                        </a:rPr>
                        <a:t>Pelanggaran</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gridSpan="3">
                  <a:txBody>
                    <a:bodyPr/>
                    <a:lstStyle/>
                    <a:p>
                      <a:pPr marL="0" marR="0" algn="ctr">
                        <a:lnSpc>
                          <a:spcPct val="107000"/>
                        </a:lnSpc>
                        <a:spcBef>
                          <a:spcPts val="0"/>
                        </a:spcBef>
                        <a:spcAft>
                          <a:spcPts val="0"/>
                        </a:spcAft>
                      </a:pPr>
                      <a:r>
                        <a:rPr lang="id-ID" sz="800" dirty="0">
                          <a:effectLst/>
                        </a:rPr>
                        <a:t>Bonus</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30271018"/>
                  </a:ext>
                </a:extLst>
              </a:tr>
              <a:tr h="174887">
                <a:tc>
                  <a:txBody>
                    <a:bodyPr/>
                    <a:lstStyle/>
                    <a:p>
                      <a:pPr marL="0" marR="0" algn="ctr">
                        <a:lnSpc>
                          <a:spcPct val="107000"/>
                        </a:lnSpc>
                        <a:spcBef>
                          <a:spcPts val="0"/>
                        </a:spcBef>
                        <a:spcAft>
                          <a:spcPts val="0"/>
                        </a:spcAft>
                      </a:pPr>
                      <a:r>
                        <a:rPr lang="id-ID" sz="800">
                          <a:effectLst/>
                        </a:rPr>
                        <a:t> </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Normal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High</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Total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904433592"/>
                  </a:ext>
                </a:extLst>
              </a:tr>
              <a:tr h="174887">
                <a:tc>
                  <a:txBody>
                    <a:bodyPr/>
                    <a:lstStyle/>
                    <a:p>
                      <a:pPr marL="0" marR="0" algn="ctr">
                        <a:lnSpc>
                          <a:spcPct val="107000"/>
                        </a:lnSpc>
                        <a:spcBef>
                          <a:spcPts val="0"/>
                        </a:spcBef>
                        <a:spcAft>
                          <a:spcPts val="0"/>
                        </a:spcAft>
                      </a:pPr>
                      <a:r>
                        <a:rPr lang="id-ID" sz="800" dirty="0" err="1">
                          <a:effectLst/>
                        </a:rPr>
                        <a:t>Excellent</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3</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1</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3568131228"/>
                  </a:ext>
                </a:extLst>
              </a:tr>
              <a:tr h="174887">
                <a:tc>
                  <a:txBody>
                    <a:bodyPr/>
                    <a:lstStyle/>
                    <a:p>
                      <a:pPr marL="0" marR="0" algn="ctr">
                        <a:lnSpc>
                          <a:spcPct val="107000"/>
                        </a:lnSpc>
                        <a:spcBef>
                          <a:spcPts val="0"/>
                        </a:spcBef>
                        <a:spcAft>
                          <a:spcPts val="0"/>
                        </a:spcAft>
                      </a:pPr>
                      <a:r>
                        <a:rPr lang="id-ID" sz="800">
                          <a:effectLst/>
                        </a:rPr>
                        <a:t>Good</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2</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6</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4055184638"/>
                  </a:ext>
                </a:extLst>
              </a:tr>
              <a:tr h="174887">
                <a:tc>
                  <a:txBody>
                    <a:bodyPr/>
                    <a:lstStyle/>
                    <a:p>
                      <a:pPr marL="0" marR="0" algn="ctr">
                        <a:lnSpc>
                          <a:spcPct val="107000"/>
                        </a:lnSpc>
                        <a:spcBef>
                          <a:spcPts val="0"/>
                        </a:spcBef>
                        <a:spcAft>
                          <a:spcPts val="0"/>
                        </a:spcAft>
                      </a:pPr>
                      <a:r>
                        <a:rPr lang="id-ID" sz="800">
                          <a:effectLst/>
                        </a:rPr>
                        <a:t>Poor</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286382642"/>
                  </a:ext>
                </a:extLst>
              </a:tr>
              <a:tr h="174887">
                <a:tc>
                  <a:txBody>
                    <a:bodyPr/>
                    <a:lstStyle/>
                    <a:p>
                      <a:pPr marL="0" marR="0" algn="ctr">
                        <a:lnSpc>
                          <a:spcPct val="107000"/>
                        </a:lnSpc>
                        <a:spcBef>
                          <a:spcPts val="0"/>
                        </a:spcBef>
                        <a:spcAft>
                          <a:spcPts val="0"/>
                        </a:spcAft>
                      </a:pPr>
                      <a:r>
                        <a:rPr lang="id-ID" sz="800">
                          <a:effectLst/>
                        </a:rPr>
                        <a:t>Total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7</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7</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dirty="0">
                          <a:effectLst/>
                        </a:rPr>
                        <a:t>14</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90484390"/>
                  </a:ext>
                </a:extLst>
              </a:tr>
            </a:tbl>
          </a:graphicData>
        </a:graphic>
      </p:graphicFrame>
    </p:spTree>
    <p:extLst>
      <p:ext uri="{BB962C8B-B14F-4D97-AF65-F5344CB8AC3E}">
        <p14:creationId xmlns:p14="http://schemas.microsoft.com/office/powerpoint/2010/main" val="41936682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3DCD147D-B2F3-4D01-B1DC-7BFBDD2F840E}"/>
              </a:ext>
            </a:extLst>
          </p:cNvPr>
          <p:cNvSpPr>
            <a:spLocks noGrp="1"/>
          </p:cNvSpPr>
          <p:nvPr>
            <p:ph type="title"/>
          </p:nvPr>
        </p:nvSpPr>
        <p:spPr/>
        <p:txBody>
          <a:bodyPr/>
          <a:lstStyle/>
          <a:p>
            <a:r>
              <a:rPr lang="id-ID" dirty="0"/>
              <a:t>Kasus </a:t>
            </a:r>
            <a:r>
              <a:rPr lang="id-ID" dirty="0" err="1"/>
              <a:t>Decision</a:t>
            </a:r>
            <a:r>
              <a:rPr lang="id-ID" dirty="0"/>
              <a:t> Tree</a:t>
            </a:r>
            <a:endParaRPr lang="en-US" dirty="0"/>
          </a:p>
        </p:txBody>
      </p:sp>
      <p:graphicFrame>
        <p:nvGraphicFramePr>
          <p:cNvPr id="4" name="Tampungan Konten 3">
            <a:extLst>
              <a:ext uri="{FF2B5EF4-FFF2-40B4-BE49-F238E27FC236}">
                <a16:creationId xmlns:a16="http://schemas.microsoft.com/office/drawing/2014/main" id="{B6137825-2979-490E-9EAB-FAEE8D20859F}"/>
              </a:ext>
            </a:extLst>
          </p:cNvPr>
          <p:cNvGraphicFramePr>
            <a:graphicFrameLocks noGrp="1"/>
          </p:cNvGraphicFramePr>
          <p:nvPr>
            <p:ph idx="1"/>
          </p:nvPr>
        </p:nvGraphicFramePr>
        <p:xfrm>
          <a:off x="471487" y="1195982"/>
          <a:ext cx="3172260" cy="3279043"/>
        </p:xfrm>
        <a:graphic>
          <a:graphicData uri="http://schemas.openxmlformats.org/drawingml/2006/table">
            <a:tbl>
              <a:tblPr firstRow="1" firstCol="1" bandRow="1">
                <a:tableStyleId>{5C22544A-7EE6-4342-B048-85BDC9FD1C3A}</a:tableStyleId>
              </a:tblPr>
              <a:tblGrid>
                <a:gridCol w="528710">
                  <a:extLst>
                    <a:ext uri="{9D8B030D-6E8A-4147-A177-3AD203B41FA5}">
                      <a16:colId xmlns:a16="http://schemas.microsoft.com/office/drawing/2014/main" val="1948208705"/>
                    </a:ext>
                  </a:extLst>
                </a:gridCol>
                <a:gridCol w="528710">
                  <a:extLst>
                    <a:ext uri="{9D8B030D-6E8A-4147-A177-3AD203B41FA5}">
                      <a16:colId xmlns:a16="http://schemas.microsoft.com/office/drawing/2014/main" val="1421880507"/>
                    </a:ext>
                  </a:extLst>
                </a:gridCol>
                <a:gridCol w="528710">
                  <a:extLst>
                    <a:ext uri="{9D8B030D-6E8A-4147-A177-3AD203B41FA5}">
                      <a16:colId xmlns:a16="http://schemas.microsoft.com/office/drawing/2014/main" val="4050081324"/>
                    </a:ext>
                  </a:extLst>
                </a:gridCol>
                <a:gridCol w="528710">
                  <a:extLst>
                    <a:ext uri="{9D8B030D-6E8A-4147-A177-3AD203B41FA5}">
                      <a16:colId xmlns:a16="http://schemas.microsoft.com/office/drawing/2014/main" val="3520460753"/>
                    </a:ext>
                  </a:extLst>
                </a:gridCol>
                <a:gridCol w="528710">
                  <a:extLst>
                    <a:ext uri="{9D8B030D-6E8A-4147-A177-3AD203B41FA5}">
                      <a16:colId xmlns:a16="http://schemas.microsoft.com/office/drawing/2014/main" val="1291364561"/>
                    </a:ext>
                  </a:extLst>
                </a:gridCol>
                <a:gridCol w="528710">
                  <a:extLst>
                    <a:ext uri="{9D8B030D-6E8A-4147-A177-3AD203B41FA5}">
                      <a16:colId xmlns:a16="http://schemas.microsoft.com/office/drawing/2014/main" val="1426627497"/>
                    </a:ext>
                  </a:extLst>
                </a:gridCol>
              </a:tblGrid>
              <a:tr h="313574">
                <a:tc>
                  <a:txBody>
                    <a:bodyPr/>
                    <a:lstStyle/>
                    <a:p>
                      <a:pPr marL="0" marR="0" algn="ctr">
                        <a:lnSpc>
                          <a:spcPct val="107000"/>
                        </a:lnSpc>
                        <a:spcBef>
                          <a:spcPts val="0"/>
                        </a:spcBef>
                        <a:spcAft>
                          <a:spcPts val="0"/>
                        </a:spcAft>
                      </a:pPr>
                      <a:r>
                        <a:rPr lang="id-ID" sz="800">
                          <a:effectLst/>
                        </a:rPr>
                        <a:t>ID</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Outlook</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Temp.</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dirty="0">
                          <a:effectLst/>
                        </a:rPr>
                        <a:t>Humidity</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Wind</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Decision</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3952663862"/>
                  </a:ext>
                </a:extLst>
              </a:tr>
              <a:tr h="170266">
                <a:tc>
                  <a:txBody>
                    <a:bodyPr/>
                    <a:lstStyle/>
                    <a:p>
                      <a:pPr marL="0" marR="0" algn="ctr">
                        <a:lnSpc>
                          <a:spcPct val="107000"/>
                        </a:lnSpc>
                        <a:spcBef>
                          <a:spcPts val="0"/>
                        </a:spcBef>
                        <a:spcAft>
                          <a:spcPts val="0"/>
                        </a:spcAft>
                      </a:pPr>
                      <a:r>
                        <a:rPr lang="id-ID" sz="800">
                          <a:effectLst/>
                        </a:rPr>
                        <a:t>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Sunny</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Hot</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High</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Weak</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No</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865384447"/>
                  </a:ext>
                </a:extLst>
              </a:tr>
              <a:tr h="170266">
                <a:tc>
                  <a:txBody>
                    <a:bodyPr/>
                    <a:lstStyle/>
                    <a:p>
                      <a:pPr marL="0" marR="0" algn="ctr">
                        <a:lnSpc>
                          <a:spcPct val="107000"/>
                        </a:lnSpc>
                        <a:spcBef>
                          <a:spcPts val="0"/>
                        </a:spcBef>
                        <a:spcAft>
                          <a:spcPts val="0"/>
                        </a:spcAft>
                      </a:pPr>
                      <a:r>
                        <a:rPr lang="id-ID" sz="800">
                          <a:effectLst/>
                        </a:rPr>
                        <a:t>1</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Sunny</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Hot</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High</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Strong</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No</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177055339"/>
                  </a:ext>
                </a:extLst>
              </a:tr>
              <a:tr h="313574">
                <a:tc>
                  <a:txBody>
                    <a:bodyPr/>
                    <a:lstStyle/>
                    <a:p>
                      <a:pPr marL="0" marR="0" algn="ctr">
                        <a:lnSpc>
                          <a:spcPct val="107000"/>
                        </a:lnSpc>
                        <a:spcBef>
                          <a:spcPts val="0"/>
                        </a:spcBef>
                        <a:spcAft>
                          <a:spcPts val="0"/>
                        </a:spcAft>
                      </a:pPr>
                      <a:r>
                        <a:rPr lang="id-ID" sz="800">
                          <a:effectLst/>
                        </a:rPr>
                        <a:t>2</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Overcast</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Hot</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High</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Weak</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Yes</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4039252391"/>
                  </a:ext>
                </a:extLst>
              </a:tr>
              <a:tr h="170266">
                <a:tc>
                  <a:txBody>
                    <a:bodyPr/>
                    <a:lstStyle/>
                    <a:p>
                      <a:pPr marL="0" marR="0" algn="ctr">
                        <a:lnSpc>
                          <a:spcPct val="107000"/>
                        </a:lnSpc>
                        <a:spcBef>
                          <a:spcPts val="0"/>
                        </a:spcBef>
                        <a:spcAft>
                          <a:spcPts val="0"/>
                        </a:spcAft>
                      </a:pPr>
                      <a:r>
                        <a:rPr lang="id-ID" sz="800">
                          <a:effectLst/>
                        </a:rPr>
                        <a:t>3</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Rain</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Mild</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High</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Weak</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Yes</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3534215151"/>
                  </a:ext>
                </a:extLst>
              </a:tr>
              <a:tr h="170266">
                <a:tc>
                  <a:txBody>
                    <a:bodyPr/>
                    <a:lstStyle/>
                    <a:p>
                      <a:pPr marL="0" marR="0" algn="ctr">
                        <a:lnSpc>
                          <a:spcPct val="107000"/>
                        </a:lnSpc>
                        <a:spcBef>
                          <a:spcPts val="0"/>
                        </a:spcBef>
                        <a:spcAft>
                          <a:spcPts val="0"/>
                        </a:spcAft>
                      </a:pPr>
                      <a:r>
                        <a:rPr lang="id-ID" sz="800">
                          <a:effectLst/>
                        </a:rPr>
                        <a:t>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Rain</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Cool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Normal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Weak</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Yes</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272303081"/>
                  </a:ext>
                </a:extLst>
              </a:tr>
              <a:tr h="170266">
                <a:tc>
                  <a:txBody>
                    <a:bodyPr/>
                    <a:lstStyle/>
                    <a:p>
                      <a:pPr marL="0" marR="0" algn="ctr">
                        <a:lnSpc>
                          <a:spcPct val="107000"/>
                        </a:lnSpc>
                        <a:spcBef>
                          <a:spcPts val="0"/>
                        </a:spcBef>
                        <a:spcAft>
                          <a:spcPts val="0"/>
                        </a:spcAft>
                      </a:pPr>
                      <a:r>
                        <a:rPr lang="id-ID" sz="800">
                          <a:effectLst/>
                        </a:rPr>
                        <a:t>5</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Rain</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Cool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Normal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Strong</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No</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3938811929"/>
                  </a:ext>
                </a:extLst>
              </a:tr>
              <a:tr h="313574">
                <a:tc>
                  <a:txBody>
                    <a:bodyPr/>
                    <a:lstStyle/>
                    <a:p>
                      <a:pPr marL="0" marR="0" algn="ctr">
                        <a:lnSpc>
                          <a:spcPct val="107000"/>
                        </a:lnSpc>
                        <a:spcBef>
                          <a:spcPts val="0"/>
                        </a:spcBef>
                        <a:spcAft>
                          <a:spcPts val="0"/>
                        </a:spcAft>
                      </a:pPr>
                      <a:r>
                        <a:rPr lang="id-ID" sz="800">
                          <a:effectLst/>
                        </a:rPr>
                        <a:t>6</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Overcast</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Cool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Normal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Strong</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Yes</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1276909820"/>
                  </a:ext>
                </a:extLst>
              </a:tr>
              <a:tr h="170266">
                <a:tc>
                  <a:txBody>
                    <a:bodyPr/>
                    <a:lstStyle/>
                    <a:p>
                      <a:pPr marL="0" marR="0" algn="ctr">
                        <a:lnSpc>
                          <a:spcPct val="107000"/>
                        </a:lnSpc>
                        <a:spcBef>
                          <a:spcPts val="0"/>
                        </a:spcBef>
                        <a:spcAft>
                          <a:spcPts val="0"/>
                        </a:spcAft>
                      </a:pPr>
                      <a:r>
                        <a:rPr lang="id-ID" sz="800">
                          <a:effectLst/>
                        </a:rPr>
                        <a:t>7</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Sunny</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Mild</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High</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Weak</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No</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799307675"/>
                  </a:ext>
                </a:extLst>
              </a:tr>
              <a:tr h="170266">
                <a:tc>
                  <a:txBody>
                    <a:bodyPr/>
                    <a:lstStyle/>
                    <a:p>
                      <a:pPr marL="0" marR="0" algn="ctr">
                        <a:lnSpc>
                          <a:spcPct val="107000"/>
                        </a:lnSpc>
                        <a:spcBef>
                          <a:spcPts val="0"/>
                        </a:spcBef>
                        <a:spcAft>
                          <a:spcPts val="0"/>
                        </a:spcAft>
                      </a:pPr>
                      <a:r>
                        <a:rPr lang="id-ID" sz="800">
                          <a:effectLst/>
                        </a:rPr>
                        <a:t>8</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Sunny</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Cool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Normal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Weak</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Yes</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701616287"/>
                  </a:ext>
                </a:extLst>
              </a:tr>
              <a:tr h="170266">
                <a:tc>
                  <a:txBody>
                    <a:bodyPr/>
                    <a:lstStyle/>
                    <a:p>
                      <a:pPr marL="0" marR="0" algn="ctr">
                        <a:lnSpc>
                          <a:spcPct val="107000"/>
                        </a:lnSpc>
                        <a:spcBef>
                          <a:spcPts val="0"/>
                        </a:spcBef>
                        <a:spcAft>
                          <a:spcPts val="0"/>
                        </a:spcAft>
                      </a:pPr>
                      <a:r>
                        <a:rPr lang="id-ID" sz="800">
                          <a:effectLst/>
                        </a:rPr>
                        <a:t>9</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Rain</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Mild</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Normal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Weak</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Yes</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356104708"/>
                  </a:ext>
                </a:extLst>
              </a:tr>
              <a:tr h="170266">
                <a:tc>
                  <a:txBody>
                    <a:bodyPr/>
                    <a:lstStyle/>
                    <a:p>
                      <a:pPr marL="0" marR="0" algn="ctr">
                        <a:lnSpc>
                          <a:spcPct val="107000"/>
                        </a:lnSpc>
                        <a:spcBef>
                          <a:spcPts val="0"/>
                        </a:spcBef>
                        <a:spcAft>
                          <a:spcPts val="0"/>
                        </a:spcAft>
                      </a:pPr>
                      <a:r>
                        <a:rPr lang="id-ID" sz="800">
                          <a:effectLst/>
                        </a:rPr>
                        <a:t>10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Sunny</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Mild</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Normal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Strong</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Yes</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789727971"/>
                  </a:ext>
                </a:extLst>
              </a:tr>
              <a:tr h="313574">
                <a:tc>
                  <a:txBody>
                    <a:bodyPr/>
                    <a:lstStyle/>
                    <a:p>
                      <a:pPr marL="0" marR="0" algn="ctr">
                        <a:lnSpc>
                          <a:spcPct val="107000"/>
                        </a:lnSpc>
                        <a:spcBef>
                          <a:spcPts val="0"/>
                        </a:spcBef>
                        <a:spcAft>
                          <a:spcPts val="0"/>
                        </a:spcAft>
                      </a:pPr>
                      <a:r>
                        <a:rPr lang="id-ID" sz="800">
                          <a:effectLst/>
                        </a:rPr>
                        <a:t>11</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Overcast</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Mild</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High</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Strong</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Yes</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3500524896"/>
                  </a:ext>
                </a:extLst>
              </a:tr>
              <a:tr h="313574">
                <a:tc>
                  <a:txBody>
                    <a:bodyPr/>
                    <a:lstStyle/>
                    <a:p>
                      <a:pPr marL="0" marR="0" algn="ctr">
                        <a:lnSpc>
                          <a:spcPct val="107000"/>
                        </a:lnSpc>
                        <a:spcBef>
                          <a:spcPts val="0"/>
                        </a:spcBef>
                        <a:spcAft>
                          <a:spcPts val="0"/>
                        </a:spcAft>
                      </a:pPr>
                      <a:r>
                        <a:rPr lang="id-ID" sz="800">
                          <a:effectLst/>
                        </a:rPr>
                        <a:t>12</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Overcast</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Hot</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Normal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Weak</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Yes</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1912055686"/>
                  </a:ext>
                </a:extLst>
              </a:tr>
              <a:tr h="178779">
                <a:tc>
                  <a:txBody>
                    <a:bodyPr/>
                    <a:lstStyle/>
                    <a:p>
                      <a:pPr marL="0" marR="0" algn="ctr">
                        <a:lnSpc>
                          <a:spcPct val="107000"/>
                        </a:lnSpc>
                        <a:spcBef>
                          <a:spcPts val="0"/>
                        </a:spcBef>
                        <a:spcAft>
                          <a:spcPts val="0"/>
                        </a:spcAft>
                      </a:pPr>
                      <a:r>
                        <a:rPr lang="id-ID" sz="800">
                          <a:effectLst/>
                        </a:rPr>
                        <a:t>13</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Rain</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Mild</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High</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a:effectLst/>
                        </a:rPr>
                        <a:t>Strong</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800" dirty="0">
                          <a:effectLst/>
                        </a:rPr>
                        <a:t>No</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723284746"/>
                  </a:ext>
                </a:extLst>
              </a:tr>
            </a:tbl>
          </a:graphicData>
        </a:graphic>
      </p:graphicFrame>
      <p:sp>
        <p:nvSpPr>
          <p:cNvPr id="6" name="Kotak Teks 5">
            <a:extLst>
              <a:ext uri="{FF2B5EF4-FFF2-40B4-BE49-F238E27FC236}">
                <a16:creationId xmlns:a16="http://schemas.microsoft.com/office/drawing/2014/main" id="{BCDCF2AB-51FF-41BB-9B7D-19366A42618A}"/>
              </a:ext>
            </a:extLst>
          </p:cNvPr>
          <p:cNvSpPr txBox="1"/>
          <p:nvPr/>
        </p:nvSpPr>
        <p:spPr>
          <a:xfrm>
            <a:off x="3716482" y="1195981"/>
            <a:ext cx="3016827" cy="1544525"/>
          </a:xfrm>
          <a:prstGeom prst="rect">
            <a:avLst/>
          </a:prstGeom>
          <a:noFill/>
        </p:spPr>
        <p:txBody>
          <a:bodyPr wrap="square">
            <a:spAutoFit/>
          </a:bodyPr>
          <a:lstStyle/>
          <a:p>
            <a:pPr>
              <a:lnSpc>
                <a:spcPct val="107000"/>
              </a:lnSpc>
              <a:spcAft>
                <a:spcPts val="600"/>
              </a:spcAft>
            </a:pPr>
            <a:r>
              <a:rPr lang="id-ID" sz="1050" dirty="0">
                <a:latin typeface="+mj-lt"/>
                <a:ea typeface="Calibri" panose="020F0502020204030204" pitchFamily="34" charset="0"/>
                <a:cs typeface="Arial" panose="020B0604020202020204" pitchFamily="34" charset="0"/>
              </a:rPr>
              <a:t>Keterangan </a:t>
            </a:r>
            <a:r>
              <a:rPr lang="id-ID" sz="1050" dirty="0" err="1">
                <a:latin typeface="+mj-lt"/>
                <a:ea typeface="Calibri" panose="020F0502020204030204" pitchFamily="34" charset="0"/>
                <a:cs typeface="Arial" panose="020B0604020202020204" pitchFamily="34" charset="0"/>
              </a:rPr>
              <a:t>dataset</a:t>
            </a:r>
            <a:r>
              <a:rPr lang="id-ID" sz="1050" dirty="0">
                <a:latin typeface="+mj-lt"/>
                <a:ea typeface="Calibri" panose="020F0502020204030204" pitchFamily="34" charset="0"/>
                <a:cs typeface="Arial" panose="020B0604020202020204" pitchFamily="34" charset="0"/>
              </a:rPr>
              <a:t>:</a:t>
            </a:r>
            <a:endParaRPr lang="en-US" sz="1050" dirty="0">
              <a:latin typeface="+mj-lt"/>
              <a:ea typeface="Calibri" panose="020F0502020204030204" pitchFamily="34" charset="0"/>
              <a:cs typeface="Arial" panose="020B0604020202020204" pitchFamily="34" charset="0"/>
            </a:endParaRPr>
          </a:p>
          <a:p>
            <a:pPr marL="257175" indent="-257175">
              <a:lnSpc>
                <a:spcPct val="107000"/>
              </a:lnSpc>
              <a:buFont typeface="Symbol" panose="05050102010706020507" pitchFamily="18" charset="2"/>
              <a:buChar char=""/>
            </a:pPr>
            <a:r>
              <a:rPr lang="id-ID" sz="1050" dirty="0">
                <a:latin typeface="+mj-lt"/>
                <a:ea typeface="Calibri" panose="020F0502020204030204" pitchFamily="34" charset="0"/>
                <a:cs typeface="Arial" panose="020B0604020202020204" pitchFamily="34" charset="0"/>
              </a:rPr>
              <a:t>atribut </a:t>
            </a:r>
            <a:r>
              <a:rPr lang="id-ID" sz="1050" dirty="0" err="1">
                <a:latin typeface="+mj-lt"/>
                <a:ea typeface="Calibri" panose="020F0502020204030204" pitchFamily="34" charset="0"/>
                <a:cs typeface="Arial" panose="020B0604020202020204" pitchFamily="34" charset="0"/>
              </a:rPr>
              <a:t>prediktor</a:t>
            </a:r>
            <a:r>
              <a:rPr lang="id-ID" sz="1050" dirty="0">
                <a:latin typeface="+mj-lt"/>
                <a:ea typeface="Calibri" panose="020F0502020204030204" pitchFamily="34" charset="0"/>
                <a:cs typeface="Arial" panose="020B0604020202020204" pitchFamily="34" charset="0"/>
              </a:rPr>
              <a:t> terdiri dari empat atribut yaitu Outlook, Temperature, Humidity dan </a:t>
            </a:r>
            <a:r>
              <a:rPr lang="id-ID" sz="1050" dirty="0" err="1">
                <a:latin typeface="+mj-lt"/>
                <a:ea typeface="Calibri" panose="020F0502020204030204" pitchFamily="34" charset="0"/>
                <a:cs typeface="Arial" panose="020B0604020202020204" pitchFamily="34" charset="0"/>
              </a:rPr>
              <a:t>Wind</a:t>
            </a:r>
            <a:r>
              <a:rPr lang="id-ID" sz="1050" dirty="0">
                <a:latin typeface="+mj-lt"/>
                <a:ea typeface="Calibri" panose="020F0502020204030204" pitchFamily="34" charset="0"/>
                <a:cs typeface="Arial" panose="020B0604020202020204" pitchFamily="34" charset="0"/>
              </a:rPr>
              <a:t>.</a:t>
            </a:r>
            <a:endParaRPr lang="en-US" sz="1050" dirty="0">
              <a:latin typeface="+mj-lt"/>
              <a:ea typeface="Calibri" panose="020F0502020204030204" pitchFamily="34" charset="0"/>
              <a:cs typeface="Arial" panose="020B0604020202020204" pitchFamily="34" charset="0"/>
            </a:endParaRPr>
          </a:p>
          <a:p>
            <a:pPr marL="257175" indent="-257175">
              <a:lnSpc>
                <a:spcPct val="107000"/>
              </a:lnSpc>
              <a:buFont typeface="Symbol" panose="05050102010706020507" pitchFamily="18" charset="2"/>
              <a:buChar char=""/>
            </a:pPr>
            <a:r>
              <a:rPr lang="id-ID" sz="1050" dirty="0">
                <a:latin typeface="+mj-lt"/>
                <a:ea typeface="Calibri" panose="020F0502020204030204" pitchFamily="34" charset="0"/>
                <a:cs typeface="Arial" panose="020B0604020202020204" pitchFamily="34" charset="0"/>
              </a:rPr>
              <a:t>atribut target terdiri dari satu atribut yaitu </a:t>
            </a:r>
            <a:r>
              <a:rPr lang="id-ID" sz="1050" dirty="0" err="1">
                <a:latin typeface="+mj-lt"/>
                <a:ea typeface="Calibri" panose="020F0502020204030204" pitchFamily="34" charset="0"/>
                <a:cs typeface="Arial" panose="020B0604020202020204" pitchFamily="34" charset="0"/>
              </a:rPr>
              <a:t>Decision</a:t>
            </a:r>
            <a:r>
              <a:rPr lang="id-ID" sz="1050" dirty="0">
                <a:latin typeface="+mj-lt"/>
                <a:ea typeface="Calibri" panose="020F0502020204030204" pitchFamily="34" charset="0"/>
                <a:cs typeface="Arial" panose="020B0604020202020204" pitchFamily="34" charset="0"/>
              </a:rPr>
              <a:t>.</a:t>
            </a:r>
            <a:endParaRPr lang="en-US" sz="1050" dirty="0">
              <a:latin typeface="+mj-lt"/>
              <a:ea typeface="Calibri" panose="020F0502020204030204" pitchFamily="34" charset="0"/>
              <a:cs typeface="Arial" panose="020B0604020202020204" pitchFamily="34" charset="0"/>
            </a:endParaRPr>
          </a:p>
          <a:p>
            <a:pPr marL="257175" indent="-257175">
              <a:lnSpc>
                <a:spcPct val="107000"/>
              </a:lnSpc>
              <a:spcAft>
                <a:spcPts val="600"/>
              </a:spcAft>
              <a:buFont typeface="Symbol" panose="05050102010706020507" pitchFamily="18" charset="2"/>
              <a:buChar char=""/>
            </a:pPr>
            <a:r>
              <a:rPr lang="id-ID" sz="1050" dirty="0">
                <a:latin typeface="+mj-lt"/>
                <a:ea typeface="Calibri" panose="020F0502020204030204" pitchFamily="34" charset="0"/>
                <a:cs typeface="Arial" panose="020B0604020202020204" pitchFamily="34" charset="0"/>
              </a:rPr>
              <a:t>Semua atribut memiliki tipe data yang sama yaitu </a:t>
            </a:r>
            <a:r>
              <a:rPr lang="id-ID" sz="1050" dirty="0" err="1">
                <a:latin typeface="+mj-lt"/>
                <a:ea typeface="Calibri" panose="020F0502020204030204" pitchFamily="34" charset="0"/>
                <a:cs typeface="Arial" panose="020B0604020202020204" pitchFamily="34" charset="0"/>
              </a:rPr>
              <a:t>kategorik</a:t>
            </a:r>
            <a:r>
              <a:rPr lang="id-ID" sz="1050" dirty="0">
                <a:latin typeface="+mj-lt"/>
                <a:ea typeface="Calibri" panose="020F0502020204030204" pitchFamily="34" charset="0"/>
                <a:cs typeface="Arial" panose="020B0604020202020204" pitchFamily="34" charset="0"/>
              </a:rPr>
              <a:t>. </a:t>
            </a:r>
            <a:endParaRPr lang="en-US" sz="1050" dirty="0">
              <a:latin typeface="+mj-lt"/>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4815211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37A31189-F821-4ACD-ADE9-216679B22670}"/>
              </a:ext>
            </a:extLst>
          </p:cNvPr>
          <p:cNvSpPr>
            <a:spLocks noGrp="1"/>
          </p:cNvSpPr>
          <p:nvPr>
            <p:ph type="title"/>
          </p:nvPr>
        </p:nvSpPr>
        <p:spPr/>
        <p:txBody>
          <a:bodyPr/>
          <a:lstStyle/>
          <a:p>
            <a:r>
              <a:rPr lang="id-ID" dirty="0"/>
              <a:t>Buat tabel kontingensi</a:t>
            </a:r>
            <a:endParaRPr lang="en-US" dirty="0"/>
          </a:p>
        </p:txBody>
      </p:sp>
      <p:sp>
        <p:nvSpPr>
          <p:cNvPr id="3" name="Tampungan Konten 2">
            <a:extLst>
              <a:ext uri="{FF2B5EF4-FFF2-40B4-BE49-F238E27FC236}">
                <a16:creationId xmlns:a16="http://schemas.microsoft.com/office/drawing/2014/main" id="{B73C9A32-194B-42DE-9046-F96DD1518ED4}"/>
              </a:ext>
            </a:extLst>
          </p:cNvPr>
          <p:cNvSpPr>
            <a:spLocks noGrp="1"/>
          </p:cNvSpPr>
          <p:nvPr>
            <p:ph idx="1"/>
          </p:nvPr>
        </p:nvSpPr>
        <p:spPr/>
        <p:txBody>
          <a:bodyPr/>
          <a:lstStyle/>
          <a:p>
            <a:r>
              <a:rPr lang="id-ID" dirty="0">
                <a:latin typeface="+mj-lt"/>
              </a:rPr>
              <a:t>Ubah ke dalam bentuk tabel kontingensi</a:t>
            </a:r>
          </a:p>
          <a:p>
            <a:pPr marL="0" indent="0">
              <a:buNone/>
            </a:pPr>
            <a:endParaRPr lang="en-US" dirty="0">
              <a:latin typeface="+mj-lt"/>
            </a:endParaRPr>
          </a:p>
        </p:txBody>
      </p:sp>
      <p:graphicFrame>
        <p:nvGraphicFramePr>
          <p:cNvPr id="6" name="Tabel 5">
            <a:extLst>
              <a:ext uri="{FF2B5EF4-FFF2-40B4-BE49-F238E27FC236}">
                <a16:creationId xmlns:a16="http://schemas.microsoft.com/office/drawing/2014/main" id="{0201C26A-290D-4F79-9C4A-AE151BE7C49C}"/>
              </a:ext>
            </a:extLst>
          </p:cNvPr>
          <p:cNvGraphicFramePr>
            <a:graphicFrameLocks noGrp="1"/>
          </p:cNvGraphicFramePr>
          <p:nvPr/>
        </p:nvGraphicFramePr>
        <p:xfrm>
          <a:off x="589251" y="1980334"/>
          <a:ext cx="2545102" cy="2155524"/>
        </p:xfrm>
        <a:graphic>
          <a:graphicData uri="http://schemas.openxmlformats.org/drawingml/2006/table">
            <a:tbl>
              <a:tblPr firstRow="1" firstCol="1" bandRow="1">
                <a:tableStyleId>{5C22544A-7EE6-4342-B048-85BDC9FD1C3A}</a:tableStyleId>
              </a:tblPr>
              <a:tblGrid>
                <a:gridCol w="784136">
                  <a:extLst>
                    <a:ext uri="{9D8B030D-6E8A-4147-A177-3AD203B41FA5}">
                      <a16:colId xmlns:a16="http://schemas.microsoft.com/office/drawing/2014/main" val="2443373640"/>
                    </a:ext>
                  </a:extLst>
                </a:gridCol>
                <a:gridCol w="697634">
                  <a:extLst>
                    <a:ext uri="{9D8B030D-6E8A-4147-A177-3AD203B41FA5}">
                      <a16:colId xmlns:a16="http://schemas.microsoft.com/office/drawing/2014/main" val="2206552131"/>
                    </a:ext>
                  </a:extLst>
                </a:gridCol>
                <a:gridCol w="515491">
                  <a:extLst>
                    <a:ext uri="{9D8B030D-6E8A-4147-A177-3AD203B41FA5}">
                      <a16:colId xmlns:a16="http://schemas.microsoft.com/office/drawing/2014/main" val="450643422"/>
                    </a:ext>
                  </a:extLst>
                </a:gridCol>
                <a:gridCol w="547841">
                  <a:extLst>
                    <a:ext uri="{9D8B030D-6E8A-4147-A177-3AD203B41FA5}">
                      <a16:colId xmlns:a16="http://schemas.microsoft.com/office/drawing/2014/main" val="3356945953"/>
                    </a:ext>
                  </a:extLst>
                </a:gridCol>
              </a:tblGrid>
              <a:tr h="179627">
                <a:tc>
                  <a:txBody>
                    <a:bodyPr/>
                    <a:lstStyle/>
                    <a:p>
                      <a:pPr marL="0" marR="0" algn="ctr">
                        <a:lnSpc>
                          <a:spcPct val="107000"/>
                        </a:lnSpc>
                        <a:spcBef>
                          <a:spcPts val="0"/>
                        </a:spcBef>
                        <a:spcAft>
                          <a:spcPts val="0"/>
                        </a:spcAft>
                      </a:pPr>
                      <a:r>
                        <a:rPr lang="id-ID" sz="1100">
                          <a:effectLst/>
                        </a:rPr>
                        <a:t>Outlook</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gridSpan="3">
                  <a:txBody>
                    <a:bodyPr/>
                    <a:lstStyle/>
                    <a:p>
                      <a:pPr marL="0" marR="0" algn="ctr">
                        <a:lnSpc>
                          <a:spcPct val="107000"/>
                        </a:lnSpc>
                        <a:spcBef>
                          <a:spcPts val="0"/>
                        </a:spcBef>
                        <a:spcAft>
                          <a:spcPts val="0"/>
                        </a:spcAft>
                      </a:pPr>
                      <a:r>
                        <a:rPr lang="id-ID" sz="1100">
                          <a:effectLst/>
                        </a:rPr>
                        <a:t>Decision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87892647"/>
                  </a:ext>
                </a:extLst>
              </a:tr>
              <a:tr h="179627">
                <a:tc>
                  <a:txBody>
                    <a:bodyPr/>
                    <a:lstStyle/>
                    <a:p>
                      <a:pPr marL="0" marR="0" algn="ctr">
                        <a:lnSpc>
                          <a:spcPct val="107000"/>
                        </a:lnSpc>
                        <a:spcBef>
                          <a:spcPts val="0"/>
                        </a:spcBef>
                        <a:spcAft>
                          <a:spcPts val="0"/>
                        </a:spcAft>
                      </a:pPr>
                      <a:r>
                        <a:rPr lang="id-ID" sz="1100">
                          <a:effectLst/>
                        </a:rPr>
                        <a:t>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Yes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No</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Total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388858028"/>
                  </a:ext>
                </a:extLst>
              </a:tr>
              <a:tr h="179627">
                <a:tc>
                  <a:txBody>
                    <a:bodyPr/>
                    <a:lstStyle/>
                    <a:p>
                      <a:pPr marL="0" marR="0" algn="ctr">
                        <a:lnSpc>
                          <a:spcPct val="107000"/>
                        </a:lnSpc>
                        <a:spcBef>
                          <a:spcPts val="0"/>
                        </a:spcBef>
                        <a:spcAft>
                          <a:spcPts val="0"/>
                        </a:spcAft>
                      </a:pPr>
                      <a:r>
                        <a:rPr lang="id-ID" sz="1100">
                          <a:effectLst/>
                        </a:rPr>
                        <a:t>Overcast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3362868513"/>
                  </a:ext>
                </a:extLst>
              </a:tr>
              <a:tr h="179627">
                <a:tc>
                  <a:txBody>
                    <a:bodyPr/>
                    <a:lstStyle/>
                    <a:p>
                      <a:pPr marL="0" marR="0" algn="ctr">
                        <a:lnSpc>
                          <a:spcPct val="107000"/>
                        </a:lnSpc>
                        <a:spcBef>
                          <a:spcPts val="0"/>
                        </a:spcBef>
                        <a:spcAft>
                          <a:spcPts val="0"/>
                        </a:spcAft>
                      </a:pPr>
                      <a:r>
                        <a:rPr lang="id-ID" sz="1100">
                          <a:effectLst/>
                        </a:rPr>
                        <a:t>Rain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1049832716"/>
                  </a:ext>
                </a:extLst>
              </a:tr>
              <a:tr h="179627">
                <a:tc>
                  <a:txBody>
                    <a:bodyPr/>
                    <a:lstStyle/>
                    <a:p>
                      <a:pPr marL="0" marR="0" algn="ctr">
                        <a:lnSpc>
                          <a:spcPct val="107000"/>
                        </a:lnSpc>
                        <a:spcBef>
                          <a:spcPts val="0"/>
                        </a:spcBef>
                        <a:spcAft>
                          <a:spcPts val="0"/>
                        </a:spcAft>
                      </a:pPr>
                      <a:r>
                        <a:rPr lang="id-ID" sz="1100">
                          <a:effectLst/>
                        </a:rPr>
                        <a:t>Sunny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1638952799"/>
                  </a:ext>
                </a:extLst>
              </a:tr>
              <a:tr h="179627">
                <a:tc>
                  <a:txBody>
                    <a:bodyPr/>
                    <a:lstStyle/>
                    <a:p>
                      <a:pPr marL="0" marR="0" algn="ctr">
                        <a:lnSpc>
                          <a:spcPct val="107000"/>
                        </a:lnSpc>
                        <a:spcBef>
                          <a:spcPts val="0"/>
                        </a:spcBef>
                        <a:spcAft>
                          <a:spcPts val="0"/>
                        </a:spcAft>
                      </a:pPr>
                      <a:r>
                        <a:rPr lang="id-ID" sz="1100">
                          <a:effectLst/>
                        </a:rPr>
                        <a:t>Total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14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1413750076"/>
                  </a:ext>
                </a:extLst>
              </a:tr>
              <a:tr h="179627">
                <a:tc>
                  <a:txBody>
                    <a:bodyPr/>
                    <a:lstStyle/>
                    <a:p>
                      <a:pPr marL="0" marR="0" algn="ctr">
                        <a:lnSpc>
                          <a:spcPct val="107000"/>
                        </a:lnSpc>
                        <a:spcBef>
                          <a:spcPts val="0"/>
                        </a:spcBef>
                        <a:spcAft>
                          <a:spcPts val="0"/>
                        </a:spcAft>
                      </a:pPr>
                      <a:r>
                        <a:rPr lang="id-ID" sz="1100">
                          <a:effectLst/>
                        </a:rPr>
                        <a:t>Temp.</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gridSpan="3">
                  <a:txBody>
                    <a:bodyPr/>
                    <a:lstStyle/>
                    <a:p>
                      <a:pPr marL="0" marR="0" algn="ctr">
                        <a:lnSpc>
                          <a:spcPct val="107000"/>
                        </a:lnSpc>
                        <a:spcBef>
                          <a:spcPts val="0"/>
                        </a:spcBef>
                        <a:spcAft>
                          <a:spcPts val="0"/>
                        </a:spcAft>
                      </a:pPr>
                      <a:r>
                        <a:rPr lang="id-ID" sz="1100">
                          <a:effectLst/>
                        </a:rPr>
                        <a:t>Decision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94397386"/>
                  </a:ext>
                </a:extLst>
              </a:tr>
              <a:tr h="179627">
                <a:tc>
                  <a:txBody>
                    <a:bodyPr/>
                    <a:lstStyle/>
                    <a:p>
                      <a:pPr marL="0" marR="0" algn="ctr">
                        <a:lnSpc>
                          <a:spcPct val="107000"/>
                        </a:lnSpc>
                        <a:spcBef>
                          <a:spcPts val="0"/>
                        </a:spcBef>
                        <a:spcAft>
                          <a:spcPts val="0"/>
                        </a:spcAft>
                      </a:pPr>
                      <a:r>
                        <a:rPr lang="id-ID" sz="1100">
                          <a:effectLst/>
                        </a:rPr>
                        <a:t>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Yes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No</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Total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141380995"/>
                  </a:ext>
                </a:extLst>
              </a:tr>
              <a:tr h="179627">
                <a:tc>
                  <a:txBody>
                    <a:bodyPr/>
                    <a:lstStyle/>
                    <a:p>
                      <a:pPr marL="0" marR="0" algn="ctr">
                        <a:lnSpc>
                          <a:spcPct val="107000"/>
                        </a:lnSpc>
                        <a:spcBef>
                          <a:spcPts val="0"/>
                        </a:spcBef>
                        <a:spcAft>
                          <a:spcPts val="0"/>
                        </a:spcAft>
                      </a:pPr>
                      <a:r>
                        <a:rPr lang="id-ID" sz="1100">
                          <a:effectLst/>
                        </a:rPr>
                        <a:t>Cool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934388236"/>
                  </a:ext>
                </a:extLst>
              </a:tr>
              <a:tr h="179627">
                <a:tc>
                  <a:txBody>
                    <a:bodyPr/>
                    <a:lstStyle/>
                    <a:p>
                      <a:pPr marL="0" marR="0" algn="ctr">
                        <a:lnSpc>
                          <a:spcPct val="107000"/>
                        </a:lnSpc>
                        <a:spcBef>
                          <a:spcPts val="0"/>
                        </a:spcBef>
                        <a:spcAft>
                          <a:spcPts val="0"/>
                        </a:spcAft>
                      </a:pPr>
                      <a:r>
                        <a:rPr lang="id-ID" sz="1100">
                          <a:effectLst/>
                        </a:rPr>
                        <a:t>Hot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1094133254"/>
                  </a:ext>
                </a:extLst>
              </a:tr>
              <a:tr h="179627">
                <a:tc>
                  <a:txBody>
                    <a:bodyPr/>
                    <a:lstStyle/>
                    <a:p>
                      <a:pPr marL="0" marR="0" algn="ctr">
                        <a:lnSpc>
                          <a:spcPct val="107000"/>
                        </a:lnSpc>
                        <a:spcBef>
                          <a:spcPts val="0"/>
                        </a:spcBef>
                        <a:spcAft>
                          <a:spcPts val="0"/>
                        </a:spcAft>
                      </a:pPr>
                      <a:r>
                        <a:rPr lang="id-ID" sz="1100">
                          <a:effectLst/>
                        </a:rPr>
                        <a:t>Mild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530160780"/>
                  </a:ext>
                </a:extLst>
              </a:tr>
              <a:tr h="179627">
                <a:tc>
                  <a:txBody>
                    <a:bodyPr/>
                    <a:lstStyle/>
                    <a:p>
                      <a:pPr marL="0" marR="0" algn="ctr">
                        <a:lnSpc>
                          <a:spcPct val="107000"/>
                        </a:lnSpc>
                        <a:spcBef>
                          <a:spcPts val="0"/>
                        </a:spcBef>
                        <a:spcAft>
                          <a:spcPts val="0"/>
                        </a:spcAft>
                      </a:pPr>
                      <a:r>
                        <a:rPr lang="id-ID" sz="1100">
                          <a:effectLst/>
                        </a:rPr>
                        <a:t>Total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10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dirty="0">
                          <a:effectLst/>
                        </a:rPr>
                        <a:t>14</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229538488"/>
                  </a:ext>
                </a:extLst>
              </a:tr>
            </a:tbl>
          </a:graphicData>
        </a:graphic>
      </p:graphicFrame>
      <p:graphicFrame>
        <p:nvGraphicFramePr>
          <p:cNvPr id="9" name="Tabel 8">
            <a:extLst>
              <a:ext uri="{FF2B5EF4-FFF2-40B4-BE49-F238E27FC236}">
                <a16:creationId xmlns:a16="http://schemas.microsoft.com/office/drawing/2014/main" id="{E3682986-D9E3-4F0F-A345-658162FD3B43}"/>
              </a:ext>
            </a:extLst>
          </p:cNvPr>
          <p:cNvGraphicFramePr>
            <a:graphicFrameLocks noGrp="1"/>
          </p:cNvGraphicFramePr>
          <p:nvPr/>
        </p:nvGraphicFramePr>
        <p:xfrm>
          <a:off x="3481624" y="1980334"/>
          <a:ext cx="2545102" cy="2155524"/>
        </p:xfrm>
        <a:graphic>
          <a:graphicData uri="http://schemas.openxmlformats.org/drawingml/2006/table">
            <a:tbl>
              <a:tblPr firstRow="1" firstCol="1" bandRow="1">
                <a:tableStyleId>{5C22544A-7EE6-4342-B048-85BDC9FD1C3A}</a:tableStyleId>
              </a:tblPr>
              <a:tblGrid>
                <a:gridCol w="784136">
                  <a:extLst>
                    <a:ext uri="{9D8B030D-6E8A-4147-A177-3AD203B41FA5}">
                      <a16:colId xmlns:a16="http://schemas.microsoft.com/office/drawing/2014/main" val="335013966"/>
                    </a:ext>
                  </a:extLst>
                </a:gridCol>
                <a:gridCol w="697634">
                  <a:extLst>
                    <a:ext uri="{9D8B030D-6E8A-4147-A177-3AD203B41FA5}">
                      <a16:colId xmlns:a16="http://schemas.microsoft.com/office/drawing/2014/main" val="2708300713"/>
                    </a:ext>
                  </a:extLst>
                </a:gridCol>
                <a:gridCol w="515491">
                  <a:extLst>
                    <a:ext uri="{9D8B030D-6E8A-4147-A177-3AD203B41FA5}">
                      <a16:colId xmlns:a16="http://schemas.microsoft.com/office/drawing/2014/main" val="3148733506"/>
                    </a:ext>
                  </a:extLst>
                </a:gridCol>
                <a:gridCol w="547841">
                  <a:extLst>
                    <a:ext uri="{9D8B030D-6E8A-4147-A177-3AD203B41FA5}">
                      <a16:colId xmlns:a16="http://schemas.microsoft.com/office/drawing/2014/main" val="1552593305"/>
                    </a:ext>
                  </a:extLst>
                </a:gridCol>
              </a:tblGrid>
              <a:tr h="179627">
                <a:tc>
                  <a:txBody>
                    <a:bodyPr/>
                    <a:lstStyle/>
                    <a:p>
                      <a:pPr marL="0" marR="0" algn="ctr">
                        <a:lnSpc>
                          <a:spcPct val="107000"/>
                        </a:lnSpc>
                        <a:spcBef>
                          <a:spcPts val="0"/>
                        </a:spcBef>
                        <a:spcAft>
                          <a:spcPts val="0"/>
                        </a:spcAft>
                      </a:pPr>
                      <a:r>
                        <a:rPr lang="id-ID" sz="1100" dirty="0">
                          <a:effectLst/>
                        </a:rPr>
                        <a:t>Humidity</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gridSpan="3">
                  <a:txBody>
                    <a:bodyPr/>
                    <a:lstStyle/>
                    <a:p>
                      <a:pPr marL="0" marR="0" algn="ctr">
                        <a:lnSpc>
                          <a:spcPct val="107000"/>
                        </a:lnSpc>
                        <a:spcBef>
                          <a:spcPts val="0"/>
                        </a:spcBef>
                        <a:spcAft>
                          <a:spcPts val="0"/>
                        </a:spcAft>
                      </a:pPr>
                      <a:r>
                        <a:rPr lang="id-ID" sz="1100" dirty="0" err="1">
                          <a:effectLst/>
                        </a:rPr>
                        <a:t>Decision</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0397861"/>
                  </a:ext>
                </a:extLst>
              </a:tr>
              <a:tr h="179627">
                <a:tc>
                  <a:txBody>
                    <a:bodyPr/>
                    <a:lstStyle/>
                    <a:p>
                      <a:pPr marL="0" marR="0" algn="ctr">
                        <a:lnSpc>
                          <a:spcPct val="107000"/>
                        </a:lnSpc>
                        <a:spcBef>
                          <a:spcPts val="0"/>
                        </a:spcBef>
                        <a:spcAft>
                          <a:spcPts val="0"/>
                        </a:spcAft>
                      </a:pPr>
                      <a:r>
                        <a:rPr lang="id-ID" sz="1100">
                          <a:effectLst/>
                        </a:rPr>
                        <a:t>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Yes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No</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Total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3235209330"/>
                  </a:ext>
                </a:extLst>
              </a:tr>
              <a:tr h="179627">
                <a:tc>
                  <a:txBody>
                    <a:bodyPr/>
                    <a:lstStyle/>
                    <a:p>
                      <a:pPr marL="0" marR="0" algn="ctr">
                        <a:lnSpc>
                          <a:spcPct val="107000"/>
                        </a:lnSpc>
                        <a:spcBef>
                          <a:spcPts val="0"/>
                        </a:spcBef>
                        <a:spcAft>
                          <a:spcPts val="0"/>
                        </a:spcAft>
                      </a:pPr>
                      <a:r>
                        <a:rPr lang="id-ID" sz="1100">
                          <a:effectLst/>
                        </a:rPr>
                        <a:t>High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838212471"/>
                  </a:ext>
                </a:extLst>
              </a:tr>
              <a:tr h="179627">
                <a:tc>
                  <a:txBody>
                    <a:bodyPr/>
                    <a:lstStyle/>
                    <a:p>
                      <a:pPr marL="0" marR="0" algn="ctr">
                        <a:lnSpc>
                          <a:spcPct val="107000"/>
                        </a:lnSpc>
                        <a:spcBef>
                          <a:spcPts val="0"/>
                        </a:spcBef>
                        <a:spcAft>
                          <a:spcPts val="0"/>
                        </a:spcAft>
                      </a:pPr>
                      <a:r>
                        <a:rPr lang="id-ID" sz="1100">
                          <a:effectLst/>
                        </a:rPr>
                        <a:t>Normal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384504675"/>
                  </a:ext>
                </a:extLst>
              </a:tr>
              <a:tr h="179627">
                <a:tc>
                  <a:txBody>
                    <a:bodyPr/>
                    <a:lstStyle/>
                    <a:p>
                      <a:pPr marL="0" marR="0" algn="ctr">
                        <a:lnSpc>
                          <a:spcPct val="107000"/>
                        </a:lnSpc>
                        <a:spcBef>
                          <a:spcPts val="0"/>
                        </a:spcBef>
                        <a:spcAft>
                          <a:spcPts val="0"/>
                        </a:spcAft>
                      </a:pPr>
                      <a:r>
                        <a:rPr lang="id-ID" sz="1100">
                          <a:effectLst/>
                        </a:rPr>
                        <a:t>Total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11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14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348395503"/>
                  </a:ext>
                </a:extLst>
              </a:tr>
              <a:tr h="179627">
                <a:tc gridSpan="4">
                  <a:txBody>
                    <a:bodyPr/>
                    <a:lstStyle/>
                    <a:p>
                      <a:pPr marL="0" marR="0" algn="ctr">
                        <a:lnSpc>
                          <a:spcPct val="107000"/>
                        </a:lnSpc>
                        <a:spcBef>
                          <a:spcPts val="0"/>
                        </a:spcBef>
                        <a:spcAft>
                          <a:spcPts val="0"/>
                        </a:spcAft>
                      </a:pPr>
                      <a:r>
                        <a:rPr lang="id-ID" sz="1100">
                          <a:effectLst/>
                        </a:rPr>
                        <a:t>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81827108"/>
                  </a:ext>
                </a:extLst>
              </a:tr>
              <a:tr h="179627">
                <a:tc>
                  <a:txBody>
                    <a:bodyPr/>
                    <a:lstStyle/>
                    <a:p>
                      <a:pPr marL="0" marR="0" algn="ctr">
                        <a:lnSpc>
                          <a:spcPct val="107000"/>
                        </a:lnSpc>
                        <a:spcBef>
                          <a:spcPts val="0"/>
                        </a:spcBef>
                        <a:spcAft>
                          <a:spcPts val="0"/>
                        </a:spcAft>
                      </a:pPr>
                      <a:r>
                        <a:rPr lang="id-ID" sz="1100">
                          <a:effectLst/>
                        </a:rPr>
                        <a:t>Wind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gridSpan="3">
                  <a:txBody>
                    <a:bodyPr/>
                    <a:lstStyle/>
                    <a:p>
                      <a:pPr marL="0" marR="0" algn="ctr">
                        <a:lnSpc>
                          <a:spcPct val="107000"/>
                        </a:lnSpc>
                        <a:spcBef>
                          <a:spcPts val="0"/>
                        </a:spcBef>
                        <a:spcAft>
                          <a:spcPts val="0"/>
                        </a:spcAft>
                      </a:pPr>
                      <a:r>
                        <a:rPr lang="id-ID" sz="1100">
                          <a:effectLst/>
                        </a:rPr>
                        <a:t>Decision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65819117"/>
                  </a:ext>
                </a:extLst>
              </a:tr>
              <a:tr h="179627">
                <a:tc>
                  <a:txBody>
                    <a:bodyPr/>
                    <a:lstStyle/>
                    <a:p>
                      <a:pPr marL="0" marR="0" algn="ctr">
                        <a:lnSpc>
                          <a:spcPct val="107000"/>
                        </a:lnSpc>
                        <a:spcBef>
                          <a:spcPts val="0"/>
                        </a:spcBef>
                        <a:spcAft>
                          <a:spcPts val="0"/>
                        </a:spcAft>
                      </a:pPr>
                      <a:r>
                        <a:rPr lang="id-ID" sz="1100">
                          <a:effectLst/>
                        </a:rPr>
                        <a:t>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dirty="0">
                          <a:effectLst/>
                        </a:rPr>
                        <a:t>Yes</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No</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Total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005150131"/>
                  </a:ext>
                </a:extLst>
              </a:tr>
              <a:tr h="179627">
                <a:tc>
                  <a:txBody>
                    <a:bodyPr/>
                    <a:lstStyle/>
                    <a:p>
                      <a:pPr marL="0" marR="0" algn="ctr">
                        <a:lnSpc>
                          <a:spcPct val="107000"/>
                        </a:lnSpc>
                        <a:spcBef>
                          <a:spcPts val="0"/>
                        </a:spcBef>
                        <a:spcAft>
                          <a:spcPts val="0"/>
                        </a:spcAft>
                      </a:pPr>
                      <a:r>
                        <a:rPr lang="id-ID" sz="1100">
                          <a:effectLst/>
                        </a:rPr>
                        <a:t>Weak</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952966403"/>
                  </a:ext>
                </a:extLst>
              </a:tr>
              <a:tr h="179627">
                <a:tc>
                  <a:txBody>
                    <a:bodyPr/>
                    <a:lstStyle/>
                    <a:p>
                      <a:pPr marL="0" marR="0" algn="ctr">
                        <a:lnSpc>
                          <a:spcPct val="107000"/>
                        </a:lnSpc>
                        <a:spcBef>
                          <a:spcPts val="0"/>
                        </a:spcBef>
                        <a:spcAft>
                          <a:spcPts val="0"/>
                        </a:spcAft>
                      </a:pPr>
                      <a:r>
                        <a:rPr lang="id-ID" sz="1100">
                          <a:effectLst/>
                        </a:rPr>
                        <a:t>Strong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3192123887"/>
                  </a:ext>
                </a:extLst>
              </a:tr>
              <a:tr h="179627">
                <a:tc>
                  <a:txBody>
                    <a:bodyPr/>
                    <a:lstStyle/>
                    <a:p>
                      <a:pPr marL="0" marR="0" algn="ctr">
                        <a:lnSpc>
                          <a:spcPct val="107000"/>
                        </a:lnSpc>
                        <a:spcBef>
                          <a:spcPts val="0"/>
                        </a:spcBef>
                        <a:spcAft>
                          <a:spcPts val="0"/>
                        </a:spcAft>
                      </a:pPr>
                      <a:r>
                        <a:rPr lang="id-ID" sz="1100">
                          <a:effectLst/>
                        </a:rPr>
                        <a:t>Total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14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662752713"/>
                  </a:ext>
                </a:extLst>
              </a:tr>
              <a:tr h="179627">
                <a:tc gridSpan="4">
                  <a:txBody>
                    <a:bodyPr/>
                    <a:lstStyle/>
                    <a:p>
                      <a:pPr marL="0" marR="0" algn="ctr">
                        <a:lnSpc>
                          <a:spcPct val="107000"/>
                        </a:lnSpc>
                        <a:spcBef>
                          <a:spcPts val="0"/>
                        </a:spcBef>
                        <a:spcAft>
                          <a:spcPts val="0"/>
                        </a:spcAft>
                      </a:pPr>
                      <a:r>
                        <a:rPr lang="id-ID" sz="1100" dirty="0">
                          <a:effectLst/>
                        </a:rPr>
                        <a:t> </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32414273"/>
                  </a:ext>
                </a:extLst>
              </a:tr>
            </a:tbl>
          </a:graphicData>
        </a:graphic>
      </p:graphicFrame>
    </p:spTree>
    <p:extLst>
      <p:ext uri="{BB962C8B-B14F-4D97-AF65-F5344CB8AC3E}">
        <p14:creationId xmlns:p14="http://schemas.microsoft.com/office/powerpoint/2010/main" val="40155385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A1DCE553-5C01-4977-A968-7496D9A4FA26}"/>
              </a:ext>
            </a:extLst>
          </p:cNvPr>
          <p:cNvSpPr>
            <a:spLocks noGrp="1"/>
          </p:cNvSpPr>
          <p:nvPr>
            <p:ph type="title"/>
          </p:nvPr>
        </p:nvSpPr>
        <p:spPr/>
        <p:txBody>
          <a:bodyPr/>
          <a:lstStyle/>
          <a:p>
            <a:r>
              <a:rPr lang="id-ID" dirty="0"/>
              <a:t>Hitung entropi Outlook</a:t>
            </a:r>
            <a:endParaRPr lang="en-US"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56D8238E-5273-4627-9A3C-5B56FA658CEB}"/>
                  </a:ext>
                </a:extLst>
              </p:cNvPr>
              <p:cNvSpPr>
                <a:spLocks noGrp="1"/>
              </p:cNvSpPr>
              <p:nvPr>
                <p:ph idx="1"/>
              </p:nvPr>
            </p:nvSpPr>
            <p:spPr/>
            <p:txBody>
              <a:bodyPr>
                <a:normAutofit fontScale="77500" lnSpcReduction="20000"/>
              </a:bodyPr>
              <a:lstStyle/>
              <a:p>
                <a:pPr marL="0" indent="0">
                  <a:buNone/>
                </a:pPr>
                <a14:m>
                  <m:oMathPara xmlns:m="http://schemas.openxmlformats.org/officeDocument/2006/math">
                    <m:oMathParaPr>
                      <m:jc m:val="centerGroup"/>
                    </m:oMathParaPr>
                    <m:oMath xmlns:m="http://schemas.openxmlformats.org/officeDocument/2006/math">
                      <m:r>
                        <a:rPr lang="id-ID" sz="1350" i="1">
                          <a:latin typeface="Cambria Math" panose="02040503050406030204" pitchFamily="18" charset="0"/>
                          <a:ea typeface="Calibri" panose="020F0502020204030204" pitchFamily="34" charset="0"/>
                          <a:cs typeface="Arial" panose="020B0604020202020204" pitchFamily="34" charset="0"/>
                        </a:rPr>
                        <m:t>𝐸</m:t>
                      </m:r>
                      <m:d>
                        <m:dPr>
                          <m:ctrlPr>
                            <a:rPr lang="en-US" i="1">
                              <a:effectLst/>
                              <a:latin typeface="Cambria Math" panose="02040503050406030204" pitchFamily="18"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𝐷𝑒𝑐𝑖𝑠𝑖𝑜𝑛</m:t>
                          </m:r>
                        </m:e>
                        <m:e>
                          <m:r>
                            <a:rPr lang="id-ID" sz="1350" i="1">
                              <a:latin typeface="Cambria Math" panose="02040503050406030204" pitchFamily="18" charset="0"/>
                              <a:ea typeface="Calibri" panose="020F0502020204030204" pitchFamily="34" charset="0"/>
                              <a:cs typeface="Arial" panose="020B0604020202020204" pitchFamily="34" charset="0"/>
                            </a:rPr>
                            <m:t>𝑂𝑢𝑡𝑙𝑜𝑜𝑘</m:t>
                          </m:r>
                          <m:r>
                            <a:rPr lang="id-ID" sz="1350" i="1">
                              <a:latin typeface="Cambria Math" panose="02040503050406030204" pitchFamily="18" charset="0"/>
                              <a:ea typeface="Calibri" panose="020F0502020204030204" pitchFamily="34" charset="0"/>
                              <a:cs typeface="Arial" panose="020B0604020202020204" pitchFamily="34" charset="0"/>
                            </a:rPr>
                            <m:t>=</m:t>
                          </m:r>
                          <m:r>
                            <a:rPr lang="id-ID" sz="1350" i="1">
                              <a:latin typeface="Cambria Math" panose="02040503050406030204" pitchFamily="18" charset="0"/>
                              <a:ea typeface="Calibri" panose="020F0502020204030204" pitchFamily="34" charset="0"/>
                              <a:cs typeface="Arial" panose="020B0604020202020204" pitchFamily="34" charset="0"/>
                            </a:rPr>
                            <m:t>𝑂𝑣𝑒𝑟𝑐𝑎𝑠𝑡</m:t>
                          </m:r>
                        </m:e>
                      </m:d>
                      <m:r>
                        <m:rPr>
                          <m:aln/>
                        </m:rP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i="1">
                              <a:effectLst/>
                              <a:latin typeface="Cambria Math" panose="02040503050406030204" pitchFamily="18"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m:t>
                          </m:r>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0</m:t>
                              </m:r>
                            </m:num>
                            <m:den>
                              <m:r>
                                <a:rPr lang="id-ID" sz="1350" i="1">
                                  <a:latin typeface="Cambria Math" panose="02040503050406030204" pitchFamily="18" charset="0"/>
                                  <a:ea typeface="Calibri" panose="020F0502020204030204" pitchFamily="34" charset="0"/>
                                  <a:cs typeface="Arial" panose="020B0604020202020204" pitchFamily="34" charset="0"/>
                                </a:rPr>
                                <m:t>4</m:t>
                              </m:r>
                            </m:den>
                          </m:f>
                          <m:r>
                            <a:rPr lang="id-ID" sz="1350" i="1">
                              <a:latin typeface="Cambria Math" panose="02040503050406030204" pitchFamily="18" charset="0"/>
                              <a:ea typeface="Calibri" panose="020F0502020204030204" pitchFamily="34" charset="0"/>
                              <a:cs typeface="Arial" panose="020B0604020202020204" pitchFamily="34" charset="0"/>
                            </a:rPr>
                            <m:t>×</m:t>
                          </m:r>
                          <m:func>
                            <m:funcPr>
                              <m:ctrlPr>
                                <a:rPr lang="en-US" i="1">
                                  <a:effectLst/>
                                  <a:latin typeface="Cambria Math" panose="02040503050406030204" pitchFamily="18" charset="0"/>
                                </a:rPr>
                              </m:ctrlPr>
                            </m:funcPr>
                            <m:fName>
                              <m:sSub>
                                <m:sSubPr>
                                  <m:ctrlPr>
                                    <a:rPr lang="en-US" i="1">
                                      <a:effectLst/>
                                      <a:latin typeface="Cambria Math" panose="02040503050406030204" pitchFamily="18" charset="0"/>
                                    </a:rPr>
                                  </m:ctrlPr>
                                </m:sSubPr>
                                <m:e>
                                  <m:r>
                                    <m:rPr>
                                      <m:sty m:val="p"/>
                                    </m:rPr>
                                    <a:rPr lang="id-ID" sz="1350">
                                      <a:latin typeface="Cambria Math" panose="02040503050406030204" pitchFamily="18" charset="0"/>
                                      <a:ea typeface="Calibri" panose="020F0502020204030204" pitchFamily="34" charset="0"/>
                                      <a:cs typeface="Arial" panose="020B0604020202020204" pitchFamily="34" charset="0"/>
                                    </a:rPr>
                                    <m:t>log</m:t>
                                  </m:r>
                                </m:e>
                                <m:sub>
                                  <m:r>
                                    <a:rPr lang="id-ID" sz="13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i="1">
                                      <a:effectLst/>
                                      <a:latin typeface="Cambria Math" panose="02040503050406030204" pitchFamily="18" charset="0"/>
                                    </a:rPr>
                                  </m:ctrlPr>
                                </m:dPr>
                                <m:e>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0</m:t>
                                      </m:r>
                                    </m:num>
                                    <m:den>
                                      <m:r>
                                        <a:rPr lang="id-ID" sz="1350" i="1">
                                          <a:latin typeface="Cambria Math" panose="02040503050406030204" pitchFamily="18" charset="0"/>
                                          <a:ea typeface="Calibri" panose="020F0502020204030204" pitchFamily="34" charset="0"/>
                                          <a:cs typeface="Arial" panose="020B0604020202020204" pitchFamily="34" charset="0"/>
                                        </a:rPr>
                                        <m:t>4</m:t>
                                      </m:r>
                                    </m:den>
                                  </m:f>
                                </m:e>
                              </m:d>
                            </m:e>
                          </m:func>
                        </m:e>
                      </m:d>
                      <m: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i="1">
                              <a:effectLst/>
                              <a:latin typeface="Cambria Math" panose="02040503050406030204" pitchFamily="18"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m:t>
                          </m:r>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4</m:t>
                              </m:r>
                            </m:num>
                            <m:den>
                              <m:r>
                                <a:rPr lang="id-ID" sz="1350" i="1">
                                  <a:latin typeface="Cambria Math" panose="02040503050406030204" pitchFamily="18" charset="0"/>
                                  <a:ea typeface="Calibri" panose="020F0502020204030204" pitchFamily="34" charset="0"/>
                                  <a:cs typeface="Arial" panose="020B0604020202020204" pitchFamily="34" charset="0"/>
                                </a:rPr>
                                <m:t>4</m:t>
                              </m:r>
                            </m:den>
                          </m:f>
                          <m:r>
                            <a:rPr lang="id-ID" sz="1350" i="1">
                              <a:latin typeface="Cambria Math" panose="02040503050406030204" pitchFamily="18" charset="0"/>
                              <a:ea typeface="Calibri" panose="020F0502020204030204" pitchFamily="34" charset="0"/>
                              <a:cs typeface="Arial" panose="020B0604020202020204" pitchFamily="34" charset="0"/>
                            </a:rPr>
                            <m:t>×</m:t>
                          </m:r>
                          <m:func>
                            <m:funcPr>
                              <m:ctrlPr>
                                <a:rPr lang="en-US" i="1">
                                  <a:effectLst/>
                                  <a:latin typeface="Cambria Math" panose="02040503050406030204" pitchFamily="18" charset="0"/>
                                </a:rPr>
                              </m:ctrlPr>
                            </m:funcPr>
                            <m:fName>
                              <m:sSub>
                                <m:sSubPr>
                                  <m:ctrlPr>
                                    <a:rPr lang="en-US" i="1">
                                      <a:effectLst/>
                                      <a:latin typeface="Cambria Math" panose="02040503050406030204" pitchFamily="18" charset="0"/>
                                    </a:rPr>
                                  </m:ctrlPr>
                                </m:sSubPr>
                                <m:e>
                                  <m:r>
                                    <m:rPr>
                                      <m:sty m:val="p"/>
                                    </m:rPr>
                                    <a:rPr lang="id-ID" sz="1350">
                                      <a:latin typeface="Cambria Math" panose="02040503050406030204" pitchFamily="18" charset="0"/>
                                      <a:ea typeface="Calibri" panose="020F0502020204030204" pitchFamily="34" charset="0"/>
                                      <a:cs typeface="Arial" panose="020B0604020202020204" pitchFamily="34" charset="0"/>
                                    </a:rPr>
                                    <m:t>log</m:t>
                                  </m:r>
                                </m:e>
                                <m:sub>
                                  <m:r>
                                    <a:rPr lang="id-ID" sz="13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i="1">
                                      <a:effectLst/>
                                      <a:latin typeface="Cambria Math" panose="02040503050406030204" pitchFamily="18" charset="0"/>
                                    </a:rPr>
                                  </m:ctrlPr>
                                </m:dPr>
                                <m:e>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4</m:t>
                                      </m:r>
                                    </m:num>
                                    <m:den>
                                      <m:r>
                                        <a:rPr lang="id-ID" sz="1350" i="1">
                                          <a:latin typeface="Cambria Math" panose="02040503050406030204" pitchFamily="18" charset="0"/>
                                          <a:ea typeface="Calibri" panose="020F0502020204030204" pitchFamily="34" charset="0"/>
                                          <a:cs typeface="Arial" panose="020B0604020202020204" pitchFamily="34" charset="0"/>
                                        </a:rPr>
                                        <m:t>4</m:t>
                                      </m:r>
                                    </m:den>
                                  </m:f>
                                </m:e>
                              </m:d>
                            </m:e>
                          </m:func>
                        </m:e>
                      </m:d>
                      <m:r>
                        <a:rPr lang="id-ID" sz="1350" i="1">
                          <a:latin typeface="Cambria Math" panose="02040503050406030204" pitchFamily="18" charset="0"/>
                          <a:ea typeface="Calibri" panose="020F0502020204030204" pitchFamily="34" charset="0"/>
                          <a:cs typeface="Arial" panose="020B0604020202020204" pitchFamily="34" charset="0"/>
                        </a:rPr>
                        <m:t>=0</m:t>
                      </m:r>
                    </m:oMath>
                    <m:oMath xmlns:m="http://schemas.openxmlformats.org/officeDocument/2006/math">
                      <m:r>
                        <a:rPr lang="id-ID" sz="1350" i="1">
                          <a:latin typeface="Cambria Math" panose="02040503050406030204" pitchFamily="18" charset="0"/>
                          <a:ea typeface="Calibri" panose="020F0502020204030204" pitchFamily="34" charset="0"/>
                          <a:cs typeface="Arial" panose="020B0604020202020204" pitchFamily="34" charset="0"/>
                        </a:rPr>
                        <m:t>𝐸</m:t>
                      </m:r>
                      <m:d>
                        <m:dPr>
                          <m:ctrlPr>
                            <a:rPr lang="en-US" i="1">
                              <a:effectLst/>
                              <a:latin typeface="Cambria Math" panose="02040503050406030204" pitchFamily="18"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𝐷𝑒𝑐𝑖𝑠𝑖𝑜𝑛</m:t>
                          </m:r>
                        </m:e>
                        <m:e>
                          <m:r>
                            <a:rPr lang="id-ID" sz="1350" i="1">
                              <a:latin typeface="Cambria Math" panose="02040503050406030204" pitchFamily="18" charset="0"/>
                              <a:ea typeface="Calibri" panose="020F0502020204030204" pitchFamily="34" charset="0"/>
                              <a:cs typeface="Arial" panose="020B0604020202020204" pitchFamily="34" charset="0"/>
                            </a:rPr>
                            <m:t>𝑂𝑢𝑡𝑙𝑜𝑜𝑘</m:t>
                          </m:r>
                          <m:r>
                            <a:rPr lang="id-ID" sz="1350" i="1">
                              <a:latin typeface="Cambria Math" panose="02040503050406030204" pitchFamily="18" charset="0"/>
                              <a:ea typeface="Calibri" panose="020F0502020204030204" pitchFamily="34" charset="0"/>
                              <a:cs typeface="Arial" panose="020B0604020202020204" pitchFamily="34" charset="0"/>
                            </a:rPr>
                            <m:t>=</m:t>
                          </m:r>
                          <m:r>
                            <a:rPr lang="id-ID" sz="1350" i="1">
                              <a:latin typeface="Cambria Math" panose="02040503050406030204" pitchFamily="18" charset="0"/>
                              <a:ea typeface="Calibri" panose="020F0502020204030204" pitchFamily="34" charset="0"/>
                              <a:cs typeface="Arial" panose="020B0604020202020204" pitchFamily="34" charset="0"/>
                            </a:rPr>
                            <m:t>𝑅𝑎𝑖𝑛</m:t>
                          </m:r>
                        </m:e>
                      </m:d>
                      <m:r>
                        <m:rPr>
                          <m:aln/>
                        </m:rP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i="1">
                              <a:effectLst/>
                              <a:latin typeface="Cambria Math" panose="02040503050406030204" pitchFamily="18"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m:t>
                          </m:r>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1</m:t>
                              </m:r>
                            </m:num>
                            <m:den>
                              <m:r>
                                <a:rPr lang="id-ID" sz="1350" i="1">
                                  <a:latin typeface="Cambria Math" panose="02040503050406030204" pitchFamily="18" charset="0"/>
                                  <a:ea typeface="Calibri" panose="020F0502020204030204" pitchFamily="34" charset="0"/>
                                  <a:cs typeface="Arial" panose="020B0604020202020204" pitchFamily="34" charset="0"/>
                                </a:rPr>
                                <m:t>5</m:t>
                              </m:r>
                            </m:den>
                          </m:f>
                          <m:r>
                            <a:rPr lang="id-ID" sz="1350" i="1">
                              <a:latin typeface="Cambria Math" panose="02040503050406030204" pitchFamily="18" charset="0"/>
                              <a:ea typeface="Calibri" panose="020F0502020204030204" pitchFamily="34" charset="0"/>
                              <a:cs typeface="Arial" panose="020B0604020202020204" pitchFamily="34" charset="0"/>
                            </a:rPr>
                            <m:t>×</m:t>
                          </m:r>
                          <m:func>
                            <m:funcPr>
                              <m:ctrlPr>
                                <a:rPr lang="en-US" i="1">
                                  <a:effectLst/>
                                  <a:latin typeface="Cambria Math" panose="02040503050406030204" pitchFamily="18" charset="0"/>
                                </a:rPr>
                              </m:ctrlPr>
                            </m:funcPr>
                            <m:fName>
                              <m:sSub>
                                <m:sSubPr>
                                  <m:ctrlPr>
                                    <a:rPr lang="en-US" i="1">
                                      <a:effectLst/>
                                      <a:latin typeface="Cambria Math" panose="02040503050406030204" pitchFamily="18" charset="0"/>
                                    </a:rPr>
                                  </m:ctrlPr>
                                </m:sSubPr>
                                <m:e>
                                  <m:r>
                                    <m:rPr>
                                      <m:sty m:val="p"/>
                                    </m:rPr>
                                    <a:rPr lang="id-ID" sz="1350">
                                      <a:latin typeface="Cambria Math" panose="02040503050406030204" pitchFamily="18" charset="0"/>
                                      <a:ea typeface="Calibri" panose="020F0502020204030204" pitchFamily="34" charset="0"/>
                                      <a:cs typeface="Arial" panose="020B0604020202020204" pitchFamily="34" charset="0"/>
                                    </a:rPr>
                                    <m:t>log</m:t>
                                  </m:r>
                                </m:e>
                                <m:sub>
                                  <m:r>
                                    <a:rPr lang="id-ID" sz="13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i="1">
                                      <a:effectLst/>
                                      <a:latin typeface="Cambria Math" panose="02040503050406030204" pitchFamily="18" charset="0"/>
                                    </a:rPr>
                                  </m:ctrlPr>
                                </m:dPr>
                                <m:e>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1</m:t>
                                      </m:r>
                                    </m:num>
                                    <m:den>
                                      <m:r>
                                        <a:rPr lang="id-ID" sz="1350" i="1">
                                          <a:latin typeface="Cambria Math" panose="02040503050406030204" pitchFamily="18" charset="0"/>
                                          <a:ea typeface="Calibri" panose="020F0502020204030204" pitchFamily="34" charset="0"/>
                                          <a:cs typeface="Arial" panose="020B0604020202020204" pitchFamily="34" charset="0"/>
                                        </a:rPr>
                                        <m:t>5</m:t>
                                      </m:r>
                                    </m:den>
                                  </m:f>
                                </m:e>
                              </m:d>
                            </m:e>
                          </m:func>
                        </m:e>
                      </m:d>
                      <m: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i="1">
                              <a:effectLst/>
                              <a:latin typeface="Cambria Math" panose="02040503050406030204" pitchFamily="18"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m:t>
                          </m:r>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4</m:t>
                              </m:r>
                            </m:num>
                            <m:den>
                              <m:r>
                                <a:rPr lang="id-ID" sz="1350" i="1">
                                  <a:latin typeface="Cambria Math" panose="02040503050406030204" pitchFamily="18" charset="0"/>
                                  <a:ea typeface="Calibri" panose="020F0502020204030204" pitchFamily="34" charset="0"/>
                                  <a:cs typeface="Arial" panose="020B0604020202020204" pitchFamily="34" charset="0"/>
                                </a:rPr>
                                <m:t>5</m:t>
                              </m:r>
                            </m:den>
                          </m:f>
                          <m:r>
                            <a:rPr lang="id-ID" sz="1350" i="1">
                              <a:latin typeface="Cambria Math" panose="02040503050406030204" pitchFamily="18" charset="0"/>
                              <a:ea typeface="Calibri" panose="020F0502020204030204" pitchFamily="34" charset="0"/>
                              <a:cs typeface="Arial" panose="020B0604020202020204" pitchFamily="34" charset="0"/>
                            </a:rPr>
                            <m:t>×</m:t>
                          </m:r>
                          <m:func>
                            <m:funcPr>
                              <m:ctrlPr>
                                <a:rPr lang="en-US" i="1">
                                  <a:effectLst/>
                                  <a:latin typeface="Cambria Math" panose="02040503050406030204" pitchFamily="18" charset="0"/>
                                </a:rPr>
                              </m:ctrlPr>
                            </m:funcPr>
                            <m:fName>
                              <m:sSub>
                                <m:sSubPr>
                                  <m:ctrlPr>
                                    <a:rPr lang="en-US" i="1">
                                      <a:effectLst/>
                                      <a:latin typeface="Cambria Math" panose="02040503050406030204" pitchFamily="18" charset="0"/>
                                    </a:rPr>
                                  </m:ctrlPr>
                                </m:sSubPr>
                                <m:e>
                                  <m:r>
                                    <m:rPr>
                                      <m:sty m:val="p"/>
                                    </m:rPr>
                                    <a:rPr lang="id-ID" sz="1350">
                                      <a:latin typeface="Cambria Math" panose="02040503050406030204" pitchFamily="18" charset="0"/>
                                      <a:ea typeface="Calibri" panose="020F0502020204030204" pitchFamily="34" charset="0"/>
                                      <a:cs typeface="Arial" panose="020B0604020202020204" pitchFamily="34" charset="0"/>
                                    </a:rPr>
                                    <m:t>log</m:t>
                                  </m:r>
                                </m:e>
                                <m:sub>
                                  <m:r>
                                    <a:rPr lang="id-ID" sz="13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i="1">
                                      <a:effectLst/>
                                      <a:latin typeface="Cambria Math" panose="02040503050406030204" pitchFamily="18" charset="0"/>
                                    </a:rPr>
                                  </m:ctrlPr>
                                </m:dPr>
                                <m:e>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4</m:t>
                                      </m:r>
                                    </m:num>
                                    <m:den>
                                      <m:r>
                                        <a:rPr lang="id-ID" sz="1350" i="1">
                                          <a:latin typeface="Cambria Math" panose="02040503050406030204" pitchFamily="18" charset="0"/>
                                          <a:ea typeface="Calibri" panose="020F0502020204030204" pitchFamily="34" charset="0"/>
                                          <a:cs typeface="Arial" panose="020B0604020202020204" pitchFamily="34" charset="0"/>
                                        </a:rPr>
                                        <m:t>5</m:t>
                                      </m:r>
                                    </m:den>
                                  </m:f>
                                </m:e>
                              </m:d>
                            </m:e>
                          </m:func>
                        </m:e>
                      </m:d>
                      <m:r>
                        <a:rPr lang="id-ID" sz="1350" i="1">
                          <a:latin typeface="Cambria Math" panose="02040503050406030204" pitchFamily="18" charset="0"/>
                          <a:ea typeface="Calibri" panose="020F0502020204030204" pitchFamily="34" charset="0"/>
                          <a:cs typeface="Arial" panose="020B0604020202020204" pitchFamily="34" charset="0"/>
                        </a:rPr>
                        <m:t>≈0.722</m:t>
                      </m:r>
                    </m:oMath>
                    <m:oMath xmlns:m="http://schemas.openxmlformats.org/officeDocument/2006/math">
                      <m:r>
                        <a:rPr lang="id-ID" sz="1350" i="1">
                          <a:latin typeface="Cambria Math" panose="02040503050406030204" pitchFamily="18" charset="0"/>
                          <a:ea typeface="Calibri" panose="020F0502020204030204" pitchFamily="34" charset="0"/>
                          <a:cs typeface="Arial" panose="020B0604020202020204" pitchFamily="34" charset="0"/>
                        </a:rPr>
                        <m:t>𝐸</m:t>
                      </m:r>
                      <m:d>
                        <m:dPr>
                          <m:ctrlPr>
                            <a:rPr lang="en-US" i="1">
                              <a:effectLst/>
                              <a:latin typeface="Cambria Math" panose="02040503050406030204" pitchFamily="18"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𝐷𝑒𝑐𝑖𝑠𝑖𝑜𝑛</m:t>
                          </m:r>
                        </m:e>
                        <m:e>
                          <m:r>
                            <a:rPr lang="id-ID" sz="1350" i="1">
                              <a:latin typeface="Cambria Math" panose="02040503050406030204" pitchFamily="18" charset="0"/>
                              <a:ea typeface="Calibri" panose="020F0502020204030204" pitchFamily="34" charset="0"/>
                              <a:cs typeface="Arial" panose="020B0604020202020204" pitchFamily="34" charset="0"/>
                            </a:rPr>
                            <m:t>𝑂𝑢𝑡𝑙𝑜𝑜𝑘</m:t>
                          </m:r>
                          <m:r>
                            <a:rPr lang="id-ID" sz="1350" i="1">
                              <a:latin typeface="Cambria Math" panose="02040503050406030204" pitchFamily="18" charset="0"/>
                              <a:ea typeface="Calibri" panose="020F0502020204030204" pitchFamily="34" charset="0"/>
                              <a:cs typeface="Arial" panose="020B0604020202020204" pitchFamily="34" charset="0"/>
                            </a:rPr>
                            <m:t>=</m:t>
                          </m:r>
                          <m:r>
                            <a:rPr lang="id-ID" sz="1350" i="1">
                              <a:latin typeface="Cambria Math" panose="02040503050406030204" pitchFamily="18" charset="0"/>
                              <a:ea typeface="Calibri" panose="020F0502020204030204" pitchFamily="34" charset="0"/>
                              <a:cs typeface="Arial" panose="020B0604020202020204" pitchFamily="34" charset="0"/>
                            </a:rPr>
                            <m:t>𝑆𝑢𝑛𝑛𝑦</m:t>
                          </m:r>
                        </m:e>
                      </m:d>
                      <m:r>
                        <m:rPr>
                          <m:aln/>
                        </m:rP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i="1">
                              <a:effectLst/>
                              <a:latin typeface="Cambria Math" panose="02040503050406030204" pitchFamily="18"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m:t>
                          </m:r>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3</m:t>
                              </m:r>
                            </m:num>
                            <m:den>
                              <m:r>
                                <a:rPr lang="id-ID" sz="1350" i="1">
                                  <a:latin typeface="Cambria Math" panose="02040503050406030204" pitchFamily="18" charset="0"/>
                                  <a:ea typeface="Calibri" panose="020F0502020204030204" pitchFamily="34" charset="0"/>
                                  <a:cs typeface="Arial" panose="020B0604020202020204" pitchFamily="34" charset="0"/>
                                </a:rPr>
                                <m:t>5</m:t>
                              </m:r>
                            </m:den>
                          </m:f>
                          <m:r>
                            <a:rPr lang="id-ID" sz="1350" i="1">
                              <a:latin typeface="Cambria Math" panose="02040503050406030204" pitchFamily="18" charset="0"/>
                              <a:ea typeface="Calibri" panose="020F0502020204030204" pitchFamily="34" charset="0"/>
                              <a:cs typeface="Arial" panose="020B0604020202020204" pitchFamily="34" charset="0"/>
                            </a:rPr>
                            <m:t>×</m:t>
                          </m:r>
                          <m:func>
                            <m:funcPr>
                              <m:ctrlPr>
                                <a:rPr lang="en-US" i="1">
                                  <a:effectLst/>
                                  <a:latin typeface="Cambria Math" panose="02040503050406030204" pitchFamily="18" charset="0"/>
                                </a:rPr>
                              </m:ctrlPr>
                            </m:funcPr>
                            <m:fName>
                              <m:sSub>
                                <m:sSubPr>
                                  <m:ctrlPr>
                                    <a:rPr lang="en-US" i="1">
                                      <a:effectLst/>
                                      <a:latin typeface="Cambria Math" panose="02040503050406030204" pitchFamily="18" charset="0"/>
                                    </a:rPr>
                                  </m:ctrlPr>
                                </m:sSubPr>
                                <m:e>
                                  <m:r>
                                    <m:rPr>
                                      <m:sty m:val="p"/>
                                    </m:rPr>
                                    <a:rPr lang="id-ID" sz="1350">
                                      <a:latin typeface="Cambria Math" panose="02040503050406030204" pitchFamily="18" charset="0"/>
                                      <a:ea typeface="Calibri" panose="020F0502020204030204" pitchFamily="34" charset="0"/>
                                      <a:cs typeface="Arial" panose="020B0604020202020204" pitchFamily="34" charset="0"/>
                                    </a:rPr>
                                    <m:t>log</m:t>
                                  </m:r>
                                </m:e>
                                <m:sub>
                                  <m:r>
                                    <a:rPr lang="id-ID" sz="13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i="1">
                                      <a:effectLst/>
                                      <a:latin typeface="Cambria Math" panose="02040503050406030204" pitchFamily="18" charset="0"/>
                                    </a:rPr>
                                  </m:ctrlPr>
                                </m:dPr>
                                <m:e>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3</m:t>
                                      </m:r>
                                    </m:num>
                                    <m:den>
                                      <m:r>
                                        <a:rPr lang="id-ID" sz="1350" i="1">
                                          <a:latin typeface="Cambria Math" panose="02040503050406030204" pitchFamily="18" charset="0"/>
                                          <a:ea typeface="Calibri" panose="020F0502020204030204" pitchFamily="34" charset="0"/>
                                          <a:cs typeface="Arial" panose="020B0604020202020204" pitchFamily="34" charset="0"/>
                                        </a:rPr>
                                        <m:t>5</m:t>
                                      </m:r>
                                    </m:den>
                                  </m:f>
                                </m:e>
                              </m:d>
                            </m:e>
                          </m:func>
                        </m:e>
                      </m:d>
                      <m: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i="1">
                              <a:effectLst/>
                              <a:latin typeface="Cambria Math" panose="02040503050406030204" pitchFamily="18"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m:t>
                          </m:r>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2</m:t>
                              </m:r>
                            </m:num>
                            <m:den>
                              <m:r>
                                <a:rPr lang="id-ID" sz="1350" i="1">
                                  <a:latin typeface="Cambria Math" panose="02040503050406030204" pitchFamily="18" charset="0"/>
                                  <a:ea typeface="Calibri" panose="020F0502020204030204" pitchFamily="34" charset="0"/>
                                  <a:cs typeface="Arial" panose="020B0604020202020204" pitchFamily="34" charset="0"/>
                                </a:rPr>
                                <m:t>5</m:t>
                              </m:r>
                            </m:den>
                          </m:f>
                          <m:r>
                            <a:rPr lang="id-ID" sz="1350" i="1">
                              <a:latin typeface="Cambria Math" panose="02040503050406030204" pitchFamily="18" charset="0"/>
                              <a:ea typeface="Calibri" panose="020F0502020204030204" pitchFamily="34" charset="0"/>
                              <a:cs typeface="Arial" panose="020B0604020202020204" pitchFamily="34" charset="0"/>
                            </a:rPr>
                            <m:t>×</m:t>
                          </m:r>
                          <m:func>
                            <m:funcPr>
                              <m:ctrlPr>
                                <a:rPr lang="en-US" i="1">
                                  <a:effectLst/>
                                  <a:latin typeface="Cambria Math" panose="02040503050406030204" pitchFamily="18" charset="0"/>
                                </a:rPr>
                              </m:ctrlPr>
                            </m:funcPr>
                            <m:fName>
                              <m:sSub>
                                <m:sSubPr>
                                  <m:ctrlPr>
                                    <a:rPr lang="en-US" i="1">
                                      <a:effectLst/>
                                      <a:latin typeface="Cambria Math" panose="02040503050406030204" pitchFamily="18" charset="0"/>
                                    </a:rPr>
                                  </m:ctrlPr>
                                </m:sSubPr>
                                <m:e>
                                  <m:r>
                                    <m:rPr>
                                      <m:sty m:val="p"/>
                                    </m:rPr>
                                    <a:rPr lang="id-ID" sz="1350">
                                      <a:latin typeface="Cambria Math" panose="02040503050406030204" pitchFamily="18" charset="0"/>
                                      <a:ea typeface="Calibri" panose="020F0502020204030204" pitchFamily="34" charset="0"/>
                                      <a:cs typeface="Arial" panose="020B0604020202020204" pitchFamily="34" charset="0"/>
                                    </a:rPr>
                                    <m:t>log</m:t>
                                  </m:r>
                                </m:e>
                                <m:sub>
                                  <m:r>
                                    <a:rPr lang="id-ID" sz="13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i="1">
                                      <a:effectLst/>
                                      <a:latin typeface="Cambria Math" panose="02040503050406030204" pitchFamily="18" charset="0"/>
                                    </a:rPr>
                                  </m:ctrlPr>
                                </m:dPr>
                                <m:e>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2</m:t>
                                      </m:r>
                                    </m:num>
                                    <m:den>
                                      <m:r>
                                        <a:rPr lang="id-ID" sz="1350" i="1">
                                          <a:latin typeface="Cambria Math" panose="02040503050406030204" pitchFamily="18" charset="0"/>
                                          <a:ea typeface="Calibri" panose="020F0502020204030204" pitchFamily="34" charset="0"/>
                                          <a:cs typeface="Arial" panose="020B0604020202020204" pitchFamily="34" charset="0"/>
                                        </a:rPr>
                                        <m:t>5</m:t>
                                      </m:r>
                                    </m:den>
                                  </m:f>
                                </m:e>
                              </m:d>
                            </m:e>
                          </m:func>
                        </m:e>
                      </m:d>
                      <m:r>
                        <a:rPr lang="id-ID" sz="1350" i="1">
                          <a:latin typeface="Cambria Math" panose="02040503050406030204" pitchFamily="18" charset="0"/>
                          <a:ea typeface="Calibri" panose="020F0502020204030204" pitchFamily="34" charset="0"/>
                          <a:cs typeface="Arial" panose="020B0604020202020204" pitchFamily="34" charset="0"/>
                        </a:rPr>
                        <m:t>≈0.971</m:t>
                      </m:r>
                    </m:oMath>
                    <m:oMath xmlns:m="http://schemas.openxmlformats.org/officeDocument/2006/math">
                      <m:r>
                        <a:rPr lang="id-ID" sz="1350" i="1">
                          <a:latin typeface="Cambria Math" panose="02040503050406030204" pitchFamily="18" charset="0"/>
                          <a:ea typeface="Calibri" panose="020F0502020204030204" pitchFamily="34" charset="0"/>
                          <a:cs typeface="Arial" panose="020B0604020202020204" pitchFamily="34" charset="0"/>
                        </a:rPr>
                        <m:t>𝐸</m:t>
                      </m:r>
                      <m:d>
                        <m:dPr>
                          <m:ctrlPr>
                            <a:rPr lang="en-US" i="1">
                              <a:effectLst/>
                              <a:latin typeface="Cambria Math" panose="02040503050406030204" pitchFamily="18"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𝐷𝑒𝑐𝑖𝑠𝑖𝑜𝑛</m:t>
                          </m:r>
                          <m:r>
                            <a:rPr lang="id-ID" sz="1350" i="1">
                              <a:latin typeface="Cambria Math" panose="02040503050406030204" pitchFamily="18" charset="0"/>
                              <a:ea typeface="Calibri" panose="020F0502020204030204" pitchFamily="34" charset="0"/>
                              <a:cs typeface="Arial" panose="020B0604020202020204" pitchFamily="34" charset="0"/>
                            </a:rPr>
                            <m:t>|</m:t>
                          </m:r>
                          <m:r>
                            <a:rPr lang="id-ID" sz="1350" i="1">
                              <a:latin typeface="Cambria Math" panose="02040503050406030204" pitchFamily="18" charset="0"/>
                              <a:ea typeface="Calibri" panose="020F0502020204030204" pitchFamily="34" charset="0"/>
                              <a:cs typeface="Arial" panose="020B0604020202020204" pitchFamily="34" charset="0"/>
                            </a:rPr>
                            <m:t>𝑂𝑢𝑡𝑙𝑜𝑜𝑘</m:t>
                          </m:r>
                        </m:e>
                      </m:d>
                      <m:r>
                        <m:rPr>
                          <m:aln/>
                        </m:rP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i="1">
                              <a:effectLst/>
                              <a:latin typeface="Cambria Math" panose="02040503050406030204" pitchFamily="18" charset="0"/>
                            </a:rPr>
                          </m:ctrlPr>
                        </m:dPr>
                        <m:e>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4</m:t>
                              </m:r>
                            </m:num>
                            <m:den>
                              <m:r>
                                <a:rPr lang="id-ID" sz="1350" i="1">
                                  <a:latin typeface="Cambria Math" panose="02040503050406030204" pitchFamily="18" charset="0"/>
                                  <a:ea typeface="Calibri" panose="020F0502020204030204" pitchFamily="34" charset="0"/>
                                  <a:cs typeface="Arial" panose="020B0604020202020204" pitchFamily="34" charset="0"/>
                                </a:rPr>
                                <m:t>14</m:t>
                              </m:r>
                            </m:den>
                          </m:f>
                          <m:r>
                            <a:rPr lang="id-ID" sz="1350" i="1">
                              <a:latin typeface="Cambria Math" panose="02040503050406030204" pitchFamily="18" charset="0"/>
                              <a:ea typeface="Calibri" panose="020F0502020204030204" pitchFamily="34" charset="0"/>
                              <a:cs typeface="Arial" panose="020B0604020202020204" pitchFamily="34" charset="0"/>
                            </a:rPr>
                            <m:t>×0</m:t>
                          </m:r>
                        </m:e>
                      </m:d>
                      <m: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i="1">
                              <a:effectLst/>
                              <a:latin typeface="Cambria Math" panose="02040503050406030204" pitchFamily="18" charset="0"/>
                            </a:rPr>
                          </m:ctrlPr>
                        </m:dPr>
                        <m:e>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5</m:t>
                              </m:r>
                            </m:num>
                            <m:den>
                              <m:r>
                                <a:rPr lang="id-ID" sz="1350" i="1">
                                  <a:latin typeface="Cambria Math" panose="02040503050406030204" pitchFamily="18" charset="0"/>
                                  <a:ea typeface="Calibri" panose="020F0502020204030204" pitchFamily="34" charset="0"/>
                                  <a:cs typeface="Arial" panose="020B0604020202020204" pitchFamily="34" charset="0"/>
                                </a:rPr>
                                <m:t>14</m:t>
                              </m:r>
                            </m:den>
                          </m:f>
                          <m:r>
                            <a:rPr lang="id-ID" sz="1350" i="1">
                              <a:latin typeface="Cambria Math" panose="02040503050406030204" pitchFamily="18" charset="0"/>
                              <a:ea typeface="Calibri" panose="020F0502020204030204" pitchFamily="34" charset="0"/>
                              <a:cs typeface="Arial" panose="020B0604020202020204" pitchFamily="34" charset="0"/>
                            </a:rPr>
                            <m:t>×0.722</m:t>
                          </m:r>
                        </m:e>
                      </m:d>
                      <m: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i="1">
                              <a:effectLst/>
                              <a:latin typeface="Cambria Math" panose="02040503050406030204" pitchFamily="18" charset="0"/>
                            </a:rPr>
                          </m:ctrlPr>
                        </m:dPr>
                        <m:e>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5</m:t>
                              </m:r>
                            </m:num>
                            <m:den>
                              <m:r>
                                <a:rPr lang="id-ID" sz="1350" i="1">
                                  <a:latin typeface="Cambria Math" panose="02040503050406030204" pitchFamily="18" charset="0"/>
                                  <a:ea typeface="Calibri" panose="020F0502020204030204" pitchFamily="34" charset="0"/>
                                  <a:cs typeface="Arial" panose="020B0604020202020204" pitchFamily="34" charset="0"/>
                                </a:rPr>
                                <m:t>14</m:t>
                              </m:r>
                            </m:den>
                          </m:f>
                          <m:r>
                            <a:rPr lang="id-ID" sz="1350" i="1">
                              <a:latin typeface="Cambria Math" panose="02040503050406030204" pitchFamily="18" charset="0"/>
                              <a:ea typeface="Calibri" panose="020F0502020204030204" pitchFamily="34" charset="0"/>
                              <a:cs typeface="Arial" panose="020B0604020202020204" pitchFamily="34" charset="0"/>
                            </a:rPr>
                            <m:t>×0.971</m:t>
                          </m:r>
                        </m:e>
                      </m:d>
                      <m:r>
                        <a:rPr lang="id-ID" sz="1350" i="1">
                          <a:latin typeface="Cambria Math" panose="02040503050406030204" pitchFamily="18" charset="0"/>
                          <a:ea typeface="Calibri" panose="020F0502020204030204" pitchFamily="34" charset="0"/>
                          <a:cs typeface="Arial" panose="020B0604020202020204" pitchFamily="34" charset="0"/>
                        </a:rPr>
                        <m:t>≈0.605</m:t>
                      </m:r>
                    </m:oMath>
                  </m:oMathPara>
                </a14:m>
                <a:endParaRPr lang="en-US" dirty="0">
                  <a:latin typeface="+mj-lt"/>
                </a:endParaRPr>
              </a:p>
            </p:txBody>
          </p:sp>
        </mc:Choice>
        <mc:Fallback xmlns="">
          <p:sp>
            <p:nvSpPr>
              <p:cNvPr id="3" name="Tampungan Konten 2">
                <a:extLst>
                  <a:ext uri="{FF2B5EF4-FFF2-40B4-BE49-F238E27FC236}">
                    <a16:creationId xmlns:a16="http://schemas.microsoft.com/office/drawing/2014/main" id="{56D8238E-5273-4627-9A3C-5B56FA658CEB}"/>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718062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5FF5D69C-9B67-4C3A-9A6E-382880DA62E5}"/>
              </a:ext>
            </a:extLst>
          </p:cNvPr>
          <p:cNvSpPr>
            <a:spLocks noGrp="1"/>
          </p:cNvSpPr>
          <p:nvPr>
            <p:ph type="title"/>
          </p:nvPr>
        </p:nvSpPr>
        <p:spPr/>
        <p:txBody>
          <a:bodyPr/>
          <a:lstStyle/>
          <a:p>
            <a:r>
              <a:rPr lang="id-ID" dirty="0"/>
              <a:t>Hitung entropi Temperature</a:t>
            </a:r>
            <a:endParaRPr lang="en-US"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D81922B9-C74D-48D0-AF65-36B316817CEF}"/>
                  </a:ext>
                </a:extLst>
              </p:cNvPr>
              <p:cNvSpPr>
                <a:spLocks noGrp="1"/>
              </p:cNvSpPr>
              <p:nvPr>
                <p:ph idx="1"/>
              </p:nvPr>
            </p:nvSpPr>
            <p:spPr/>
            <p:txBody>
              <a:bodyPr/>
              <a:lstStyle/>
              <a:p>
                <a:pPr marL="0" indent="0">
                  <a:lnSpc>
                    <a:spcPct val="150000"/>
                  </a:lnSpc>
                  <a:buNone/>
                </a:pPr>
                <a14:m>
                  <m:oMathPara xmlns:m="http://schemas.openxmlformats.org/officeDocument/2006/math">
                    <m:oMathParaPr>
                      <m:jc m:val="centerGroup"/>
                    </m:oMathParaPr>
                    <m:oMath xmlns:m="http://schemas.openxmlformats.org/officeDocument/2006/math">
                      <m:r>
                        <a:rPr lang="id-ID" sz="1350" i="1">
                          <a:latin typeface="Cambria Math" panose="02040503050406030204" pitchFamily="18" charset="0"/>
                          <a:ea typeface="Calibri" panose="020F0502020204030204" pitchFamily="34" charset="0"/>
                          <a:cs typeface="Arial" panose="020B0604020202020204" pitchFamily="34" charset="0"/>
                        </a:rPr>
                        <m:t>𝐸</m:t>
                      </m:r>
                      <m:d>
                        <m:dPr>
                          <m:ctrlPr>
                            <a:rPr lang="en-US" sz="1350" i="1">
                              <a:latin typeface="Cambria Math" panose="02040503050406030204" pitchFamily="18" charset="0"/>
                              <a:ea typeface="Calibri" panose="020F0502020204030204" pitchFamily="34" charset="0"/>
                              <a:cs typeface="Arial" panose="020B0604020202020204" pitchFamily="34"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𝐷𝑒𝑐𝑖𝑠𝑖𝑜𝑛</m:t>
                          </m:r>
                        </m:e>
                        <m:e>
                          <m:r>
                            <a:rPr lang="id-ID" sz="1350" i="1">
                              <a:latin typeface="Cambria Math" panose="02040503050406030204" pitchFamily="18" charset="0"/>
                              <a:ea typeface="Calibri" panose="020F0502020204030204" pitchFamily="34" charset="0"/>
                              <a:cs typeface="Arial" panose="020B0604020202020204" pitchFamily="34" charset="0"/>
                            </a:rPr>
                            <m:t>𝑇𝑒𝑚𝑝</m:t>
                          </m:r>
                          <m:r>
                            <a:rPr lang="id-ID" sz="1350" i="1">
                              <a:latin typeface="Cambria Math" panose="02040503050406030204" pitchFamily="18" charset="0"/>
                              <a:ea typeface="Calibri" panose="020F0502020204030204" pitchFamily="34" charset="0"/>
                              <a:cs typeface="Arial" panose="020B0604020202020204" pitchFamily="34" charset="0"/>
                            </a:rPr>
                            <m:t>.=</m:t>
                          </m:r>
                          <m:r>
                            <a:rPr lang="id-ID" sz="1350" i="1">
                              <a:latin typeface="Cambria Math" panose="02040503050406030204" pitchFamily="18" charset="0"/>
                              <a:ea typeface="Calibri" panose="020F0502020204030204" pitchFamily="34" charset="0"/>
                              <a:cs typeface="Arial" panose="020B0604020202020204" pitchFamily="34" charset="0"/>
                            </a:rPr>
                            <m:t>𝐶𝑜𝑜𝑙</m:t>
                          </m:r>
                        </m:e>
                      </m:d>
                      <m:r>
                        <m:rPr>
                          <m:aln/>
                        </m:rP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sz="1350" i="1">
                              <a:latin typeface="Cambria Math" panose="02040503050406030204" pitchFamily="18" charset="0"/>
                              <a:ea typeface="Calibri" panose="020F0502020204030204" pitchFamily="34" charset="0"/>
                              <a:cs typeface="Arial" panose="020B0604020202020204" pitchFamily="34"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m:t>
                          </m:r>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0</m:t>
                              </m:r>
                            </m:num>
                            <m:den>
                              <m:r>
                                <a:rPr lang="id-ID" sz="1350" i="1">
                                  <a:latin typeface="Cambria Math" panose="02040503050406030204" pitchFamily="18" charset="0"/>
                                  <a:ea typeface="Calibri" panose="020F0502020204030204" pitchFamily="34" charset="0"/>
                                  <a:cs typeface="Arial" panose="020B0604020202020204" pitchFamily="34" charset="0"/>
                                </a:rPr>
                                <m:t>4</m:t>
                              </m:r>
                            </m:den>
                          </m:f>
                          <m:r>
                            <a:rPr lang="id-ID" sz="1350" i="1">
                              <a:latin typeface="Cambria Math" panose="02040503050406030204" pitchFamily="18" charset="0"/>
                              <a:ea typeface="Calibri" panose="020F0502020204030204" pitchFamily="34" charset="0"/>
                              <a:cs typeface="Arial" panose="020B0604020202020204" pitchFamily="34" charset="0"/>
                            </a:rPr>
                            <m:t>×</m:t>
                          </m:r>
                          <m:func>
                            <m:funcPr>
                              <m:ctrlPr>
                                <a:rPr lang="en-US" sz="1350" i="1">
                                  <a:latin typeface="Cambria Math" panose="02040503050406030204" pitchFamily="18" charset="0"/>
                                  <a:ea typeface="Calibri" panose="020F0502020204030204" pitchFamily="34" charset="0"/>
                                  <a:cs typeface="Arial" panose="020B0604020202020204" pitchFamily="34" charset="0"/>
                                </a:rPr>
                              </m:ctrlPr>
                            </m:funcPr>
                            <m:fName>
                              <m:sSub>
                                <m:sSubPr>
                                  <m:ctrlPr>
                                    <a:rPr lang="en-US" sz="1350" i="1">
                                      <a:latin typeface="Cambria Math" panose="02040503050406030204" pitchFamily="18" charset="0"/>
                                      <a:ea typeface="Calibri" panose="020F0502020204030204" pitchFamily="34" charset="0"/>
                                      <a:cs typeface="Arial" panose="020B0604020202020204" pitchFamily="34" charset="0"/>
                                    </a:rPr>
                                  </m:ctrlPr>
                                </m:sSubPr>
                                <m:e>
                                  <m:r>
                                    <m:rPr>
                                      <m:sty m:val="p"/>
                                    </m:rPr>
                                    <a:rPr lang="id-ID" sz="1350">
                                      <a:latin typeface="Cambria Math" panose="02040503050406030204" pitchFamily="18" charset="0"/>
                                      <a:ea typeface="Calibri" panose="020F0502020204030204" pitchFamily="34" charset="0"/>
                                      <a:cs typeface="Arial" panose="020B0604020202020204" pitchFamily="34" charset="0"/>
                                    </a:rPr>
                                    <m:t>log</m:t>
                                  </m:r>
                                </m:e>
                                <m:sub>
                                  <m:r>
                                    <a:rPr lang="id-ID" sz="13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sz="1350" i="1">
                                      <a:latin typeface="Cambria Math" panose="02040503050406030204" pitchFamily="18" charset="0"/>
                                      <a:ea typeface="Calibri" panose="020F0502020204030204" pitchFamily="34" charset="0"/>
                                      <a:cs typeface="Arial" panose="020B0604020202020204" pitchFamily="34" charset="0"/>
                                    </a:rPr>
                                  </m:ctrlPr>
                                </m:dPr>
                                <m:e>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0</m:t>
                                      </m:r>
                                    </m:num>
                                    <m:den>
                                      <m:r>
                                        <a:rPr lang="id-ID" sz="1350" i="1">
                                          <a:latin typeface="Cambria Math" panose="02040503050406030204" pitchFamily="18" charset="0"/>
                                          <a:ea typeface="Calibri" panose="020F0502020204030204" pitchFamily="34" charset="0"/>
                                          <a:cs typeface="Arial" panose="020B0604020202020204" pitchFamily="34" charset="0"/>
                                        </a:rPr>
                                        <m:t>4</m:t>
                                      </m:r>
                                    </m:den>
                                  </m:f>
                                </m:e>
                              </m:d>
                            </m:e>
                          </m:func>
                        </m:e>
                      </m:d>
                      <m: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sz="1350" i="1">
                              <a:latin typeface="Cambria Math" panose="02040503050406030204" pitchFamily="18" charset="0"/>
                              <a:ea typeface="Calibri" panose="020F0502020204030204" pitchFamily="34" charset="0"/>
                              <a:cs typeface="Arial" panose="020B0604020202020204" pitchFamily="34"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m:t>
                          </m:r>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4</m:t>
                              </m:r>
                            </m:num>
                            <m:den>
                              <m:r>
                                <a:rPr lang="id-ID" sz="1350" i="1">
                                  <a:latin typeface="Cambria Math" panose="02040503050406030204" pitchFamily="18" charset="0"/>
                                  <a:ea typeface="Calibri" panose="020F0502020204030204" pitchFamily="34" charset="0"/>
                                  <a:cs typeface="Arial" panose="020B0604020202020204" pitchFamily="34" charset="0"/>
                                </a:rPr>
                                <m:t>4</m:t>
                              </m:r>
                            </m:den>
                          </m:f>
                          <m:r>
                            <a:rPr lang="id-ID" sz="1350" i="1">
                              <a:latin typeface="Cambria Math" panose="02040503050406030204" pitchFamily="18" charset="0"/>
                              <a:ea typeface="Calibri" panose="020F0502020204030204" pitchFamily="34" charset="0"/>
                              <a:cs typeface="Arial" panose="020B0604020202020204" pitchFamily="34" charset="0"/>
                            </a:rPr>
                            <m:t>×</m:t>
                          </m:r>
                          <m:func>
                            <m:funcPr>
                              <m:ctrlPr>
                                <a:rPr lang="en-US" sz="1350" i="1">
                                  <a:latin typeface="Cambria Math" panose="02040503050406030204" pitchFamily="18" charset="0"/>
                                  <a:ea typeface="Calibri" panose="020F0502020204030204" pitchFamily="34" charset="0"/>
                                  <a:cs typeface="Arial" panose="020B0604020202020204" pitchFamily="34" charset="0"/>
                                </a:rPr>
                              </m:ctrlPr>
                            </m:funcPr>
                            <m:fName>
                              <m:sSub>
                                <m:sSubPr>
                                  <m:ctrlPr>
                                    <a:rPr lang="en-US" sz="1350" i="1">
                                      <a:latin typeface="Cambria Math" panose="02040503050406030204" pitchFamily="18" charset="0"/>
                                      <a:ea typeface="Calibri" panose="020F0502020204030204" pitchFamily="34" charset="0"/>
                                      <a:cs typeface="Arial" panose="020B0604020202020204" pitchFamily="34" charset="0"/>
                                    </a:rPr>
                                  </m:ctrlPr>
                                </m:sSubPr>
                                <m:e>
                                  <m:r>
                                    <m:rPr>
                                      <m:sty m:val="p"/>
                                    </m:rPr>
                                    <a:rPr lang="id-ID" sz="1350">
                                      <a:latin typeface="Cambria Math" panose="02040503050406030204" pitchFamily="18" charset="0"/>
                                      <a:ea typeface="Calibri" panose="020F0502020204030204" pitchFamily="34" charset="0"/>
                                      <a:cs typeface="Arial" panose="020B0604020202020204" pitchFamily="34" charset="0"/>
                                    </a:rPr>
                                    <m:t>log</m:t>
                                  </m:r>
                                </m:e>
                                <m:sub>
                                  <m:r>
                                    <a:rPr lang="id-ID" sz="13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sz="1350" i="1">
                                      <a:latin typeface="Cambria Math" panose="02040503050406030204" pitchFamily="18" charset="0"/>
                                      <a:ea typeface="Calibri" panose="020F0502020204030204" pitchFamily="34" charset="0"/>
                                      <a:cs typeface="Arial" panose="020B0604020202020204" pitchFamily="34" charset="0"/>
                                    </a:rPr>
                                  </m:ctrlPr>
                                </m:dPr>
                                <m:e>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4</m:t>
                                      </m:r>
                                    </m:num>
                                    <m:den>
                                      <m:r>
                                        <a:rPr lang="id-ID" sz="1350" i="1">
                                          <a:latin typeface="Cambria Math" panose="02040503050406030204" pitchFamily="18" charset="0"/>
                                          <a:ea typeface="Calibri" panose="020F0502020204030204" pitchFamily="34" charset="0"/>
                                          <a:cs typeface="Arial" panose="020B0604020202020204" pitchFamily="34" charset="0"/>
                                        </a:rPr>
                                        <m:t>4</m:t>
                                      </m:r>
                                    </m:den>
                                  </m:f>
                                </m:e>
                              </m:d>
                            </m:e>
                          </m:func>
                        </m:e>
                      </m:d>
                      <m:r>
                        <a:rPr lang="id-ID" sz="1350" i="1">
                          <a:latin typeface="Cambria Math" panose="02040503050406030204" pitchFamily="18" charset="0"/>
                          <a:ea typeface="Calibri" panose="020F0502020204030204" pitchFamily="34" charset="0"/>
                          <a:cs typeface="Arial" panose="020B0604020202020204" pitchFamily="34" charset="0"/>
                        </a:rPr>
                        <m:t>=0</m:t>
                      </m:r>
                    </m:oMath>
                    <m:oMath xmlns:m="http://schemas.openxmlformats.org/officeDocument/2006/math">
                      <m:r>
                        <a:rPr lang="id-ID" sz="1350" i="1">
                          <a:latin typeface="Cambria Math" panose="02040503050406030204" pitchFamily="18" charset="0"/>
                          <a:ea typeface="Calibri" panose="020F0502020204030204" pitchFamily="34" charset="0"/>
                          <a:cs typeface="Arial" panose="020B0604020202020204" pitchFamily="34" charset="0"/>
                        </a:rPr>
                        <m:t>𝐸</m:t>
                      </m:r>
                      <m:d>
                        <m:dPr>
                          <m:ctrlPr>
                            <a:rPr lang="en-US" sz="1350" i="1">
                              <a:latin typeface="Cambria Math" panose="02040503050406030204" pitchFamily="18" charset="0"/>
                              <a:ea typeface="Calibri" panose="020F0502020204030204" pitchFamily="34" charset="0"/>
                              <a:cs typeface="Arial" panose="020B0604020202020204" pitchFamily="34"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𝐷𝑒𝑐𝑖𝑠𝑖𝑜𝑛</m:t>
                          </m:r>
                        </m:e>
                        <m:e>
                          <m:r>
                            <a:rPr lang="id-ID" sz="1350" i="1">
                              <a:latin typeface="Cambria Math" panose="02040503050406030204" pitchFamily="18" charset="0"/>
                              <a:ea typeface="Calibri" panose="020F0502020204030204" pitchFamily="34" charset="0"/>
                              <a:cs typeface="Arial" panose="020B0604020202020204" pitchFamily="34" charset="0"/>
                            </a:rPr>
                            <m:t>𝑇𝑒𝑚𝑝</m:t>
                          </m:r>
                          <m:r>
                            <a:rPr lang="id-ID" sz="1350" i="1">
                              <a:latin typeface="Cambria Math" panose="02040503050406030204" pitchFamily="18" charset="0"/>
                              <a:ea typeface="Calibri" panose="020F0502020204030204" pitchFamily="34" charset="0"/>
                              <a:cs typeface="Arial" panose="020B0604020202020204" pitchFamily="34" charset="0"/>
                            </a:rPr>
                            <m:t>.=</m:t>
                          </m:r>
                          <m:r>
                            <a:rPr lang="id-ID" sz="1350" i="1">
                              <a:latin typeface="Cambria Math" panose="02040503050406030204" pitchFamily="18" charset="0"/>
                              <a:ea typeface="Calibri" panose="020F0502020204030204" pitchFamily="34" charset="0"/>
                              <a:cs typeface="Arial" panose="020B0604020202020204" pitchFamily="34" charset="0"/>
                            </a:rPr>
                            <m:t>𝐻𝑜𝑡</m:t>
                          </m:r>
                        </m:e>
                      </m:d>
                      <m:r>
                        <m:rPr>
                          <m:aln/>
                        </m:rP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sz="1350" i="1">
                              <a:latin typeface="Cambria Math" panose="02040503050406030204" pitchFamily="18" charset="0"/>
                              <a:ea typeface="Calibri" panose="020F0502020204030204" pitchFamily="34" charset="0"/>
                              <a:cs typeface="Arial" panose="020B0604020202020204" pitchFamily="34"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m:t>
                          </m:r>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2</m:t>
                              </m:r>
                            </m:num>
                            <m:den>
                              <m:r>
                                <a:rPr lang="id-ID" sz="1350" i="1">
                                  <a:latin typeface="Cambria Math" panose="02040503050406030204" pitchFamily="18" charset="0"/>
                                  <a:ea typeface="Calibri" panose="020F0502020204030204" pitchFamily="34" charset="0"/>
                                  <a:cs typeface="Arial" panose="020B0604020202020204" pitchFamily="34" charset="0"/>
                                </a:rPr>
                                <m:t>4</m:t>
                              </m:r>
                            </m:den>
                          </m:f>
                          <m:r>
                            <a:rPr lang="id-ID" sz="1350" i="1">
                              <a:latin typeface="Cambria Math" panose="02040503050406030204" pitchFamily="18" charset="0"/>
                              <a:ea typeface="Calibri" panose="020F0502020204030204" pitchFamily="34" charset="0"/>
                              <a:cs typeface="Arial" panose="020B0604020202020204" pitchFamily="34" charset="0"/>
                            </a:rPr>
                            <m:t>×</m:t>
                          </m:r>
                          <m:func>
                            <m:funcPr>
                              <m:ctrlPr>
                                <a:rPr lang="en-US" sz="1350" i="1">
                                  <a:latin typeface="Cambria Math" panose="02040503050406030204" pitchFamily="18" charset="0"/>
                                  <a:ea typeface="Calibri" panose="020F0502020204030204" pitchFamily="34" charset="0"/>
                                  <a:cs typeface="Arial" panose="020B0604020202020204" pitchFamily="34" charset="0"/>
                                </a:rPr>
                              </m:ctrlPr>
                            </m:funcPr>
                            <m:fName>
                              <m:sSub>
                                <m:sSubPr>
                                  <m:ctrlPr>
                                    <a:rPr lang="en-US" sz="1350" i="1">
                                      <a:latin typeface="Cambria Math" panose="02040503050406030204" pitchFamily="18" charset="0"/>
                                      <a:ea typeface="Calibri" panose="020F0502020204030204" pitchFamily="34" charset="0"/>
                                      <a:cs typeface="Arial" panose="020B0604020202020204" pitchFamily="34" charset="0"/>
                                    </a:rPr>
                                  </m:ctrlPr>
                                </m:sSubPr>
                                <m:e>
                                  <m:r>
                                    <m:rPr>
                                      <m:sty m:val="p"/>
                                    </m:rPr>
                                    <a:rPr lang="id-ID" sz="1350">
                                      <a:latin typeface="Cambria Math" panose="02040503050406030204" pitchFamily="18" charset="0"/>
                                      <a:ea typeface="Calibri" panose="020F0502020204030204" pitchFamily="34" charset="0"/>
                                      <a:cs typeface="Arial" panose="020B0604020202020204" pitchFamily="34" charset="0"/>
                                    </a:rPr>
                                    <m:t>log</m:t>
                                  </m:r>
                                </m:e>
                                <m:sub>
                                  <m:r>
                                    <a:rPr lang="id-ID" sz="13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sz="1350" i="1">
                                      <a:latin typeface="Cambria Math" panose="02040503050406030204" pitchFamily="18" charset="0"/>
                                      <a:ea typeface="Calibri" panose="020F0502020204030204" pitchFamily="34" charset="0"/>
                                      <a:cs typeface="Arial" panose="020B0604020202020204" pitchFamily="34" charset="0"/>
                                    </a:rPr>
                                  </m:ctrlPr>
                                </m:dPr>
                                <m:e>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2</m:t>
                                      </m:r>
                                    </m:num>
                                    <m:den>
                                      <m:r>
                                        <a:rPr lang="id-ID" sz="1350" i="1">
                                          <a:latin typeface="Cambria Math" panose="02040503050406030204" pitchFamily="18" charset="0"/>
                                          <a:ea typeface="Calibri" panose="020F0502020204030204" pitchFamily="34" charset="0"/>
                                          <a:cs typeface="Arial" panose="020B0604020202020204" pitchFamily="34" charset="0"/>
                                        </a:rPr>
                                        <m:t>4</m:t>
                                      </m:r>
                                    </m:den>
                                  </m:f>
                                </m:e>
                              </m:d>
                            </m:e>
                          </m:func>
                        </m:e>
                      </m:d>
                      <m: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sz="1350" i="1">
                              <a:latin typeface="Cambria Math" panose="02040503050406030204" pitchFamily="18" charset="0"/>
                              <a:ea typeface="Calibri" panose="020F0502020204030204" pitchFamily="34" charset="0"/>
                              <a:cs typeface="Arial" panose="020B0604020202020204" pitchFamily="34"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m:t>
                          </m:r>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2</m:t>
                              </m:r>
                            </m:num>
                            <m:den>
                              <m:r>
                                <a:rPr lang="id-ID" sz="1350" i="1">
                                  <a:latin typeface="Cambria Math" panose="02040503050406030204" pitchFamily="18" charset="0"/>
                                  <a:ea typeface="Calibri" panose="020F0502020204030204" pitchFamily="34" charset="0"/>
                                  <a:cs typeface="Arial" panose="020B0604020202020204" pitchFamily="34" charset="0"/>
                                </a:rPr>
                                <m:t>4</m:t>
                              </m:r>
                            </m:den>
                          </m:f>
                          <m:r>
                            <a:rPr lang="id-ID" sz="1350" i="1">
                              <a:latin typeface="Cambria Math" panose="02040503050406030204" pitchFamily="18" charset="0"/>
                              <a:ea typeface="Calibri" panose="020F0502020204030204" pitchFamily="34" charset="0"/>
                              <a:cs typeface="Arial" panose="020B0604020202020204" pitchFamily="34" charset="0"/>
                            </a:rPr>
                            <m:t>×</m:t>
                          </m:r>
                          <m:func>
                            <m:funcPr>
                              <m:ctrlPr>
                                <a:rPr lang="en-US" sz="1350" i="1">
                                  <a:latin typeface="Cambria Math" panose="02040503050406030204" pitchFamily="18" charset="0"/>
                                  <a:ea typeface="Calibri" panose="020F0502020204030204" pitchFamily="34" charset="0"/>
                                  <a:cs typeface="Arial" panose="020B0604020202020204" pitchFamily="34" charset="0"/>
                                </a:rPr>
                              </m:ctrlPr>
                            </m:funcPr>
                            <m:fName>
                              <m:sSub>
                                <m:sSubPr>
                                  <m:ctrlPr>
                                    <a:rPr lang="en-US" sz="1350" i="1">
                                      <a:latin typeface="Cambria Math" panose="02040503050406030204" pitchFamily="18" charset="0"/>
                                      <a:ea typeface="Calibri" panose="020F0502020204030204" pitchFamily="34" charset="0"/>
                                      <a:cs typeface="Arial" panose="020B0604020202020204" pitchFamily="34" charset="0"/>
                                    </a:rPr>
                                  </m:ctrlPr>
                                </m:sSubPr>
                                <m:e>
                                  <m:r>
                                    <m:rPr>
                                      <m:sty m:val="p"/>
                                    </m:rPr>
                                    <a:rPr lang="id-ID" sz="1350">
                                      <a:latin typeface="Cambria Math" panose="02040503050406030204" pitchFamily="18" charset="0"/>
                                      <a:ea typeface="Calibri" panose="020F0502020204030204" pitchFamily="34" charset="0"/>
                                      <a:cs typeface="Arial" panose="020B0604020202020204" pitchFamily="34" charset="0"/>
                                    </a:rPr>
                                    <m:t>log</m:t>
                                  </m:r>
                                </m:e>
                                <m:sub>
                                  <m:r>
                                    <a:rPr lang="id-ID" sz="13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sz="1350" i="1">
                                      <a:latin typeface="Cambria Math" panose="02040503050406030204" pitchFamily="18" charset="0"/>
                                      <a:ea typeface="Calibri" panose="020F0502020204030204" pitchFamily="34" charset="0"/>
                                      <a:cs typeface="Arial" panose="020B0604020202020204" pitchFamily="34" charset="0"/>
                                    </a:rPr>
                                  </m:ctrlPr>
                                </m:dPr>
                                <m:e>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2</m:t>
                                      </m:r>
                                    </m:num>
                                    <m:den>
                                      <m:r>
                                        <a:rPr lang="id-ID" sz="1350" i="1">
                                          <a:latin typeface="Cambria Math" panose="02040503050406030204" pitchFamily="18" charset="0"/>
                                          <a:ea typeface="Calibri" panose="020F0502020204030204" pitchFamily="34" charset="0"/>
                                          <a:cs typeface="Arial" panose="020B0604020202020204" pitchFamily="34" charset="0"/>
                                        </a:rPr>
                                        <m:t>4</m:t>
                                      </m:r>
                                    </m:den>
                                  </m:f>
                                </m:e>
                              </m:d>
                            </m:e>
                          </m:func>
                        </m:e>
                      </m:d>
                      <m:r>
                        <a:rPr lang="id-ID" sz="1350" i="1">
                          <a:latin typeface="Cambria Math" panose="02040503050406030204" pitchFamily="18" charset="0"/>
                          <a:ea typeface="Calibri" panose="020F0502020204030204" pitchFamily="34" charset="0"/>
                          <a:cs typeface="Arial" panose="020B0604020202020204" pitchFamily="34" charset="0"/>
                        </a:rPr>
                        <m:t>=1</m:t>
                      </m:r>
                    </m:oMath>
                    <m:oMath xmlns:m="http://schemas.openxmlformats.org/officeDocument/2006/math">
                      <m:r>
                        <a:rPr lang="id-ID" sz="1350" i="1">
                          <a:latin typeface="Cambria Math" panose="02040503050406030204" pitchFamily="18" charset="0"/>
                          <a:ea typeface="Calibri" panose="020F0502020204030204" pitchFamily="34" charset="0"/>
                          <a:cs typeface="Arial" panose="020B0604020202020204" pitchFamily="34" charset="0"/>
                        </a:rPr>
                        <m:t>𝐸</m:t>
                      </m:r>
                      <m:d>
                        <m:dPr>
                          <m:ctrlPr>
                            <a:rPr lang="en-US" sz="1350" i="1">
                              <a:latin typeface="Cambria Math" panose="02040503050406030204" pitchFamily="18" charset="0"/>
                              <a:ea typeface="Calibri" panose="020F0502020204030204" pitchFamily="34" charset="0"/>
                              <a:cs typeface="Arial" panose="020B0604020202020204" pitchFamily="34"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𝐷𝑒𝑐𝑖𝑠𝑖𝑜𝑛</m:t>
                          </m:r>
                        </m:e>
                        <m:e>
                          <m:r>
                            <a:rPr lang="id-ID" sz="1350" i="1">
                              <a:latin typeface="Cambria Math" panose="02040503050406030204" pitchFamily="18" charset="0"/>
                              <a:ea typeface="Calibri" panose="020F0502020204030204" pitchFamily="34" charset="0"/>
                              <a:cs typeface="Arial" panose="020B0604020202020204" pitchFamily="34" charset="0"/>
                            </a:rPr>
                            <m:t>𝑇𝑒𝑚𝑝</m:t>
                          </m:r>
                          <m:r>
                            <a:rPr lang="id-ID" sz="1350" i="1">
                              <a:latin typeface="Cambria Math" panose="02040503050406030204" pitchFamily="18" charset="0"/>
                              <a:ea typeface="Calibri" panose="020F0502020204030204" pitchFamily="34" charset="0"/>
                              <a:cs typeface="Arial" panose="020B0604020202020204" pitchFamily="34" charset="0"/>
                            </a:rPr>
                            <m:t>.=</m:t>
                          </m:r>
                          <m:r>
                            <a:rPr lang="id-ID" sz="1350" i="1">
                              <a:latin typeface="Cambria Math" panose="02040503050406030204" pitchFamily="18" charset="0"/>
                              <a:ea typeface="Calibri" panose="020F0502020204030204" pitchFamily="34" charset="0"/>
                              <a:cs typeface="Arial" panose="020B0604020202020204" pitchFamily="34" charset="0"/>
                            </a:rPr>
                            <m:t>𝑀𝑖𝑑</m:t>
                          </m:r>
                        </m:e>
                      </m:d>
                      <m:r>
                        <m:rPr>
                          <m:aln/>
                        </m:rP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sz="1350" i="1">
                              <a:latin typeface="Cambria Math" panose="02040503050406030204" pitchFamily="18" charset="0"/>
                              <a:ea typeface="Calibri" panose="020F0502020204030204" pitchFamily="34" charset="0"/>
                              <a:cs typeface="Arial" panose="020B0604020202020204" pitchFamily="34"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m:t>
                          </m:r>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2</m:t>
                              </m:r>
                            </m:num>
                            <m:den>
                              <m:r>
                                <a:rPr lang="id-ID" sz="1350" i="1">
                                  <a:latin typeface="Cambria Math" panose="02040503050406030204" pitchFamily="18" charset="0"/>
                                  <a:ea typeface="Calibri" panose="020F0502020204030204" pitchFamily="34" charset="0"/>
                                  <a:cs typeface="Arial" panose="020B0604020202020204" pitchFamily="34" charset="0"/>
                                </a:rPr>
                                <m:t>6</m:t>
                              </m:r>
                            </m:den>
                          </m:f>
                          <m:r>
                            <a:rPr lang="id-ID" sz="1350" i="1">
                              <a:latin typeface="Cambria Math" panose="02040503050406030204" pitchFamily="18" charset="0"/>
                              <a:ea typeface="Calibri" panose="020F0502020204030204" pitchFamily="34" charset="0"/>
                              <a:cs typeface="Arial" panose="020B0604020202020204" pitchFamily="34" charset="0"/>
                            </a:rPr>
                            <m:t>×</m:t>
                          </m:r>
                          <m:func>
                            <m:funcPr>
                              <m:ctrlPr>
                                <a:rPr lang="en-US" sz="1350" i="1">
                                  <a:latin typeface="Cambria Math" panose="02040503050406030204" pitchFamily="18" charset="0"/>
                                  <a:ea typeface="Calibri" panose="020F0502020204030204" pitchFamily="34" charset="0"/>
                                  <a:cs typeface="Arial" panose="020B0604020202020204" pitchFamily="34" charset="0"/>
                                </a:rPr>
                              </m:ctrlPr>
                            </m:funcPr>
                            <m:fName>
                              <m:sSub>
                                <m:sSubPr>
                                  <m:ctrlPr>
                                    <a:rPr lang="en-US" sz="1350" i="1">
                                      <a:latin typeface="Cambria Math" panose="02040503050406030204" pitchFamily="18" charset="0"/>
                                      <a:ea typeface="Calibri" panose="020F0502020204030204" pitchFamily="34" charset="0"/>
                                      <a:cs typeface="Arial" panose="020B0604020202020204" pitchFamily="34" charset="0"/>
                                    </a:rPr>
                                  </m:ctrlPr>
                                </m:sSubPr>
                                <m:e>
                                  <m:r>
                                    <m:rPr>
                                      <m:sty m:val="p"/>
                                    </m:rPr>
                                    <a:rPr lang="id-ID" sz="1350">
                                      <a:latin typeface="Cambria Math" panose="02040503050406030204" pitchFamily="18" charset="0"/>
                                      <a:ea typeface="Calibri" panose="020F0502020204030204" pitchFamily="34" charset="0"/>
                                      <a:cs typeface="Arial" panose="020B0604020202020204" pitchFamily="34" charset="0"/>
                                    </a:rPr>
                                    <m:t>log</m:t>
                                  </m:r>
                                </m:e>
                                <m:sub>
                                  <m:r>
                                    <a:rPr lang="id-ID" sz="13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sz="1350" i="1">
                                      <a:latin typeface="Cambria Math" panose="02040503050406030204" pitchFamily="18" charset="0"/>
                                      <a:ea typeface="Calibri" panose="020F0502020204030204" pitchFamily="34" charset="0"/>
                                      <a:cs typeface="Arial" panose="020B0604020202020204" pitchFamily="34" charset="0"/>
                                    </a:rPr>
                                  </m:ctrlPr>
                                </m:dPr>
                                <m:e>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2</m:t>
                                      </m:r>
                                    </m:num>
                                    <m:den>
                                      <m:r>
                                        <a:rPr lang="id-ID" sz="1350" i="1">
                                          <a:latin typeface="Cambria Math" panose="02040503050406030204" pitchFamily="18" charset="0"/>
                                          <a:ea typeface="Calibri" panose="020F0502020204030204" pitchFamily="34" charset="0"/>
                                          <a:cs typeface="Arial" panose="020B0604020202020204" pitchFamily="34" charset="0"/>
                                        </a:rPr>
                                        <m:t>6</m:t>
                                      </m:r>
                                    </m:den>
                                  </m:f>
                                </m:e>
                              </m:d>
                            </m:e>
                          </m:func>
                        </m:e>
                      </m:d>
                      <m: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sz="1350" i="1">
                              <a:latin typeface="Cambria Math" panose="02040503050406030204" pitchFamily="18" charset="0"/>
                              <a:ea typeface="Calibri" panose="020F0502020204030204" pitchFamily="34" charset="0"/>
                              <a:cs typeface="Arial" panose="020B0604020202020204" pitchFamily="34"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m:t>
                          </m:r>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4</m:t>
                              </m:r>
                            </m:num>
                            <m:den>
                              <m:r>
                                <a:rPr lang="id-ID" sz="1350" i="1">
                                  <a:latin typeface="Cambria Math" panose="02040503050406030204" pitchFamily="18" charset="0"/>
                                  <a:ea typeface="Calibri" panose="020F0502020204030204" pitchFamily="34" charset="0"/>
                                  <a:cs typeface="Arial" panose="020B0604020202020204" pitchFamily="34" charset="0"/>
                                </a:rPr>
                                <m:t>6</m:t>
                              </m:r>
                            </m:den>
                          </m:f>
                          <m:r>
                            <a:rPr lang="id-ID" sz="1350" i="1">
                              <a:latin typeface="Cambria Math" panose="02040503050406030204" pitchFamily="18" charset="0"/>
                              <a:ea typeface="Calibri" panose="020F0502020204030204" pitchFamily="34" charset="0"/>
                              <a:cs typeface="Arial" panose="020B0604020202020204" pitchFamily="34" charset="0"/>
                            </a:rPr>
                            <m:t>×</m:t>
                          </m:r>
                          <m:func>
                            <m:funcPr>
                              <m:ctrlPr>
                                <a:rPr lang="en-US" sz="1350" i="1">
                                  <a:latin typeface="Cambria Math" panose="02040503050406030204" pitchFamily="18" charset="0"/>
                                  <a:ea typeface="Calibri" panose="020F0502020204030204" pitchFamily="34" charset="0"/>
                                  <a:cs typeface="Arial" panose="020B0604020202020204" pitchFamily="34" charset="0"/>
                                </a:rPr>
                              </m:ctrlPr>
                            </m:funcPr>
                            <m:fName>
                              <m:sSub>
                                <m:sSubPr>
                                  <m:ctrlPr>
                                    <a:rPr lang="en-US" sz="1350" i="1">
                                      <a:latin typeface="Cambria Math" panose="02040503050406030204" pitchFamily="18" charset="0"/>
                                      <a:ea typeface="Calibri" panose="020F0502020204030204" pitchFamily="34" charset="0"/>
                                      <a:cs typeface="Arial" panose="020B0604020202020204" pitchFamily="34" charset="0"/>
                                    </a:rPr>
                                  </m:ctrlPr>
                                </m:sSubPr>
                                <m:e>
                                  <m:r>
                                    <m:rPr>
                                      <m:sty m:val="p"/>
                                    </m:rPr>
                                    <a:rPr lang="id-ID" sz="1350">
                                      <a:latin typeface="Cambria Math" panose="02040503050406030204" pitchFamily="18" charset="0"/>
                                      <a:ea typeface="Calibri" panose="020F0502020204030204" pitchFamily="34" charset="0"/>
                                      <a:cs typeface="Arial" panose="020B0604020202020204" pitchFamily="34" charset="0"/>
                                    </a:rPr>
                                    <m:t>log</m:t>
                                  </m:r>
                                </m:e>
                                <m:sub>
                                  <m:r>
                                    <a:rPr lang="id-ID" sz="13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sz="1350" i="1">
                                      <a:latin typeface="Cambria Math" panose="02040503050406030204" pitchFamily="18" charset="0"/>
                                      <a:ea typeface="Calibri" panose="020F0502020204030204" pitchFamily="34" charset="0"/>
                                      <a:cs typeface="Arial" panose="020B0604020202020204" pitchFamily="34" charset="0"/>
                                    </a:rPr>
                                  </m:ctrlPr>
                                </m:dPr>
                                <m:e>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4</m:t>
                                      </m:r>
                                    </m:num>
                                    <m:den>
                                      <m:r>
                                        <a:rPr lang="id-ID" sz="1350" i="1">
                                          <a:latin typeface="Cambria Math" panose="02040503050406030204" pitchFamily="18" charset="0"/>
                                          <a:ea typeface="Calibri" panose="020F0502020204030204" pitchFamily="34" charset="0"/>
                                          <a:cs typeface="Arial" panose="020B0604020202020204" pitchFamily="34" charset="0"/>
                                        </a:rPr>
                                        <m:t>6</m:t>
                                      </m:r>
                                    </m:den>
                                  </m:f>
                                </m:e>
                              </m:d>
                            </m:e>
                          </m:func>
                        </m:e>
                      </m:d>
                      <m:r>
                        <a:rPr lang="id-ID" sz="1350" i="1">
                          <a:latin typeface="Cambria Math" panose="02040503050406030204" pitchFamily="18" charset="0"/>
                          <a:ea typeface="Calibri" panose="020F0502020204030204" pitchFamily="34" charset="0"/>
                          <a:cs typeface="Arial" panose="020B0604020202020204" pitchFamily="34" charset="0"/>
                        </a:rPr>
                        <m:t>≈0.918</m:t>
                      </m:r>
                    </m:oMath>
                    <m:oMath xmlns:m="http://schemas.openxmlformats.org/officeDocument/2006/math">
                      <m:r>
                        <a:rPr lang="id-ID" sz="1350" i="1">
                          <a:latin typeface="Cambria Math" panose="02040503050406030204" pitchFamily="18" charset="0"/>
                          <a:ea typeface="Calibri" panose="020F0502020204030204" pitchFamily="34" charset="0"/>
                          <a:cs typeface="Arial" panose="020B0604020202020204" pitchFamily="34" charset="0"/>
                        </a:rPr>
                        <m:t>𝐸</m:t>
                      </m:r>
                      <m:d>
                        <m:dPr>
                          <m:ctrlPr>
                            <a:rPr lang="en-US" sz="1350" i="1">
                              <a:latin typeface="Cambria Math" panose="02040503050406030204" pitchFamily="18" charset="0"/>
                              <a:ea typeface="Calibri" panose="020F0502020204030204" pitchFamily="34" charset="0"/>
                              <a:cs typeface="Arial" panose="020B0604020202020204" pitchFamily="34"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𝐷𝑒𝑐𝑖𝑠𝑖𝑜𝑛</m:t>
                          </m:r>
                          <m:r>
                            <a:rPr lang="id-ID" sz="1350" i="1">
                              <a:latin typeface="Cambria Math" panose="02040503050406030204" pitchFamily="18" charset="0"/>
                              <a:ea typeface="Calibri" panose="020F0502020204030204" pitchFamily="34" charset="0"/>
                              <a:cs typeface="Arial" panose="020B0604020202020204" pitchFamily="34" charset="0"/>
                            </a:rPr>
                            <m:t>|</m:t>
                          </m:r>
                          <m:r>
                            <a:rPr lang="id-ID" sz="1350" i="1">
                              <a:latin typeface="Cambria Math" panose="02040503050406030204" pitchFamily="18" charset="0"/>
                              <a:ea typeface="Calibri" panose="020F0502020204030204" pitchFamily="34" charset="0"/>
                              <a:cs typeface="Arial" panose="020B0604020202020204" pitchFamily="34" charset="0"/>
                            </a:rPr>
                            <m:t>𝑇𝑒𝑚𝑝</m:t>
                          </m:r>
                          <m:r>
                            <a:rPr lang="id-ID" sz="1350" i="1">
                              <a:latin typeface="Cambria Math" panose="02040503050406030204" pitchFamily="18" charset="0"/>
                              <a:ea typeface="Calibri" panose="020F0502020204030204" pitchFamily="34" charset="0"/>
                              <a:cs typeface="Arial" panose="020B0604020202020204" pitchFamily="34" charset="0"/>
                            </a:rPr>
                            <m:t>.</m:t>
                          </m:r>
                        </m:e>
                      </m:d>
                      <m:r>
                        <m:rPr>
                          <m:aln/>
                        </m:rP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sz="1350" i="1">
                              <a:latin typeface="Cambria Math" panose="02040503050406030204" pitchFamily="18" charset="0"/>
                              <a:ea typeface="Calibri" panose="020F0502020204030204" pitchFamily="34" charset="0"/>
                              <a:cs typeface="Arial" panose="020B0604020202020204" pitchFamily="34" charset="0"/>
                            </a:rPr>
                          </m:ctrlPr>
                        </m:dPr>
                        <m:e>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4</m:t>
                              </m:r>
                            </m:num>
                            <m:den>
                              <m:r>
                                <a:rPr lang="id-ID" sz="1350" i="1">
                                  <a:latin typeface="Cambria Math" panose="02040503050406030204" pitchFamily="18" charset="0"/>
                                  <a:ea typeface="Calibri" panose="020F0502020204030204" pitchFamily="34" charset="0"/>
                                  <a:cs typeface="Arial" panose="020B0604020202020204" pitchFamily="34" charset="0"/>
                                </a:rPr>
                                <m:t>14</m:t>
                              </m:r>
                            </m:den>
                          </m:f>
                          <m:r>
                            <a:rPr lang="id-ID" sz="1350" i="1">
                              <a:latin typeface="Cambria Math" panose="02040503050406030204" pitchFamily="18" charset="0"/>
                              <a:ea typeface="Calibri" panose="020F0502020204030204" pitchFamily="34" charset="0"/>
                              <a:cs typeface="Arial" panose="020B0604020202020204" pitchFamily="34" charset="0"/>
                            </a:rPr>
                            <m:t>×0</m:t>
                          </m:r>
                        </m:e>
                      </m:d>
                      <m: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sz="1350" i="1">
                              <a:latin typeface="Cambria Math" panose="02040503050406030204" pitchFamily="18" charset="0"/>
                              <a:ea typeface="Calibri" panose="020F0502020204030204" pitchFamily="34" charset="0"/>
                              <a:cs typeface="Arial" panose="020B0604020202020204" pitchFamily="34" charset="0"/>
                            </a:rPr>
                          </m:ctrlPr>
                        </m:dPr>
                        <m:e>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4</m:t>
                              </m:r>
                            </m:num>
                            <m:den>
                              <m:r>
                                <a:rPr lang="id-ID" sz="1350" i="1">
                                  <a:latin typeface="Cambria Math" panose="02040503050406030204" pitchFamily="18" charset="0"/>
                                  <a:ea typeface="Calibri" panose="020F0502020204030204" pitchFamily="34" charset="0"/>
                                  <a:cs typeface="Arial" panose="020B0604020202020204" pitchFamily="34" charset="0"/>
                                </a:rPr>
                                <m:t>14</m:t>
                              </m:r>
                            </m:den>
                          </m:f>
                          <m:r>
                            <a:rPr lang="id-ID" sz="1350" i="1">
                              <a:latin typeface="Cambria Math" panose="02040503050406030204" pitchFamily="18" charset="0"/>
                              <a:ea typeface="Calibri" panose="020F0502020204030204" pitchFamily="34" charset="0"/>
                              <a:cs typeface="Arial" panose="020B0604020202020204" pitchFamily="34" charset="0"/>
                            </a:rPr>
                            <m:t>×1</m:t>
                          </m:r>
                        </m:e>
                      </m:d>
                      <m: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sz="1350" i="1">
                              <a:latin typeface="Cambria Math" panose="02040503050406030204" pitchFamily="18" charset="0"/>
                              <a:ea typeface="Calibri" panose="020F0502020204030204" pitchFamily="34" charset="0"/>
                              <a:cs typeface="Arial" panose="020B0604020202020204" pitchFamily="34" charset="0"/>
                            </a:rPr>
                          </m:ctrlPr>
                        </m:dPr>
                        <m:e>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6</m:t>
                              </m:r>
                            </m:num>
                            <m:den>
                              <m:r>
                                <a:rPr lang="id-ID" sz="1350" i="1">
                                  <a:latin typeface="Cambria Math" panose="02040503050406030204" pitchFamily="18" charset="0"/>
                                  <a:ea typeface="Calibri" panose="020F0502020204030204" pitchFamily="34" charset="0"/>
                                  <a:cs typeface="Arial" panose="020B0604020202020204" pitchFamily="34" charset="0"/>
                                </a:rPr>
                                <m:t>14</m:t>
                              </m:r>
                            </m:den>
                          </m:f>
                          <m:r>
                            <a:rPr lang="id-ID" sz="1350" i="1">
                              <a:latin typeface="Cambria Math" panose="02040503050406030204" pitchFamily="18" charset="0"/>
                              <a:ea typeface="Calibri" panose="020F0502020204030204" pitchFamily="34" charset="0"/>
                              <a:cs typeface="Arial" panose="020B0604020202020204" pitchFamily="34" charset="0"/>
                            </a:rPr>
                            <m:t>×0.918</m:t>
                          </m:r>
                        </m:e>
                      </m:d>
                      <m:r>
                        <a:rPr lang="id-ID" sz="1350" i="1">
                          <a:latin typeface="Cambria Math" panose="02040503050406030204" pitchFamily="18" charset="0"/>
                          <a:ea typeface="Calibri" panose="020F0502020204030204" pitchFamily="34" charset="0"/>
                          <a:cs typeface="Arial" panose="020B0604020202020204" pitchFamily="34" charset="0"/>
                        </a:rPr>
                        <m:t>≈0.679</m:t>
                      </m:r>
                    </m:oMath>
                  </m:oMathPara>
                </a14:m>
                <a:endParaRPr lang="en-US" sz="1350" dirty="0">
                  <a:latin typeface="+mj-lt"/>
                  <a:ea typeface="Calibri" panose="020F0502020204030204" pitchFamily="34" charset="0"/>
                  <a:cs typeface="Arial" panose="020B0604020202020204" pitchFamily="34" charset="0"/>
                </a:endParaRPr>
              </a:p>
              <a:p>
                <a:pPr marL="0" indent="0">
                  <a:lnSpc>
                    <a:spcPct val="150000"/>
                  </a:lnSpc>
                  <a:buNone/>
                </a:pPr>
                <a:endParaRPr lang="en-US" dirty="0">
                  <a:latin typeface="+mj-lt"/>
                </a:endParaRPr>
              </a:p>
            </p:txBody>
          </p:sp>
        </mc:Choice>
        <mc:Fallback xmlns="">
          <p:sp>
            <p:nvSpPr>
              <p:cNvPr id="3" name="Tampungan Konten 2">
                <a:extLst>
                  <a:ext uri="{FF2B5EF4-FFF2-40B4-BE49-F238E27FC236}">
                    <a16:creationId xmlns:a16="http://schemas.microsoft.com/office/drawing/2014/main" id="{D81922B9-C74D-48D0-AF65-36B316817CEF}"/>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028368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B976B043-01FC-47F9-BB0D-E44AA89BF144}"/>
              </a:ext>
            </a:extLst>
          </p:cNvPr>
          <p:cNvSpPr>
            <a:spLocks noGrp="1"/>
          </p:cNvSpPr>
          <p:nvPr>
            <p:ph type="title"/>
          </p:nvPr>
        </p:nvSpPr>
        <p:spPr/>
        <p:txBody>
          <a:bodyPr/>
          <a:lstStyle/>
          <a:p>
            <a:r>
              <a:rPr lang="id-ID" dirty="0"/>
              <a:t>Hitung entropi Humidity</a:t>
            </a:r>
            <a:endParaRPr lang="en-US"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FE1A17F4-627D-4768-A9CE-62B9871D4B9B}"/>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id-ID" sz="1350" i="1">
                          <a:latin typeface="Cambria Math" panose="02040503050406030204" pitchFamily="18" charset="0"/>
                          <a:ea typeface="Calibri" panose="020F0502020204030204" pitchFamily="34" charset="0"/>
                          <a:cs typeface="Arial" panose="020B0604020202020204" pitchFamily="34" charset="0"/>
                        </a:rPr>
                        <m:t>𝐸</m:t>
                      </m:r>
                      <m:d>
                        <m:dPr>
                          <m:ctrlPr>
                            <a:rPr lang="en-US" i="1">
                              <a:effectLst/>
                              <a:latin typeface="Cambria Math" panose="02040503050406030204" pitchFamily="18"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𝐷𝑒𝑐𝑖𝑠𝑖𝑜𝑛</m:t>
                          </m:r>
                        </m:e>
                        <m:e>
                          <m:r>
                            <a:rPr lang="id-ID" sz="1350" i="1">
                              <a:latin typeface="Cambria Math" panose="02040503050406030204" pitchFamily="18" charset="0"/>
                              <a:ea typeface="Calibri" panose="020F0502020204030204" pitchFamily="34" charset="0"/>
                              <a:cs typeface="Arial" panose="020B0604020202020204" pitchFamily="34" charset="0"/>
                            </a:rPr>
                            <m:t>𝐻𝑢𝑚𝑖𝑑𝑖𝑡𝑦</m:t>
                          </m:r>
                          <m:r>
                            <a:rPr lang="id-ID" sz="1350" i="1">
                              <a:latin typeface="Cambria Math" panose="02040503050406030204" pitchFamily="18" charset="0"/>
                              <a:ea typeface="Calibri" panose="020F0502020204030204" pitchFamily="34" charset="0"/>
                              <a:cs typeface="Arial" panose="020B0604020202020204" pitchFamily="34" charset="0"/>
                            </a:rPr>
                            <m:t>=</m:t>
                          </m:r>
                          <m:r>
                            <a:rPr lang="id-ID" sz="1350" i="1">
                              <a:latin typeface="Cambria Math" panose="02040503050406030204" pitchFamily="18" charset="0"/>
                              <a:ea typeface="Calibri" panose="020F0502020204030204" pitchFamily="34" charset="0"/>
                              <a:cs typeface="Arial" panose="020B0604020202020204" pitchFamily="34" charset="0"/>
                            </a:rPr>
                            <m:t>𝐻𝑖𝑔h</m:t>
                          </m:r>
                        </m:e>
                      </m:d>
                      <m:r>
                        <m:rPr>
                          <m:aln/>
                        </m:rP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i="1">
                              <a:effectLst/>
                              <a:latin typeface="Cambria Math" panose="02040503050406030204" pitchFamily="18"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m:t>
                          </m:r>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4</m:t>
                              </m:r>
                            </m:num>
                            <m:den>
                              <m:r>
                                <a:rPr lang="id-ID" sz="1350" i="1">
                                  <a:latin typeface="Cambria Math" panose="02040503050406030204" pitchFamily="18" charset="0"/>
                                  <a:ea typeface="Calibri" panose="020F0502020204030204" pitchFamily="34" charset="0"/>
                                  <a:cs typeface="Arial" panose="020B0604020202020204" pitchFamily="34" charset="0"/>
                                </a:rPr>
                                <m:t>7</m:t>
                              </m:r>
                            </m:den>
                          </m:f>
                          <m:r>
                            <a:rPr lang="id-ID" sz="1350" i="1">
                              <a:latin typeface="Cambria Math" panose="02040503050406030204" pitchFamily="18" charset="0"/>
                              <a:ea typeface="Calibri" panose="020F0502020204030204" pitchFamily="34" charset="0"/>
                              <a:cs typeface="Arial" panose="020B0604020202020204" pitchFamily="34" charset="0"/>
                            </a:rPr>
                            <m:t>×</m:t>
                          </m:r>
                          <m:func>
                            <m:funcPr>
                              <m:ctrlPr>
                                <a:rPr lang="en-US" i="1">
                                  <a:effectLst/>
                                  <a:latin typeface="Cambria Math" panose="02040503050406030204" pitchFamily="18" charset="0"/>
                                </a:rPr>
                              </m:ctrlPr>
                            </m:funcPr>
                            <m:fName>
                              <m:sSub>
                                <m:sSubPr>
                                  <m:ctrlPr>
                                    <a:rPr lang="en-US" i="1">
                                      <a:effectLst/>
                                      <a:latin typeface="Cambria Math" panose="02040503050406030204" pitchFamily="18" charset="0"/>
                                    </a:rPr>
                                  </m:ctrlPr>
                                </m:sSubPr>
                                <m:e>
                                  <m:r>
                                    <m:rPr>
                                      <m:sty m:val="p"/>
                                    </m:rPr>
                                    <a:rPr lang="id-ID" sz="1350">
                                      <a:latin typeface="Cambria Math" panose="02040503050406030204" pitchFamily="18" charset="0"/>
                                      <a:ea typeface="Calibri" panose="020F0502020204030204" pitchFamily="34" charset="0"/>
                                      <a:cs typeface="Arial" panose="020B0604020202020204" pitchFamily="34" charset="0"/>
                                    </a:rPr>
                                    <m:t>log</m:t>
                                  </m:r>
                                </m:e>
                                <m:sub>
                                  <m:r>
                                    <a:rPr lang="id-ID" sz="13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i="1">
                                      <a:effectLst/>
                                      <a:latin typeface="Cambria Math" panose="02040503050406030204" pitchFamily="18" charset="0"/>
                                    </a:rPr>
                                  </m:ctrlPr>
                                </m:dPr>
                                <m:e>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4</m:t>
                                      </m:r>
                                    </m:num>
                                    <m:den>
                                      <m:r>
                                        <a:rPr lang="id-ID" sz="1350" i="1">
                                          <a:latin typeface="Cambria Math" panose="02040503050406030204" pitchFamily="18" charset="0"/>
                                          <a:ea typeface="Calibri" panose="020F0502020204030204" pitchFamily="34" charset="0"/>
                                          <a:cs typeface="Arial" panose="020B0604020202020204" pitchFamily="34" charset="0"/>
                                        </a:rPr>
                                        <m:t>7</m:t>
                                      </m:r>
                                    </m:den>
                                  </m:f>
                                </m:e>
                              </m:d>
                            </m:e>
                          </m:func>
                        </m:e>
                      </m:d>
                      <m: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i="1">
                              <a:effectLst/>
                              <a:latin typeface="Cambria Math" panose="02040503050406030204" pitchFamily="18"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m:t>
                          </m:r>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3</m:t>
                              </m:r>
                            </m:num>
                            <m:den>
                              <m:r>
                                <a:rPr lang="id-ID" sz="1350" i="1">
                                  <a:latin typeface="Cambria Math" panose="02040503050406030204" pitchFamily="18" charset="0"/>
                                  <a:ea typeface="Calibri" panose="020F0502020204030204" pitchFamily="34" charset="0"/>
                                  <a:cs typeface="Arial" panose="020B0604020202020204" pitchFamily="34" charset="0"/>
                                </a:rPr>
                                <m:t>7</m:t>
                              </m:r>
                            </m:den>
                          </m:f>
                          <m:r>
                            <a:rPr lang="id-ID" sz="1350" i="1">
                              <a:latin typeface="Cambria Math" panose="02040503050406030204" pitchFamily="18" charset="0"/>
                              <a:ea typeface="Calibri" panose="020F0502020204030204" pitchFamily="34" charset="0"/>
                              <a:cs typeface="Arial" panose="020B0604020202020204" pitchFamily="34" charset="0"/>
                            </a:rPr>
                            <m:t>×</m:t>
                          </m:r>
                          <m:func>
                            <m:funcPr>
                              <m:ctrlPr>
                                <a:rPr lang="en-US" i="1">
                                  <a:effectLst/>
                                  <a:latin typeface="Cambria Math" panose="02040503050406030204" pitchFamily="18" charset="0"/>
                                </a:rPr>
                              </m:ctrlPr>
                            </m:funcPr>
                            <m:fName>
                              <m:sSub>
                                <m:sSubPr>
                                  <m:ctrlPr>
                                    <a:rPr lang="en-US" i="1">
                                      <a:effectLst/>
                                      <a:latin typeface="Cambria Math" panose="02040503050406030204" pitchFamily="18" charset="0"/>
                                    </a:rPr>
                                  </m:ctrlPr>
                                </m:sSubPr>
                                <m:e>
                                  <m:r>
                                    <m:rPr>
                                      <m:sty m:val="p"/>
                                    </m:rPr>
                                    <a:rPr lang="id-ID" sz="1350">
                                      <a:latin typeface="Cambria Math" panose="02040503050406030204" pitchFamily="18" charset="0"/>
                                      <a:ea typeface="Calibri" panose="020F0502020204030204" pitchFamily="34" charset="0"/>
                                      <a:cs typeface="Arial" panose="020B0604020202020204" pitchFamily="34" charset="0"/>
                                    </a:rPr>
                                    <m:t>log</m:t>
                                  </m:r>
                                </m:e>
                                <m:sub>
                                  <m:r>
                                    <a:rPr lang="id-ID" sz="13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i="1">
                                      <a:effectLst/>
                                      <a:latin typeface="Cambria Math" panose="02040503050406030204" pitchFamily="18" charset="0"/>
                                    </a:rPr>
                                  </m:ctrlPr>
                                </m:dPr>
                                <m:e>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3</m:t>
                                      </m:r>
                                    </m:num>
                                    <m:den>
                                      <m:r>
                                        <a:rPr lang="id-ID" sz="1350" i="1">
                                          <a:latin typeface="Cambria Math" panose="02040503050406030204" pitchFamily="18" charset="0"/>
                                          <a:ea typeface="Calibri" panose="020F0502020204030204" pitchFamily="34" charset="0"/>
                                          <a:cs typeface="Arial" panose="020B0604020202020204" pitchFamily="34" charset="0"/>
                                        </a:rPr>
                                        <m:t>7</m:t>
                                      </m:r>
                                    </m:den>
                                  </m:f>
                                </m:e>
                              </m:d>
                            </m:e>
                          </m:func>
                        </m:e>
                      </m:d>
                      <m:r>
                        <a:rPr lang="id-ID" sz="1350" i="1">
                          <a:latin typeface="Cambria Math" panose="02040503050406030204" pitchFamily="18" charset="0"/>
                          <a:ea typeface="Calibri" panose="020F0502020204030204" pitchFamily="34" charset="0"/>
                          <a:cs typeface="Arial" panose="020B0604020202020204" pitchFamily="34" charset="0"/>
                        </a:rPr>
                        <m:t>≈0</m:t>
                      </m:r>
                      <m:r>
                        <a:rPr lang="id-ID" sz="1350">
                          <a:latin typeface="Cambria Math" panose="02040503050406030204" pitchFamily="18" charset="0"/>
                          <a:ea typeface="Calibri" panose="020F0502020204030204" pitchFamily="34" charset="0"/>
                          <a:cs typeface="Arial" panose="020B0604020202020204" pitchFamily="34" charset="0"/>
                        </a:rPr>
                        <m:t>.985</m:t>
                      </m:r>
                    </m:oMath>
                    <m:oMath xmlns:m="http://schemas.openxmlformats.org/officeDocument/2006/math">
                      <m:r>
                        <a:rPr lang="id-ID" sz="1350" i="1">
                          <a:latin typeface="Cambria Math" panose="02040503050406030204" pitchFamily="18" charset="0"/>
                          <a:ea typeface="Calibri" panose="020F0502020204030204" pitchFamily="34" charset="0"/>
                          <a:cs typeface="Arial" panose="020B0604020202020204" pitchFamily="34" charset="0"/>
                        </a:rPr>
                        <m:t>𝐸</m:t>
                      </m:r>
                      <m:d>
                        <m:dPr>
                          <m:ctrlPr>
                            <a:rPr lang="en-US" i="1">
                              <a:effectLst/>
                              <a:latin typeface="Cambria Math" panose="02040503050406030204" pitchFamily="18"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𝐷𝑒𝑐𝑖𝑠𝑖𝑜𝑛</m:t>
                          </m:r>
                        </m:e>
                        <m:e>
                          <m:r>
                            <a:rPr lang="id-ID" sz="1350" i="1">
                              <a:latin typeface="Cambria Math" panose="02040503050406030204" pitchFamily="18" charset="0"/>
                              <a:ea typeface="Calibri" panose="020F0502020204030204" pitchFamily="34" charset="0"/>
                              <a:cs typeface="Arial" panose="020B0604020202020204" pitchFamily="34" charset="0"/>
                            </a:rPr>
                            <m:t>𝐻𝑢𝑚𝑖𝑑𝑖𝑡𝑦</m:t>
                          </m:r>
                          <m:r>
                            <a:rPr lang="id-ID" sz="1350" i="1">
                              <a:latin typeface="Cambria Math" panose="02040503050406030204" pitchFamily="18" charset="0"/>
                              <a:ea typeface="Calibri" panose="020F0502020204030204" pitchFamily="34" charset="0"/>
                              <a:cs typeface="Arial" panose="020B0604020202020204" pitchFamily="34" charset="0"/>
                            </a:rPr>
                            <m:t>=</m:t>
                          </m:r>
                          <m:r>
                            <a:rPr lang="id-ID" sz="1350" i="1">
                              <a:latin typeface="Cambria Math" panose="02040503050406030204" pitchFamily="18" charset="0"/>
                              <a:ea typeface="Calibri" panose="020F0502020204030204" pitchFamily="34" charset="0"/>
                              <a:cs typeface="Arial" panose="020B0604020202020204" pitchFamily="34" charset="0"/>
                            </a:rPr>
                            <m:t>𝑁𝑜𝑟𝑚𝑎𝑙</m:t>
                          </m:r>
                        </m:e>
                      </m:d>
                      <m:r>
                        <m:rPr>
                          <m:aln/>
                        </m:rP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i="1">
                              <a:effectLst/>
                              <a:latin typeface="Cambria Math" panose="02040503050406030204" pitchFamily="18"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m:t>
                          </m:r>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0</m:t>
                              </m:r>
                            </m:num>
                            <m:den>
                              <m:r>
                                <a:rPr lang="id-ID" sz="1350" i="1">
                                  <a:latin typeface="Cambria Math" panose="02040503050406030204" pitchFamily="18" charset="0"/>
                                  <a:ea typeface="Calibri" panose="020F0502020204030204" pitchFamily="34" charset="0"/>
                                  <a:cs typeface="Arial" panose="020B0604020202020204" pitchFamily="34" charset="0"/>
                                </a:rPr>
                                <m:t>7</m:t>
                              </m:r>
                            </m:den>
                          </m:f>
                          <m:r>
                            <a:rPr lang="id-ID" sz="1350" i="1">
                              <a:latin typeface="Cambria Math" panose="02040503050406030204" pitchFamily="18" charset="0"/>
                              <a:ea typeface="Calibri" panose="020F0502020204030204" pitchFamily="34" charset="0"/>
                              <a:cs typeface="Arial" panose="020B0604020202020204" pitchFamily="34" charset="0"/>
                            </a:rPr>
                            <m:t>×</m:t>
                          </m:r>
                          <m:func>
                            <m:funcPr>
                              <m:ctrlPr>
                                <a:rPr lang="en-US" i="1">
                                  <a:effectLst/>
                                  <a:latin typeface="Cambria Math" panose="02040503050406030204" pitchFamily="18" charset="0"/>
                                </a:rPr>
                              </m:ctrlPr>
                            </m:funcPr>
                            <m:fName>
                              <m:sSub>
                                <m:sSubPr>
                                  <m:ctrlPr>
                                    <a:rPr lang="en-US" i="1">
                                      <a:effectLst/>
                                      <a:latin typeface="Cambria Math" panose="02040503050406030204" pitchFamily="18" charset="0"/>
                                    </a:rPr>
                                  </m:ctrlPr>
                                </m:sSubPr>
                                <m:e>
                                  <m:r>
                                    <m:rPr>
                                      <m:sty m:val="p"/>
                                    </m:rPr>
                                    <a:rPr lang="id-ID" sz="1350">
                                      <a:latin typeface="Cambria Math" panose="02040503050406030204" pitchFamily="18" charset="0"/>
                                      <a:ea typeface="Calibri" panose="020F0502020204030204" pitchFamily="34" charset="0"/>
                                      <a:cs typeface="Arial" panose="020B0604020202020204" pitchFamily="34" charset="0"/>
                                    </a:rPr>
                                    <m:t>log</m:t>
                                  </m:r>
                                </m:e>
                                <m:sub>
                                  <m:r>
                                    <a:rPr lang="id-ID" sz="13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i="1">
                                      <a:effectLst/>
                                      <a:latin typeface="Cambria Math" panose="02040503050406030204" pitchFamily="18" charset="0"/>
                                    </a:rPr>
                                  </m:ctrlPr>
                                </m:dPr>
                                <m:e>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0</m:t>
                                      </m:r>
                                    </m:num>
                                    <m:den>
                                      <m:r>
                                        <a:rPr lang="id-ID" sz="1350" i="1">
                                          <a:latin typeface="Cambria Math" panose="02040503050406030204" pitchFamily="18" charset="0"/>
                                          <a:ea typeface="Calibri" panose="020F0502020204030204" pitchFamily="34" charset="0"/>
                                          <a:cs typeface="Arial" panose="020B0604020202020204" pitchFamily="34" charset="0"/>
                                        </a:rPr>
                                        <m:t>7</m:t>
                                      </m:r>
                                    </m:den>
                                  </m:f>
                                </m:e>
                              </m:d>
                            </m:e>
                          </m:func>
                        </m:e>
                      </m:d>
                      <m: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i="1">
                              <a:effectLst/>
                              <a:latin typeface="Cambria Math" panose="02040503050406030204" pitchFamily="18"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m:t>
                          </m:r>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7</m:t>
                              </m:r>
                            </m:num>
                            <m:den>
                              <m:r>
                                <a:rPr lang="id-ID" sz="1350" i="1">
                                  <a:latin typeface="Cambria Math" panose="02040503050406030204" pitchFamily="18" charset="0"/>
                                  <a:ea typeface="Calibri" panose="020F0502020204030204" pitchFamily="34" charset="0"/>
                                  <a:cs typeface="Arial" panose="020B0604020202020204" pitchFamily="34" charset="0"/>
                                </a:rPr>
                                <m:t>7</m:t>
                              </m:r>
                            </m:den>
                          </m:f>
                          <m:r>
                            <a:rPr lang="id-ID" sz="1350" i="1">
                              <a:latin typeface="Cambria Math" panose="02040503050406030204" pitchFamily="18" charset="0"/>
                              <a:ea typeface="Calibri" panose="020F0502020204030204" pitchFamily="34" charset="0"/>
                              <a:cs typeface="Arial" panose="020B0604020202020204" pitchFamily="34" charset="0"/>
                            </a:rPr>
                            <m:t>×</m:t>
                          </m:r>
                          <m:func>
                            <m:funcPr>
                              <m:ctrlPr>
                                <a:rPr lang="en-US" i="1">
                                  <a:effectLst/>
                                  <a:latin typeface="Cambria Math" panose="02040503050406030204" pitchFamily="18" charset="0"/>
                                </a:rPr>
                              </m:ctrlPr>
                            </m:funcPr>
                            <m:fName>
                              <m:sSub>
                                <m:sSubPr>
                                  <m:ctrlPr>
                                    <a:rPr lang="en-US" i="1">
                                      <a:effectLst/>
                                      <a:latin typeface="Cambria Math" panose="02040503050406030204" pitchFamily="18" charset="0"/>
                                    </a:rPr>
                                  </m:ctrlPr>
                                </m:sSubPr>
                                <m:e>
                                  <m:r>
                                    <m:rPr>
                                      <m:sty m:val="p"/>
                                    </m:rPr>
                                    <a:rPr lang="id-ID" sz="1350">
                                      <a:latin typeface="Cambria Math" panose="02040503050406030204" pitchFamily="18" charset="0"/>
                                      <a:ea typeface="Calibri" panose="020F0502020204030204" pitchFamily="34" charset="0"/>
                                      <a:cs typeface="Arial" panose="020B0604020202020204" pitchFamily="34" charset="0"/>
                                    </a:rPr>
                                    <m:t>log</m:t>
                                  </m:r>
                                </m:e>
                                <m:sub>
                                  <m:r>
                                    <a:rPr lang="id-ID" sz="13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i="1">
                                      <a:effectLst/>
                                      <a:latin typeface="Cambria Math" panose="02040503050406030204" pitchFamily="18" charset="0"/>
                                    </a:rPr>
                                  </m:ctrlPr>
                                </m:dPr>
                                <m:e>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7</m:t>
                                      </m:r>
                                    </m:num>
                                    <m:den>
                                      <m:r>
                                        <a:rPr lang="id-ID" sz="1350" i="1">
                                          <a:latin typeface="Cambria Math" panose="02040503050406030204" pitchFamily="18" charset="0"/>
                                          <a:ea typeface="Calibri" panose="020F0502020204030204" pitchFamily="34" charset="0"/>
                                          <a:cs typeface="Arial" panose="020B0604020202020204" pitchFamily="34" charset="0"/>
                                        </a:rPr>
                                        <m:t>7</m:t>
                                      </m:r>
                                    </m:den>
                                  </m:f>
                                </m:e>
                              </m:d>
                            </m:e>
                          </m:func>
                        </m:e>
                      </m:d>
                      <m:r>
                        <a:rPr lang="id-ID" sz="1350" i="1">
                          <a:latin typeface="Cambria Math" panose="02040503050406030204" pitchFamily="18" charset="0"/>
                          <a:ea typeface="Calibri" panose="020F0502020204030204" pitchFamily="34" charset="0"/>
                          <a:cs typeface="Arial" panose="020B0604020202020204" pitchFamily="34" charset="0"/>
                        </a:rPr>
                        <m:t>=0</m:t>
                      </m:r>
                    </m:oMath>
                    <m:oMath xmlns:m="http://schemas.openxmlformats.org/officeDocument/2006/math">
                      <m:r>
                        <a:rPr lang="id-ID" sz="1350" i="1">
                          <a:latin typeface="Cambria Math" panose="02040503050406030204" pitchFamily="18" charset="0"/>
                          <a:ea typeface="Calibri" panose="020F0502020204030204" pitchFamily="34" charset="0"/>
                          <a:cs typeface="Arial" panose="020B0604020202020204" pitchFamily="34" charset="0"/>
                        </a:rPr>
                        <m:t>𝐸</m:t>
                      </m:r>
                      <m:d>
                        <m:dPr>
                          <m:ctrlPr>
                            <a:rPr lang="en-US" i="1">
                              <a:effectLst/>
                              <a:latin typeface="Cambria Math" panose="02040503050406030204" pitchFamily="18"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𝐷𝑒𝑐𝑖𝑠𝑖𝑜𝑛</m:t>
                          </m:r>
                          <m:r>
                            <a:rPr lang="id-ID" sz="1350" i="1">
                              <a:latin typeface="Cambria Math" panose="02040503050406030204" pitchFamily="18" charset="0"/>
                              <a:ea typeface="Calibri" panose="020F0502020204030204" pitchFamily="34" charset="0"/>
                              <a:cs typeface="Arial" panose="020B0604020202020204" pitchFamily="34" charset="0"/>
                            </a:rPr>
                            <m:t>|</m:t>
                          </m:r>
                          <m:r>
                            <a:rPr lang="id-ID" sz="1350" i="1">
                              <a:latin typeface="Cambria Math" panose="02040503050406030204" pitchFamily="18" charset="0"/>
                              <a:ea typeface="Calibri" panose="020F0502020204030204" pitchFamily="34" charset="0"/>
                              <a:cs typeface="Arial" panose="020B0604020202020204" pitchFamily="34" charset="0"/>
                            </a:rPr>
                            <m:t>𝐻𝑢𝑚𝑖𝑑𝑖𝑡𝑦</m:t>
                          </m:r>
                        </m:e>
                      </m:d>
                      <m:r>
                        <m:rPr>
                          <m:aln/>
                        </m:rP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i="1">
                              <a:effectLst/>
                              <a:latin typeface="Cambria Math" panose="02040503050406030204" pitchFamily="18" charset="0"/>
                            </a:rPr>
                          </m:ctrlPr>
                        </m:dPr>
                        <m:e>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7</m:t>
                              </m:r>
                            </m:num>
                            <m:den>
                              <m:r>
                                <a:rPr lang="id-ID" sz="1350" i="1">
                                  <a:latin typeface="Cambria Math" panose="02040503050406030204" pitchFamily="18" charset="0"/>
                                  <a:ea typeface="Calibri" panose="020F0502020204030204" pitchFamily="34" charset="0"/>
                                  <a:cs typeface="Arial" panose="020B0604020202020204" pitchFamily="34" charset="0"/>
                                </a:rPr>
                                <m:t>14</m:t>
                              </m:r>
                            </m:den>
                          </m:f>
                          <m:r>
                            <a:rPr lang="id-ID" sz="1350" i="1">
                              <a:latin typeface="Cambria Math" panose="02040503050406030204" pitchFamily="18" charset="0"/>
                              <a:ea typeface="Calibri" panose="020F0502020204030204" pitchFamily="34" charset="0"/>
                              <a:cs typeface="Arial" panose="020B0604020202020204" pitchFamily="34" charset="0"/>
                            </a:rPr>
                            <m:t>×0.985</m:t>
                          </m:r>
                        </m:e>
                      </m:d>
                      <m: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i="1">
                              <a:effectLst/>
                              <a:latin typeface="Cambria Math" panose="02040503050406030204" pitchFamily="18" charset="0"/>
                            </a:rPr>
                          </m:ctrlPr>
                        </m:dPr>
                        <m:e>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7</m:t>
                              </m:r>
                            </m:num>
                            <m:den>
                              <m:r>
                                <a:rPr lang="id-ID" sz="1350" i="1">
                                  <a:latin typeface="Cambria Math" panose="02040503050406030204" pitchFamily="18" charset="0"/>
                                  <a:ea typeface="Calibri" panose="020F0502020204030204" pitchFamily="34" charset="0"/>
                                  <a:cs typeface="Arial" panose="020B0604020202020204" pitchFamily="34" charset="0"/>
                                </a:rPr>
                                <m:t>14</m:t>
                              </m:r>
                            </m:den>
                          </m:f>
                          <m:r>
                            <a:rPr lang="id-ID" sz="1350" i="1">
                              <a:latin typeface="Cambria Math" panose="02040503050406030204" pitchFamily="18" charset="0"/>
                              <a:ea typeface="Calibri" panose="020F0502020204030204" pitchFamily="34" charset="0"/>
                              <a:cs typeface="Arial" panose="020B0604020202020204" pitchFamily="34" charset="0"/>
                            </a:rPr>
                            <m:t>×0</m:t>
                          </m:r>
                        </m:e>
                      </m:d>
                      <m:r>
                        <a:rPr lang="id-ID" sz="1350" i="1">
                          <a:latin typeface="Cambria Math" panose="02040503050406030204" pitchFamily="18" charset="0"/>
                          <a:ea typeface="Calibri" panose="020F0502020204030204" pitchFamily="34" charset="0"/>
                          <a:cs typeface="Arial" panose="020B0604020202020204" pitchFamily="34" charset="0"/>
                        </a:rPr>
                        <m:t>≈0.493</m:t>
                      </m:r>
                    </m:oMath>
                  </m:oMathPara>
                </a14:m>
                <a:endParaRPr lang="en-US" dirty="0">
                  <a:latin typeface="+mj-lt"/>
                </a:endParaRPr>
              </a:p>
            </p:txBody>
          </p:sp>
        </mc:Choice>
        <mc:Fallback xmlns="">
          <p:sp>
            <p:nvSpPr>
              <p:cNvPr id="3" name="Tampungan Konten 2">
                <a:extLst>
                  <a:ext uri="{FF2B5EF4-FFF2-40B4-BE49-F238E27FC236}">
                    <a16:creationId xmlns:a16="http://schemas.microsoft.com/office/drawing/2014/main" id="{FE1A17F4-627D-4768-A9CE-62B9871D4B9B}"/>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672153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781C2CA8-AD90-42CA-BFF9-528380D3D20F}"/>
              </a:ext>
            </a:extLst>
          </p:cNvPr>
          <p:cNvSpPr>
            <a:spLocks noGrp="1"/>
          </p:cNvSpPr>
          <p:nvPr>
            <p:ph type="title"/>
          </p:nvPr>
        </p:nvSpPr>
        <p:spPr/>
        <p:txBody>
          <a:bodyPr/>
          <a:lstStyle/>
          <a:p>
            <a:r>
              <a:rPr lang="id-ID" dirty="0"/>
              <a:t>Hitung entropi </a:t>
            </a:r>
            <a:r>
              <a:rPr lang="id-ID" dirty="0" err="1"/>
              <a:t>Wind</a:t>
            </a:r>
            <a:endParaRPr lang="en-US"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741619CF-851A-4A15-AAE4-B22157594EDB}"/>
                  </a:ext>
                </a:extLst>
              </p:cNvPr>
              <p:cNvSpPr>
                <a:spLocks noGrp="1"/>
              </p:cNvSpPr>
              <p:nvPr>
                <p:ph idx="1"/>
              </p:nvPr>
            </p:nvSpPr>
            <p:spPr/>
            <p:txBody>
              <a:bodyPr/>
              <a:lstStyle/>
              <a:p>
                <a:pPr marL="0" indent="0">
                  <a:lnSpc>
                    <a:spcPct val="150000"/>
                  </a:lnSpc>
                  <a:buNone/>
                </a:pPr>
                <a14:m>
                  <m:oMathPara xmlns:m="http://schemas.openxmlformats.org/officeDocument/2006/math">
                    <m:oMathParaPr>
                      <m:jc m:val="centerGroup"/>
                    </m:oMathParaPr>
                    <m:oMath xmlns:m="http://schemas.openxmlformats.org/officeDocument/2006/math">
                      <m:r>
                        <a:rPr lang="id-ID" sz="1350" i="1">
                          <a:latin typeface="Cambria Math" panose="02040503050406030204" pitchFamily="18" charset="0"/>
                          <a:ea typeface="Calibri" panose="020F0502020204030204" pitchFamily="34" charset="0"/>
                          <a:cs typeface="Arial" panose="020B0604020202020204" pitchFamily="34" charset="0"/>
                        </a:rPr>
                        <m:t>𝐸</m:t>
                      </m:r>
                      <m:d>
                        <m:dPr>
                          <m:ctrlPr>
                            <a:rPr lang="en-US" sz="1350" i="1">
                              <a:latin typeface="Cambria Math" panose="02040503050406030204" pitchFamily="18" charset="0"/>
                              <a:ea typeface="Calibri" panose="020F0502020204030204" pitchFamily="34" charset="0"/>
                              <a:cs typeface="Arial" panose="020B0604020202020204" pitchFamily="34"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𝐷𝑒𝑐𝑖𝑠𝑖𝑜𝑛</m:t>
                          </m:r>
                        </m:e>
                        <m:e>
                          <m:r>
                            <a:rPr lang="id-ID" sz="1350" i="1">
                              <a:latin typeface="Cambria Math" panose="02040503050406030204" pitchFamily="18" charset="0"/>
                              <a:ea typeface="Calibri" panose="020F0502020204030204" pitchFamily="34" charset="0"/>
                              <a:cs typeface="Arial" panose="020B0604020202020204" pitchFamily="34" charset="0"/>
                            </a:rPr>
                            <m:t>𝑊𝑖𝑛𝑑</m:t>
                          </m:r>
                          <m:r>
                            <a:rPr lang="id-ID" sz="1350" i="1">
                              <a:latin typeface="Cambria Math" panose="02040503050406030204" pitchFamily="18" charset="0"/>
                              <a:ea typeface="Calibri" panose="020F0502020204030204" pitchFamily="34" charset="0"/>
                              <a:cs typeface="Arial" panose="020B0604020202020204" pitchFamily="34" charset="0"/>
                            </a:rPr>
                            <m:t>=</m:t>
                          </m:r>
                          <m:r>
                            <a:rPr lang="id-ID" sz="1350" i="1">
                              <a:latin typeface="Cambria Math" panose="02040503050406030204" pitchFamily="18" charset="0"/>
                              <a:ea typeface="Calibri" panose="020F0502020204030204" pitchFamily="34" charset="0"/>
                              <a:cs typeface="Arial" panose="020B0604020202020204" pitchFamily="34" charset="0"/>
                            </a:rPr>
                            <m:t>𝑊𝑒𝑎𝑘</m:t>
                          </m:r>
                        </m:e>
                      </m:d>
                      <m:r>
                        <m:rPr>
                          <m:aln/>
                        </m:rP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sz="1350" i="1">
                              <a:latin typeface="Cambria Math" panose="02040503050406030204" pitchFamily="18" charset="0"/>
                              <a:ea typeface="Calibri" panose="020F0502020204030204" pitchFamily="34" charset="0"/>
                              <a:cs typeface="Arial" panose="020B0604020202020204" pitchFamily="34"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m:t>
                          </m:r>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2</m:t>
                              </m:r>
                            </m:num>
                            <m:den>
                              <m:r>
                                <a:rPr lang="id-ID" sz="1350" i="1">
                                  <a:latin typeface="Cambria Math" panose="02040503050406030204" pitchFamily="18" charset="0"/>
                                  <a:ea typeface="Calibri" panose="020F0502020204030204" pitchFamily="34" charset="0"/>
                                  <a:cs typeface="Arial" panose="020B0604020202020204" pitchFamily="34" charset="0"/>
                                </a:rPr>
                                <m:t>8</m:t>
                              </m:r>
                            </m:den>
                          </m:f>
                          <m:r>
                            <a:rPr lang="id-ID" sz="1350" i="1">
                              <a:latin typeface="Cambria Math" panose="02040503050406030204" pitchFamily="18" charset="0"/>
                              <a:ea typeface="Calibri" panose="020F0502020204030204" pitchFamily="34" charset="0"/>
                              <a:cs typeface="Arial" panose="020B0604020202020204" pitchFamily="34" charset="0"/>
                            </a:rPr>
                            <m:t>×</m:t>
                          </m:r>
                          <m:func>
                            <m:funcPr>
                              <m:ctrlPr>
                                <a:rPr lang="en-US" sz="1350" i="1">
                                  <a:latin typeface="Cambria Math" panose="02040503050406030204" pitchFamily="18" charset="0"/>
                                  <a:ea typeface="Calibri" panose="020F0502020204030204" pitchFamily="34" charset="0"/>
                                  <a:cs typeface="Arial" panose="020B0604020202020204" pitchFamily="34" charset="0"/>
                                </a:rPr>
                              </m:ctrlPr>
                            </m:funcPr>
                            <m:fName>
                              <m:sSub>
                                <m:sSubPr>
                                  <m:ctrlPr>
                                    <a:rPr lang="en-US" sz="1350" i="1">
                                      <a:latin typeface="Cambria Math" panose="02040503050406030204" pitchFamily="18" charset="0"/>
                                      <a:ea typeface="Calibri" panose="020F0502020204030204" pitchFamily="34" charset="0"/>
                                      <a:cs typeface="Arial" panose="020B0604020202020204" pitchFamily="34" charset="0"/>
                                    </a:rPr>
                                  </m:ctrlPr>
                                </m:sSubPr>
                                <m:e>
                                  <m:r>
                                    <m:rPr>
                                      <m:sty m:val="p"/>
                                    </m:rPr>
                                    <a:rPr lang="id-ID" sz="1350">
                                      <a:latin typeface="Cambria Math" panose="02040503050406030204" pitchFamily="18" charset="0"/>
                                      <a:ea typeface="Calibri" panose="020F0502020204030204" pitchFamily="34" charset="0"/>
                                      <a:cs typeface="Arial" panose="020B0604020202020204" pitchFamily="34" charset="0"/>
                                    </a:rPr>
                                    <m:t>log</m:t>
                                  </m:r>
                                </m:e>
                                <m:sub>
                                  <m:r>
                                    <a:rPr lang="id-ID" sz="13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sz="1350" i="1">
                                      <a:latin typeface="Cambria Math" panose="02040503050406030204" pitchFamily="18" charset="0"/>
                                      <a:ea typeface="Calibri" panose="020F0502020204030204" pitchFamily="34" charset="0"/>
                                      <a:cs typeface="Arial" panose="020B0604020202020204" pitchFamily="34" charset="0"/>
                                    </a:rPr>
                                  </m:ctrlPr>
                                </m:dPr>
                                <m:e>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2</m:t>
                                      </m:r>
                                    </m:num>
                                    <m:den>
                                      <m:r>
                                        <a:rPr lang="id-ID" sz="1350" i="1">
                                          <a:latin typeface="Cambria Math" panose="02040503050406030204" pitchFamily="18" charset="0"/>
                                          <a:ea typeface="Calibri" panose="020F0502020204030204" pitchFamily="34" charset="0"/>
                                          <a:cs typeface="Arial" panose="020B0604020202020204" pitchFamily="34" charset="0"/>
                                        </a:rPr>
                                        <m:t>8</m:t>
                                      </m:r>
                                    </m:den>
                                  </m:f>
                                </m:e>
                              </m:d>
                            </m:e>
                          </m:func>
                        </m:e>
                      </m:d>
                      <m: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sz="1350" i="1">
                              <a:latin typeface="Cambria Math" panose="02040503050406030204" pitchFamily="18" charset="0"/>
                              <a:ea typeface="Calibri" panose="020F0502020204030204" pitchFamily="34" charset="0"/>
                              <a:cs typeface="Arial" panose="020B0604020202020204" pitchFamily="34"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m:t>
                          </m:r>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6</m:t>
                              </m:r>
                            </m:num>
                            <m:den>
                              <m:r>
                                <a:rPr lang="id-ID" sz="1350" i="1">
                                  <a:latin typeface="Cambria Math" panose="02040503050406030204" pitchFamily="18" charset="0"/>
                                  <a:ea typeface="Calibri" panose="020F0502020204030204" pitchFamily="34" charset="0"/>
                                  <a:cs typeface="Arial" panose="020B0604020202020204" pitchFamily="34" charset="0"/>
                                </a:rPr>
                                <m:t>8</m:t>
                              </m:r>
                            </m:den>
                          </m:f>
                          <m:r>
                            <a:rPr lang="id-ID" sz="1350" i="1">
                              <a:latin typeface="Cambria Math" panose="02040503050406030204" pitchFamily="18" charset="0"/>
                              <a:ea typeface="Calibri" panose="020F0502020204030204" pitchFamily="34" charset="0"/>
                              <a:cs typeface="Arial" panose="020B0604020202020204" pitchFamily="34" charset="0"/>
                            </a:rPr>
                            <m:t>×</m:t>
                          </m:r>
                          <m:func>
                            <m:funcPr>
                              <m:ctrlPr>
                                <a:rPr lang="en-US" sz="1350" i="1">
                                  <a:latin typeface="Cambria Math" panose="02040503050406030204" pitchFamily="18" charset="0"/>
                                  <a:ea typeface="Calibri" panose="020F0502020204030204" pitchFamily="34" charset="0"/>
                                  <a:cs typeface="Arial" panose="020B0604020202020204" pitchFamily="34" charset="0"/>
                                </a:rPr>
                              </m:ctrlPr>
                            </m:funcPr>
                            <m:fName>
                              <m:sSub>
                                <m:sSubPr>
                                  <m:ctrlPr>
                                    <a:rPr lang="en-US" sz="1350" i="1">
                                      <a:latin typeface="Cambria Math" panose="02040503050406030204" pitchFamily="18" charset="0"/>
                                      <a:ea typeface="Calibri" panose="020F0502020204030204" pitchFamily="34" charset="0"/>
                                      <a:cs typeface="Arial" panose="020B0604020202020204" pitchFamily="34" charset="0"/>
                                    </a:rPr>
                                  </m:ctrlPr>
                                </m:sSubPr>
                                <m:e>
                                  <m:r>
                                    <m:rPr>
                                      <m:sty m:val="p"/>
                                    </m:rPr>
                                    <a:rPr lang="id-ID" sz="1350">
                                      <a:latin typeface="Cambria Math" panose="02040503050406030204" pitchFamily="18" charset="0"/>
                                      <a:ea typeface="Calibri" panose="020F0502020204030204" pitchFamily="34" charset="0"/>
                                      <a:cs typeface="Arial" panose="020B0604020202020204" pitchFamily="34" charset="0"/>
                                    </a:rPr>
                                    <m:t>log</m:t>
                                  </m:r>
                                </m:e>
                                <m:sub>
                                  <m:r>
                                    <a:rPr lang="id-ID" sz="13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sz="1350" i="1">
                                      <a:latin typeface="Cambria Math" panose="02040503050406030204" pitchFamily="18" charset="0"/>
                                      <a:ea typeface="Calibri" panose="020F0502020204030204" pitchFamily="34" charset="0"/>
                                      <a:cs typeface="Arial" panose="020B0604020202020204" pitchFamily="34" charset="0"/>
                                    </a:rPr>
                                  </m:ctrlPr>
                                </m:dPr>
                                <m:e>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6</m:t>
                                      </m:r>
                                    </m:num>
                                    <m:den>
                                      <m:r>
                                        <a:rPr lang="id-ID" sz="1350" i="1">
                                          <a:latin typeface="Cambria Math" panose="02040503050406030204" pitchFamily="18" charset="0"/>
                                          <a:ea typeface="Calibri" panose="020F0502020204030204" pitchFamily="34" charset="0"/>
                                          <a:cs typeface="Arial" panose="020B0604020202020204" pitchFamily="34" charset="0"/>
                                        </a:rPr>
                                        <m:t>8</m:t>
                                      </m:r>
                                    </m:den>
                                  </m:f>
                                </m:e>
                              </m:d>
                            </m:e>
                          </m:func>
                        </m:e>
                      </m:d>
                      <m:r>
                        <a:rPr lang="id-ID" sz="1350" i="1">
                          <a:latin typeface="Cambria Math" panose="02040503050406030204" pitchFamily="18" charset="0"/>
                          <a:ea typeface="Calibri" panose="020F0502020204030204" pitchFamily="34" charset="0"/>
                          <a:cs typeface="Arial" panose="020B0604020202020204" pitchFamily="34" charset="0"/>
                        </a:rPr>
                        <m:t>≈0</m:t>
                      </m:r>
                      <m:r>
                        <a:rPr lang="id-ID" sz="1350">
                          <a:latin typeface="Cambria Math" panose="02040503050406030204" pitchFamily="18" charset="0"/>
                          <a:ea typeface="Calibri" panose="020F0502020204030204" pitchFamily="34" charset="0"/>
                          <a:cs typeface="Arial" panose="020B0604020202020204" pitchFamily="34" charset="0"/>
                        </a:rPr>
                        <m:t>.811</m:t>
                      </m:r>
                    </m:oMath>
                    <m:oMath xmlns:m="http://schemas.openxmlformats.org/officeDocument/2006/math">
                      <m:r>
                        <a:rPr lang="id-ID" sz="1350" i="1">
                          <a:latin typeface="Cambria Math" panose="02040503050406030204" pitchFamily="18" charset="0"/>
                          <a:ea typeface="Calibri" panose="020F0502020204030204" pitchFamily="34" charset="0"/>
                          <a:cs typeface="Arial" panose="020B0604020202020204" pitchFamily="34" charset="0"/>
                        </a:rPr>
                        <m:t>𝐸</m:t>
                      </m:r>
                      <m:d>
                        <m:dPr>
                          <m:ctrlPr>
                            <a:rPr lang="en-US" sz="1350" i="1">
                              <a:latin typeface="Cambria Math" panose="02040503050406030204" pitchFamily="18" charset="0"/>
                              <a:ea typeface="Calibri" panose="020F0502020204030204" pitchFamily="34" charset="0"/>
                              <a:cs typeface="Arial" panose="020B0604020202020204" pitchFamily="34"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𝐷𝑒𝑐𝑖𝑠𝑖𝑜𝑛</m:t>
                          </m:r>
                        </m:e>
                        <m:e>
                          <m:r>
                            <a:rPr lang="id-ID" sz="1350" i="1">
                              <a:latin typeface="Cambria Math" panose="02040503050406030204" pitchFamily="18" charset="0"/>
                              <a:ea typeface="Calibri" panose="020F0502020204030204" pitchFamily="34" charset="0"/>
                              <a:cs typeface="Arial" panose="020B0604020202020204" pitchFamily="34" charset="0"/>
                            </a:rPr>
                            <m:t>𝑊𝑖𝑛𝑑</m:t>
                          </m:r>
                          <m:r>
                            <a:rPr lang="id-ID" sz="1350" i="1">
                              <a:latin typeface="Cambria Math" panose="02040503050406030204" pitchFamily="18" charset="0"/>
                              <a:ea typeface="Calibri" panose="020F0502020204030204" pitchFamily="34" charset="0"/>
                              <a:cs typeface="Arial" panose="020B0604020202020204" pitchFamily="34" charset="0"/>
                            </a:rPr>
                            <m:t>=</m:t>
                          </m:r>
                          <m:r>
                            <a:rPr lang="id-ID" sz="1350" i="1">
                              <a:latin typeface="Cambria Math" panose="02040503050406030204" pitchFamily="18" charset="0"/>
                              <a:ea typeface="Calibri" panose="020F0502020204030204" pitchFamily="34" charset="0"/>
                              <a:cs typeface="Arial" panose="020B0604020202020204" pitchFamily="34" charset="0"/>
                            </a:rPr>
                            <m:t>𝑆𝑡𝑟𝑜𝑛𝑔</m:t>
                          </m:r>
                        </m:e>
                      </m:d>
                      <m:r>
                        <m:rPr>
                          <m:aln/>
                        </m:rP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sz="1350" i="1">
                              <a:latin typeface="Cambria Math" panose="02040503050406030204" pitchFamily="18" charset="0"/>
                              <a:ea typeface="Calibri" panose="020F0502020204030204" pitchFamily="34" charset="0"/>
                              <a:cs typeface="Arial" panose="020B0604020202020204" pitchFamily="34"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m:t>
                          </m:r>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4</m:t>
                              </m:r>
                            </m:num>
                            <m:den>
                              <m:r>
                                <a:rPr lang="id-ID" sz="1350" i="1">
                                  <a:latin typeface="Cambria Math" panose="02040503050406030204" pitchFamily="18" charset="0"/>
                                  <a:ea typeface="Calibri" panose="020F0502020204030204" pitchFamily="34" charset="0"/>
                                  <a:cs typeface="Arial" panose="020B0604020202020204" pitchFamily="34" charset="0"/>
                                </a:rPr>
                                <m:t>6</m:t>
                              </m:r>
                            </m:den>
                          </m:f>
                          <m:r>
                            <a:rPr lang="id-ID" sz="1350" i="1">
                              <a:latin typeface="Cambria Math" panose="02040503050406030204" pitchFamily="18" charset="0"/>
                              <a:ea typeface="Calibri" panose="020F0502020204030204" pitchFamily="34" charset="0"/>
                              <a:cs typeface="Arial" panose="020B0604020202020204" pitchFamily="34" charset="0"/>
                            </a:rPr>
                            <m:t>×</m:t>
                          </m:r>
                          <m:func>
                            <m:funcPr>
                              <m:ctrlPr>
                                <a:rPr lang="en-US" sz="1350" i="1">
                                  <a:latin typeface="Cambria Math" panose="02040503050406030204" pitchFamily="18" charset="0"/>
                                  <a:ea typeface="Calibri" panose="020F0502020204030204" pitchFamily="34" charset="0"/>
                                  <a:cs typeface="Arial" panose="020B0604020202020204" pitchFamily="34" charset="0"/>
                                </a:rPr>
                              </m:ctrlPr>
                            </m:funcPr>
                            <m:fName>
                              <m:sSub>
                                <m:sSubPr>
                                  <m:ctrlPr>
                                    <a:rPr lang="en-US" sz="1350" i="1">
                                      <a:latin typeface="Cambria Math" panose="02040503050406030204" pitchFamily="18" charset="0"/>
                                      <a:ea typeface="Calibri" panose="020F0502020204030204" pitchFamily="34" charset="0"/>
                                      <a:cs typeface="Arial" panose="020B0604020202020204" pitchFamily="34" charset="0"/>
                                    </a:rPr>
                                  </m:ctrlPr>
                                </m:sSubPr>
                                <m:e>
                                  <m:r>
                                    <m:rPr>
                                      <m:sty m:val="p"/>
                                    </m:rPr>
                                    <a:rPr lang="id-ID" sz="1350">
                                      <a:latin typeface="Cambria Math" panose="02040503050406030204" pitchFamily="18" charset="0"/>
                                      <a:ea typeface="Calibri" panose="020F0502020204030204" pitchFamily="34" charset="0"/>
                                      <a:cs typeface="Arial" panose="020B0604020202020204" pitchFamily="34" charset="0"/>
                                    </a:rPr>
                                    <m:t>log</m:t>
                                  </m:r>
                                </m:e>
                                <m:sub>
                                  <m:r>
                                    <a:rPr lang="id-ID" sz="13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sz="1350" i="1">
                                      <a:latin typeface="Cambria Math" panose="02040503050406030204" pitchFamily="18" charset="0"/>
                                      <a:ea typeface="Calibri" panose="020F0502020204030204" pitchFamily="34" charset="0"/>
                                      <a:cs typeface="Arial" panose="020B0604020202020204" pitchFamily="34" charset="0"/>
                                    </a:rPr>
                                  </m:ctrlPr>
                                </m:dPr>
                                <m:e>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4</m:t>
                                      </m:r>
                                    </m:num>
                                    <m:den>
                                      <m:r>
                                        <a:rPr lang="id-ID" sz="1350" i="1">
                                          <a:latin typeface="Cambria Math" panose="02040503050406030204" pitchFamily="18" charset="0"/>
                                          <a:ea typeface="Calibri" panose="020F0502020204030204" pitchFamily="34" charset="0"/>
                                          <a:cs typeface="Arial" panose="020B0604020202020204" pitchFamily="34" charset="0"/>
                                        </a:rPr>
                                        <m:t>6</m:t>
                                      </m:r>
                                    </m:den>
                                  </m:f>
                                </m:e>
                              </m:d>
                            </m:e>
                          </m:func>
                        </m:e>
                      </m:d>
                      <m: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sz="1350" i="1">
                              <a:latin typeface="Cambria Math" panose="02040503050406030204" pitchFamily="18" charset="0"/>
                              <a:ea typeface="Calibri" panose="020F0502020204030204" pitchFamily="34" charset="0"/>
                              <a:cs typeface="Arial" panose="020B0604020202020204" pitchFamily="34"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m:t>
                          </m:r>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2</m:t>
                              </m:r>
                            </m:num>
                            <m:den>
                              <m:r>
                                <a:rPr lang="id-ID" sz="1350" i="1">
                                  <a:latin typeface="Cambria Math" panose="02040503050406030204" pitchFamily="18" charset="0"/>
                                  <a:ea typeface="Calibri" panose="020F0502020204030204" pitchFamily="34" charset="0"/>
                                  <a:cs typeface="Arial" panose="020B0604020202020204" pitchFamily="34" charset="0"/>
                                </a:rPr>
                                <m:t>6</m:t>
                              </m:r>
                            </m:den>
                          </m:f>
                          <m:r>
                            <a:rPr lang="id-ID" sz="1350" i="1">
                              <a:latin typeface="Cambria Math" panose="02040503050406030204" pitchFamily="18" charset="0"/>
                              <a:ea typeface="Calibri" panose="020F0502020204030204" pitchFamily="34" charset="0"/>
                              <a:cs typeface="Arial" panose="020B0604020202020204" pitchFamily="34" charset="0"/>
                            </a:rPr>
                            <m:t>×</m:t>
                          </m:r>
                          <m:func>
                            <m:funcPr>
                              <m:ctrlPr>
                                <a:rPr lang="en-US" sz="1350" i="1">
                                  <a:latin typeface="Cambria Math" panose="02040503050406030204" pitchFamily="18" charset="0"/>
                                  <a:ea typeface="Calibri" panose="020F0502020204030204" pitchFamily="34" charset="0"/>
                                  <a:cs typeface="Arial" panose="020B0604020202020204" pitchFamily="34" charset="0"/>
                                </a:rPr>
                              </m:ctrlPr>
                            </m:funcPr>
                            <m:fName>
                              <m:sSub>
                                <m:sSubPr>
                                  <m:ctrlPr>
                                    <a:rPr lang="en-US" sz="1350" i="1">
                                      <a:latin typeface="Cambria Math" panose="02040503050406030204" pitchFamily="18" charset="0"/>
                                      <a:ea typeface="Calibri" panose="020F0502020204030204" pitchFamily="34" charset="0"/>
                                      <a:cs typeface="Arial" panose="020B0604020202020204" pitchFamily="34" charset="0"/>
                                    </a:rPr>
                                  </m:ctrlPr>
                                </m:sSubPr>
                                <m:e>
                                  <m:r>
                                    <m:rPr>
                                      <m:sty m:val="p"/>
                                    </m:rPr>
                                    <a:rPr lang="id-ID" sz="1350">
                                      <a:latin typeface="Cambria Math" panose="02040503050406030204" pitchFamily="18" charset="0"/>
                                      <a:ea typeface="Calibri" panose="020F0502020204030204" pitchFamily="34" charset="0"/>
                                      <a:cs typeface="Arial" panose="020B0604020202020204" pitchFamily="34" charset="0"/>
                                    </a:rPr>
                                    <m:t>log</m:t>
                                  </m:r>
                                </m:e>
                                <m:sub>
                                  <m:r>
                                    <a:rPr lang="id-ID" sz="13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sz="1350" i="1">
                                      <a:latin typeface="Cambria Math" panose="02040503050406030204" pitchFamily="18" charset="0"/>
                                      <a:ea typeface="Calibri" panose="020F0502020204030204" pitchFamily="34" charset="0"/>
                                      <a:cs typeface="Arial" panose="020B0604020202020204" pitchFamily="34" charset="0"/>
                                    </a:rPr>
                                  </m:ctrlPr>
                                </m:dPr>
                                <m:e>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2</m:t>
                                      </m:r>
                                    </m:num>
                                    <m:den>
                                      <m:r>
                                        <a:rPr lang="id-ID" sz="1350" i="1">
                                          <a:latin typeface="Cambria Math" panose="02040503050406030204" pitchFamily="18" charset="0"/>
                                          <a:ea typeface="Calibri" panose="020F0502020204030204" pitchFamily="34" charset="0"/>
                                          <a:cs typeface="Arial" panose="020B0604020202020204" pitchFamily="34" charset="0"/>
                                        </a:rPr>
                                        <m:t>6</m:t>
                                      </m:r>
                                    </m:den>
                                  </m:f>
                                </m:e>
                              </m:d>
                            </m:e>
                          </m:func>
                        </m:e>
                      </m:d>
                      <m:r>
                        <a:rPr lang="id-ID" sz="1350" i="1">
                          <a:latin typeface="Cambria Math" panose="02040503050406030204" pitchFamily="18" charset="0"/>
                          <a:ea typeface="Calibri" panose="020F0502020204030204" pitchFamily="34" charset="0"/>
                          <a:cs typeface="Arial" panose="020B0604020202020204" pitchFamily="34" charset="0"/>
                        </a:rPr>
                        <m:t>≈0.918</m:t>
                      </m:r>
                    </m:oMath>
                    <m:oMath xmlns:m="http://schemas.openxmlformats.org/officeDocument/2006/math">
                      <m:r>
                        <a:rPr lang="id-ID" sz="1350" i="1">
                          <a:latin typeface="Cambria Math" panose="02040503050406030204" pitchFamily="18" charset="0"/>
                          <a:ea typeface="Calibri" panose="020F0502020204030204" pitchFamily="34" charset="0"/>
                          <a:cs typeface="Arial" panose="020B0604020202020204" pitchFamily="34" charset="0"/>
                        </a:rPr>
                        <m:t>𝐸</m:t>
                      </m:r>
                      <m:d>
                        <m:dPr>
                          <m:ctrlPr>
                            <a:rPr lang="en-US" sz="1350" i="1">
                              <a:latin typeface="Cambria Math" panose="02040503050406030204" pitchFamily="18" charset="0"/>
                              <a:ea typeface="Calibri" panose="020F0502020204030204" pitchFamily="34" charset="0"/>
                              <a:cs typeface="Arial" panose="020B0604020202020204" pitchFamily="34"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𝐷𝑒𝑐𝑖𝑠𝑖𝑜𝑛</m:t>
                          </m:r>
                          <m:r>
                            <a:rPr lang="id-ID" sz="1350" i="1">
                              <a:latin typeface="Cambria Math" panose="02040503050406030204" pitchFamily="18" charset="0"/>
                              <a:ea typeface="Calibri" panose="020F0502020204030204" pitchFamily="34" charset="0"/>
                              <a:cs typeface="Arial" panose="020B0604020202020204" pitchFamily="34" charset="0"/>
                            </a:rPr>
                            <m:t>|</m:t>
                          </m:r>
                          <m:r>
                            <a:rPr lang="id-ID" sz="1350" i="1">
                              <a:latin typeface="Cambria Math" panose="02040503050406030204" pitchFamily="18" charset="0"/>
                              <a:ea typeface="Calibri" panose="020F0502020204030204" pitchFamily="34" charset="0"/>
                              <a:cs typeface="Arial" panose="020B0604020202020204" pitchFamily="34" charset="0"/>
                            </a:rPr>
                            <m:t>𝑊𝑖𝑛𝑑</m:t>
                          </m:r>
                        </m:e>
                      </m:d>
                      <m:r>
                        <m:rPr>
                          <m:aln/>
                        </m:rP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sz="1350" i="1">
                              <a:latin typeface="Cambria Math" panose="02040503050406030204" pitchFamily="18" charset="0"/>
                              <a:ea typeface="Calibri" panose="020F0502020204030204" pitchFamily="34" charset="0"/>
                              <a:cs typeface="Arial" panose="020B0604020202020204" pitchFamily="34" charset="0"/>
                            </a:rPr>
                          </m:ctrlPr>
                        </m:dPr>
                        <m:e>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8</m:t>
                              </m:r>
                            </m:num>
                            <m:den>
                              <m:r>
                                <a:rPr lang="id-ID" sz="1350" i="1">
                                  <a:latin typeface="Cambria Math" panose="02040503050406030204" pitchFamily="18" charset="0"/>
                                  <a:ea typeface="Calibri" panose="020F0502020204030204" pitchFamily="34" charset="0"/>
                                  <a:cs typeface="Arial" panose="020B0604020202020204" pitchFamily="34" charset="0"/>
                                </a:rPr>
                                <m:t>14</m:t>
                              </m:r>
                            </m:den>
                          </m:f>
                          <m:r>
                            <a:rPr lang="id-ID" sz="1350" i="1">
                              <a:latin typeface="Cambria Math" panose="02040503050406030204" pitchFamily="18" charset="0"/>
                              <a:ea typeface="Calibri" panose="020F0502020204030204" pitchFamily="34" charset="0"/>
                              <a:cs typeface="Arial" panose="020B0604020202020204" pitchFamily="34" charset="0"/>
                            </a:rPr>
                            <m:t>×0.811</m:t>
                          </m:r>
                        </m:e>
                      </m:d>
                      <m: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sz="1350" i="1">
                              <a:latin typeface="Cambria Math" panose="02040503050406030204" pitchFamily="18" charset="0"/>
                              <a:ea typeface="Calibri" panose="020F0502020204030204" pitchFamily="34" charset="0"/>
                              <a:cs typeface="Arial" panose="020B0604020202020204" pitchFamily="34" charset="0"/>
                            </a:rPr>
                          </m:ctrlPr>
                        </m:dPr>
                        <m:e>
                          <m:f>
                            <m:fPr>
                              <m:ctrlPr>
                                <a:rPr lang="en-US" sz="1350" i="1">
                                  <a:latin typeface="Cambria Math" panose="02040503050406030204" pitchFamily="18" charset="0"/>
                                  <a:ea typeface="Calibri" panose="020F0502020204030204" pitchFamily="34" charset="0"/>
                                  <a:cs typeface="Arial" panose="020B0604020202020204" pitchFamily="34"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6</m:t>
                              </m:r>
                            </m:num>
                            <m:den>
                              <m:r>
                                <a:rPr lang="id-ID" sz="1350" i="1">
                                  <a:latin typeface="Cambria Math" panose="02040503050406030204" pitchFamily="18" charset="0"/>
                                  <a:ea typeface="Calibri" panose="020F0502020204030204" pitchFamily="34" charset="0"/>
                                  <a:cs typeface="Arial" panose="020B0604020202020204" pitchFamily="34" charset="0"/>
                                </a:rPr>
                                <m:t>14</m:t>
                              </m:r>
                            </m:den>
                          </m:f>
                          <m:r>
                            <a:rPr lang="id-ID" sz="1350" i="1">
                              <a:latin typeface="Cambria Math" panose="02040503050406030204" pitchFamily="18" charset="0"/>
                              <a:ea typeface="Calibri" panose="020F0502020204030204" pitchFamily="34" charset="0"/>
                              <a:cs typeface="Arial" panose="020B0604020202020204" pitchFamily="34" charset="0"/>
                            </a:rPr>
                            <m:t>×0.918</m:t>
                          </m:r>
                        </m:e>
                      </m:d>
                      <m:r>
                        <a:rPr lang="id-ID" sz="1350" i="1">
                          <a:latin typeface="Cambria Math" panose="02040503050406030204" pitchFamily="18" charset="0"/>
                          <a:ea typeface="Calibri" panose="020F0502020204030204" pitchFamily="34" charset="0"/>
                          <a:cs typeface="Arial" panose="020B0604020202020204" pitchFamily="34" charset="0"/>
                        </a:rPr>
                        <m:t>≈0.857</m:t>
                      </m:r>
                    </m:oMath>
                  </m:oMathPara>
                </a14:m>
                <a:endParaRPr lang="en-US" sz="1350" dirty="0">
                  <a:latin typeface="+mj-lt"/>
                  <a:ea typeface="Calibri" panose="020F0502020204030204" pitchFamily="34" charset="0"/>
                  <a:cs typeface="Arial" panose="020B0604020202020204" pitchFamily="34" charset="0"/>
                </a:endParaRPr>
              </a:p>
              <a:p>
                <a:pPr marL="0" indent="0">
                  <a:lnSpc>
                    <a:spcPct val="150000"/>
                  </a:lnSpc>
                  <a:buNone/>
                </a:pPr>
                <a:endParaRPr lang="en-US" dirty="0">
                  <a:latin typeface="+mj-lt"/>
                </a:endParaRPr>
              </a:p>
            </p:txBody>
          </p:sp>
        </mc:Choice>
        <mc:Fallback xmlns="">
          <p:sp>
            <p:nvSpPr>
              <p:cNvPr id="3" name="Tampungan Konten 2">
                <a:extLst>
                  <a:ext uri="{FF2B5EF4-FFF2-40B4-BE49-F238E27FC236}">
                    <a16:creationId xmlns:a16="http://schemas.microsoft.com/office/drawing/2014/main" id="{741619CF-851A-4A15-AAE4-B22157594EDB}"/>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760892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6C489A27-5C87-45A0-BC7F-7BFEF93F4302}"/>
              </a:ext>
            </a:extLst>
          </p:cNvPr>
          <p:cNvSpPr>
            <a:spLocks noGrp="1"/>
          </p:cNvSpPr>
          <p:nvPr>
            <p:ph type="title"/>
          </p:nvPr>
        </p:nvSpPr>
        <p:spPr/>
        <p:txBody>
          <a:bodyPr/>
          <a:lstStyle/>
          <a:p>
            <a:r>
              <a:rPr lang="id-ID" dirty="0"/>
              <a:t>Hitung entropi Total</a:t>
            </a:r>
            <a:endParaRPr lang="en-US"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BCB6AB43-6194-4033-BE8C-B74C00415110}"/>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id-ID" sz="1350" i="1">
                          <a:latin typeface="Cambria Math" panose="02040503050406030204" pitchFamily="18" charset="0"/>
                          <a:ea typeface="Calibri" panose="020F0502020204030204" pitchFamily="34" charset="0"/>
                          <a:cs typeface="Arial" panose="020B0604020202020204" pitchFamily="34" charset="0"/>
                        </a:rPr>
                        <m:t>𝐸</m:t>
                      </m:r>
                      <m:d>
                        <m:dPr>
                          <m:ctrlPr>
                            <a:rPr lang="en-US" i="1">
                              <a:effectLst/>
                              <a:latin typeface="Cambria Math" panose="02040503050406030204" pitchFamily="18"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𝐷𝑒𝑐𝑖𝑠𝑖𝑜𝑛</m:t>
                          </m:r>
                        </m:e>
                      </m:d>
                      <m:r>
                        <m:rPr>
                          <m:aln/>
                        </m:rP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i="1">
                              <a:effectLst/>
                              <a:latin typeface="Cambria Math" panose="02040503050406030204" pitchFamily="18"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m:t>
                          </m:r>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4</m:t>
                              </m:r>
                            </m:num>
                            <m:den>
                              <m:r>
                                <a:rPr lang="id-ID" sz="1350" i="1">
                                  <a:latin typeface="Cambria Math" panose="02040503050406030204" pitchFamily="18" charset="0"/>
                                  <a:ea typeface="Calibri" panose="020F0502020204030204" pitchFamily="34" charset="0"/>
                                  <a:cs typeface="Arial" panose="020B0604020202020204" pitchFamily="34" charset="0"/>
                                </a:rPr>
                                <m:t>14</m:t>
                              </m:r>
                            </m:den>
                          </m:f>
                          <m:r>
                            <a:rPr lang="id-ID" sz="1350" i="1">
                              <a:latin typeface="Cambria Math" panose="02040503050406030204" pitchFamily="18" charset="0"/>
                              <a:ea typeface="Calibri" panose="020F0502020204030204" pitchFamily="34" charset="0"/>
                              <a:cs typeface="Arial" panose="020B0604020202020204" pitchFamily="34" charset="0"/>
                            </a:rPr>
                            <m:t>×</m:t>
                          </m:r>
                          <m:func>
                            <m:funcPr>
                              <m:ctrlPr>
                                <a:rPr lang="en-US" i="1">
                                  <a:effectLst/>
                                  <a:latin typeface="Cambria Math" panose="02040503050406030204" pitchFamily="18" charset="0"/>
                                </a:rPr>
                              </m:ctrlPr>
                            </m:funcPr>
                            <m:fName>
                              <m:sSub>
                                <m:sSubPr>
                                  <m:ctrlPr>
                                    <a:rPr lang="en-US" i="1">
                                      <a:effectLst/>
                                      <a:latin typeface="Cambria Math" panose="02040503050406030204" pitchFamily="18" charset="0"/>
                                    </a:rPr>
                                  </m:ctrlPr>
                                </m:sSubPr>
                                <m:e>
                                  <m:r>
                                    <m:rPr>
                                      <m:sty m:val="p"/>
                                    </m:rPr>
                                    <a:rPr lang="id-ID" sz="1350">
                                      <a:latin typeface="Cambria Math" panose="02040503050406030204" pitchFamily="18" charset="0"/>
                                      <a:ea typeface="Calibri" panose="020F0502020204030204" pitchFamily="34" charset="0"/>
                                      <a:cs typeface="Arial" panose="020B0604020202020204" pitchFamily="34" charset="0"/>
                                    </a:rPr>
                                    <m:t>log</m:t>
                                  </m:r>
                                </m:e>
                                <m:sub>
                                  <m:r>
                                    <a:rPr lang="id-ID" sz="13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i="1">
                                      <a:effectLst/>
                                      <a:latin typeface="Cambria Math" panose="02040503050406030204" pitchFamily="18" charset="0"/>
                                    </a:rPr>
                                  </m:ctrlPr>
                                </m:dPr>
                                <m:e>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4</m:t>
                                      </m:r>
                                    </m:num>
                                    <m:den>
                                      <m:r>
                                        <a:rPr lang="id-ID" sz="1350" i="1">
                                          <a:latin typeface="Cambria Math" panose="02040503050406030204" pitchFamily="18" charset="0"/>
                                          <a:ea typeface="Calibri" panose="020F0502020204030204" pitchFamily="34" charset="0"/>
                                          <a:cs typeface="Arial" panose="020B0604020202020204" pitchFamily="34" charset="0"/>
                                        </a:rPr>
                                        <m:t>14</m:t>
                                      </m:r>
                                    </m:den>
                                  </m:f>
                                </m:e>
                              </m:d>
                            </m:e>
                          </m:func>
                        </m:e>
                      </m:d>
                      <m:r>
                        <a:rPr lang="id-ID" sz="1350" i="1">
                          <a:latin typeface="Cambria Math" panose="02040503050406030204" pitchFamily="18" charset="0"/>
                          <a:ea typeface="Calibri" panose="020F0502020204030204" pitchFamily="34" charset="0"/>
                          <a:cs typeface="Arial" panose="020B0604020202020204" pitchFamily="34" charset="0"/>
                        </a:rPr>
                        <m:t>+</m:t>
                      </m:r>
                      <m:d>
                        <m:dPr>
                          <m:ctrlPr>
                            <a:rPr lang="en-US" i="1">
                              <a:effectLst/>
                              <a:latin typeface="Cambria Math" panose="02040503050406030204" pitchFamily="18" charset="0"/>
                            </a:rPr>
                          </m:ctrlPr>
                        </m:dPr>
                        <m:e>
                          <m:r>
                            <a:rPr lang="id-ID" sz="1350" i="1">
                              <a:latin typeface="Cambria Math" panose="02040503050406030204" pitchFamily="18" charset="0"/>
                              <a:ea typeface="Calibri" panose="020F0502020204030204" pitchFamily="34" charset="0"/>
                              <a:cs typeface="Arial" panose="020B0604020202020204" pitchFamily="34" charset="0"/>
                            </a:rPr>
                            <m:t>−</m:t>
                          </m:r>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10</m:t>
                              </m:r>
                            </m:num>
                            <m:den>
                              <m:r>
                                <a:rPr lang="id-ID" sz="1350" i="1">
                                  <a:latin typeface="Cambria Math" panose="02040503050406030204" pitchFamily="18" charset="0"/>
                                  <a:ea typeface="Calibri" panose="020F0502020204030204" pitchFamily="34" charset="0"/>
                                  <a:cs typeface="Arial" panose="020B0604020202020204" pitchFamily="34" charset="0"/>
                                </a:rPr>
                                <m:t>14</m:t>
                              </m:r>
                            </m:den>
                          </m:f>
                          <m:r>
                            <a:rPr lang="id-ID" sz="1350" i="1">
                              <a:latin typeface="Cambria Math" panose="02040503050406030204" pitchFamily="18" charset="0"/>
                              <a:ea typeface="Calibri" panose="020F0502020204030204" pitchFamily="34" charset="0"/>
                              <a:cs typeface="Arial" panose="020B0604020202020204" pitchFamily="34" charset="0"/>
                            </a:rPr>
                            <m:t>×</m:t>
                          </m:r>
                          <m:func>
                            <m:funcPr>
                              <m:ctrlPr>
                                <a:rPr lang="en-US" i="1">
                                  <a:effectLst/>
                                  <a:latin typeface="Cambria Math" panose="02040503050406030204" pitchFamily="18" charset="0"/>
                                </a:rPr>
                              </m:ctrlPr>
                            </m:funcPr>
                            <m:fName>
                              <m:sSub>
                                <m:sSubPr>
                                  <m:ctrlPr>
                                    <a:rPr lang="en-US" i="1">
                                      <a:effectLst/>
                                      <a:latin typeface="Cambria Math" panose="02040503050406030204" pitchFamily="18" charset="0"/>
                                    </a:rPr>
                                  </m:ctrlPr>
                                </m:sSubPr>
                                <m:e>
                                  <m:r>
                                    <m:rPr>
                                      <m:sty m:val="p"/>
                                    </m:rPr>
                                    <a:rPr lang="id-ID" sz="1350">
                                      <a:latin typeface="Cambria Math" panose="02040503050406030204" pitchFamily="18" charset="0"/>
                                      <a:ea typeface="Calibri" panose="020F0502020204030204" pitchFamily="34" charset="0"/>
                                      <a:cs typeface="Arial" panose="020B0604020202020204" pitchFamily="34" charset="0"/>
                                    </a:rPr>
                                    <m:t>log</m:t>
                                  </m:r>
                                </m:e>
                                <m:sub>
                                  <m:r>
                                    <a:rPr lang="id-ID" sz="1350" i="1">
                                      <a:latin typeface="Cambria Math" panose="02040503050406030204" pitchFamily="18" charset="0"/>
                                      <a:ea typeface="Calibri" panose="020F0502020204030204" pitchFamily="34" charset="0"/>
                                      <a:cs typeface="Arial" panose="020B0604020202020204" pitchFamily="34" charset="0"/>
                                    </a:rPr>
                                    <m:t>2</m:t>
                                  </m:r>
                                </m:sub>
                              </m:sSub>
                            </m:fName>
                            <m:e>
                              <m:d>
                                <m:dPr>
                                  <m:ctrlPr>
                                    <a:rPr lang="en-US" i="1">
                                      <a:effectLst/>
                                      <a:latin typeface="Cambria Math" panose="02040503050406030204" pitchFamily="18" charset="0"/>
                                    </a:rPr>
                                  </m:ctrlPr>
                                </m:dPr>
                                <m:e>
                                  <m:f>
                                    <m:fPr>
                                      <m:ctrlPr>
                                        <a:rPr lang="en-US" i="1">
                                          <a:effectLst/>
                                          <a:latin typeface="Cambria Math" panose="02040503050406030204" pitchFamily="18" charset="0"/>
                                        </a:rPr>
                                      </m:ctrlPr>
                                    </m:fPr>
                                    <m:num>
                                      <m:r>
                                        <a:rPr lang="id-ID" sz="1350" i="1">
                                          <a:latin typeface="Cambria Math" panose="02040503050406030204" pitchFamily="18" charset="0"/>
                                          <a:ea typeface="Calibri" panose="020F0502020204030204" pitchFamily="34" charset="0"/>
                                          <a:cs typeface="Arial" panose="020B0604020202020204" pitchFamily="34" charset="0"/>
                                        </a:rPr>
                                        <m:t>10</m:t>
                                      </m:r>
                                    </m:num>
                                    <m:den>
                                      <m:r>
                                        <a:rPr lang="id-ID" sz="1350" i="1">
                                          <a:latin typeface="Cambria Math" panose="02040503050406030204" pitchFamily="18" charset="0"/>
                                          <a:ea typeface="Calibri" panose="020F0502020204030204" pitchFamily="34" charset="0"/>
                                          <a:cs typeface="Arial" panose="020B0604020202020204" pitchFamily="34" charset="0"/>
                                        </a:rPr>
                                        <m:t>14</m:t>
                                      </m:r>
                                    </m:den>
                                  </m:f>
                                </m:e>
                              </m:d>
                            </m:e>
                          </m:func>
                        </m:e>
                      </m:d>
                      <m:r>
                        <a:rPr lang="id-ID" sz="1350" i="1">
                          <a:latin typeface="Cambria Math" panose="02040503050406030204" pitchFamily="18" charset="0"/>
                          <a:ea typeface="Calibri" panose="020F0502020204030204" pitchFamily="34" charset="0"/>
                          <a:cs typeface="Arial" panose="020B0604020202020204" pitchFamily="34" charset="0"/>
                        </a:rPr>
                        <m:t>≈0.863</m:t>
                      </m:r>
                    </m:oMath>
                  </m:oMathPara>
                </a14:m>
                <a:endParaRPr lang="en-US" dirty="0">
                  <a:latin typeface="+mj-lt"/>
                </a:endParaRPr>
              </a:p>
            </p:txBody>
          </p:sp>
        </mc:Choice>
        <mc:Fallback xmlns="">
          <p:sp>
            <p:nvSpPr>
              <p:cNvPr id="3" name="Tampungan Konten 2">
                <a:extLst>
                  <a:ext uri="{FF2B5EF4-FFF2-40B4-BE49-F238E27FC236}">
                    <a16:creationId xmlns:a16="http://schemas.microsoft.com/office/drawing/2014/main" id="{BCB6AB43-6194-4033-BE8C-B74C00415110}"/>
                  </a:ext>
                </a:extLst>
              </p:cNvPr>
              <p:cNvSpPr>
                <a:spLocks noGrp="1" noRot="1" noChangeAspect="1" noMove="1" noResize="1" noEditPoints="1" noAdjustHandles="1" noChangeArrowheads="1" noChangeShapeType="1" noTextEdit="1"/>
              </p:cNvSpPr>
              <p:nvPr>
                <p:ph idx="1"/>
              </p:nvPr>
            </p:nvSpPr>
            <p:spPr>
              <a:blipFill>
                <a:blip r:embed="rId2"/>
                <a:stretch>
                  <a:fillRect t="-374"/>
                </a:stretch>
              </a:blipFill>
            </p:spPr>
            <p:txBody>
              <a:bodyPr/>
              <a:lstStyle/>
              <a:p>
                <a:r>
                  <a:rPr lang="en-US">
                    <a:noFill/>
                  </a:rPr>
                  <a:t> </a:t>
                </a:r>
              </a:p>
            </p:txBody>
          </p:sp>
        </mc:Fallback>
      </mc:AlternateContent>
    </p:spTree>
    <p:extLst>
      <p:ext uri="{BB962C8B-B14F-4D97-AF65-F5344CB8AC3E}">
        <p14:creationId xmlns:p14="http://schemas.microsoft.com/office/powerpoint/2010/main" val="30996809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BCF543E2-8BC4-44AB-90C2-871F40D1F230}"/>
              </a:ext>
            </a:extLst>
          </p:cNvPr>
          <p:cNvSpPr>
            <a:spLocks noGrp="1"/>
          </p:cNvSpPr>
          <p:nvPr>
            <p:ph type="title"/>
          </p:nvPr>
        </p:nvSpPr>
        <p:spPr/>
        <p:txBody>
          <a:bodyPr/>
          <a:lstStyle/>
          <a:p>
            <a:r>
              <a:rPr lang="id-ID" dirty="0"/>
              <a:t>Hitung </a:t>
            </a:r>
            <a:r>
              <a:rPr lang="id-ID" dirty="0" err="1"/>
              <a:t>Information</a:t>
            </a:r>
            <a:r>
              <a:rPr lang="id-ID" dirty="0"/>
              <a:t> Gain</a:t>
            </a:r>
            <a:endParaRPr lang="en-US"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EA62E90A-2679-48CA-A6F4-426FD44A088C}"/>
                  </a:ext>
                </a:extLst>
              </p:cNvPr>
              <p:cNvSpPr>
                <a:spLocks noGrp="1"/>
              </p:cNvSpPr>
              <p:nvPr>
                <p:ph idx="1"/>
              </p:nvPr>
            </p:nvSpPr>
            <p:spPr/>
            <p:txBody>
              <a:bodyPr>
                <a:normAutofit fontScale="70000" lnSpcReduction="20000"/>
              </a:bodyPr>
              <a:lstStyle/>
              <a:p>
                <a:pPr marL="0" indent="0">
                  <a:lnSpc>
                    <a:spcPct val="150000"/>
                  </a:lnSpc>
                  <a:buNone/>
                </a:pPr>
                <a14:m>
                  <m:oMathPara xmlns:m="http://schemas.openxmlformats.org/officeDocument/2006/math">
                    <m:oMathParaPr>
                      <m:jc m:val="centerGroup"/>
                    </m:oMathParaPr>
                    <m:oMath xmlns:m="http://schemas.openxmlformats.org/officeDocument/2006/math">
                      <m:r>
                        <a:rPr lang="id-ID" sz="1275" i="1">
                          <a:latin typeface="Cambria Math" panose="02040503050406030204" pitchFamily="18" charset="0"/>
                          <a:ea typeface="Calibri" panose="020F0502020204030204" pitchFamily="34" charset="0"/>
                          <a:cs typeface="Arial" panose="020B0604020202020204" pitchFamily="34" charset="0"/>
                        </a:rPr>
                        <m:t>𝐼𝐺</m:t>
                      </m:r>
                      <m:d>
                        <m:dPr>
                          <m:ctrlPr>
                            <a:rPr lang="en-US" sz="1950" i="1">
                              <a:latin typeface="Cambria Math" panose="02040503050406030204" pitchFamily="18" charset="0"/>
                            </a:rPr>
                          </m:ctrlPr>
                        </m:dPr>
                        <m:e>
                          <m:r>
                            <a:rPr lang="id-ID" sz="1275" i="1">
                              <a:latin typeface="Cambria Math" panose="02040503050406030204" pitchFamily="18" charset="0"/>
                              <a:ea typeface="Calibri" panose="020F0502020204030204" pitchFamily="34" charset="0"/>
                              <a:cs typeface="Arial" panose="020B0604020202020204" pitchFamily="34" charset="0"/>
                            </a:rPr>
                            <m:t>𝑌</m:t>
                          </m:r>
                          <m:r>
                            <a:rPr lang="id-ID" sz="1275" i="1">
                              <a:latin typeface="Cambria Math" panose="02040503050406030204" pitchFamily="18" charset="0"/>
                              <a:ea typeface="Calibri" panose="020F0502020204030204" pitchFamily="34" charset="0"/>
                              <a:cs typeface="Arial" panose="020B0604020202020204" pitchFamily="34" charset="0"/>
                            </a:rPr>
                            <m:t>,</m:t>
                          </m:r>
                          <m:r>
                            <a:rPr lang="id-ID" sz="1275" i="1">
                              <a:latin typeface="Cambria Math" panose="02040503050406030204" pitchFamily="18" charset="0"/>
                              <a:ea typeface="Calibri" panose="020F0502020204030204" pitchFamily="34" charset="0"/>
                              <a:cs typeface="Arial" panose="020B0604020202020204" pitchFamily="34" charset="0"/>
                            </a:rPr>
                            <m:t>𝑋</m:t>
                          </m:r>
                        </m:e>
                      </m:d>
                      <m:r>
                        <m:rPr>
                          <m:aln/>
                        </m:rPr>
                        <a:rPr lang="id-ID" sz="1275" i="1">
                          <a:latin typeface="Cambria Math" panose="02040503050406030204" pitchFamily="18" charset="0"/>
                          <a:ea typeface="Calibri" panose="020F0502020204030204" pitchFamily="34" charset="0"/>
                          <a:cs typeface="Arial" panose="020B0604020202020204" pitchFamily="34" charset="0"/>
                        </a:rPr>
                        <m:t>=</m:t>
                      </m:r>
                      <m:r>
                        <a:rPr lang="id-ID" sz="1275" i="1">
                          <a:latin typeface="Cambria Math" panose="02040503050406030204" pitchFamily="18" charset="0"/>
                          <a:ea typeface="Calibri" panose="020F0502020204030204" pitchFamily="34" charset="0"/>
                          <a:cs typeface="Arial" panose="020B0604020202020204" pitchFamily="34" charset="0"/>
                        </a:rPr>
                        <m:t>𝐸</m:t>
                      </m:r>
                      <m:d>
                        <m:dPr>
                          <m:ctrlPr>
                            <a:rPr lang="en-US" sz="1950" i="1">
                              <a:latin typeface="Cambria Math" panose="02040503050406030204" pitchFamily="18" charset="0"/>
                            </a:rPr>
                          </m:ctrlPr>
                        </m:dPr>
                        <m:e>
                          <m:r>
                            <a:rPr lang="id-ID" sz="1275" i="1">
                              <a:latin typeface="Cambria Math" panose="02040503050406030204" pitchFamily="18" charset="0"/>
                              <a:ea typeface="Calibri" panose="020F0502020204030204" pitchFamily="34" charset="0"/>
                              <a:cs typeface="Arial" panose="020B0604020202020204" pitchFamily="34" charset="0"/>
                            </a:rPr>
                            <m:t>𝑌</m:t>
                          </m:r>
                        </m:e>
                      </m:d>
                      <m:r>
                        <a:rPr lang="id-ID" sz="1275" i="1">
                          <a:latin typeface="Cambria Math" panose="02040503050406030204" pitchFamily="18" charset="0"/>
                          <a:ea typeface="Calibri" panose="020F0502020204030204" pitchFamily="34" charset="0"/>
                          <a:cs typeface="Arial" panose="020B0604020202020204" pitchFamily="34" charset="0"/>
                        </a:rPr>
                        <m:t>−</m:t>
                      </m:r>
                      <m:r>
                        <a:rPr lang="id-ID" sz="1275" i="1">
                          <a:latin typeface="Cambria Math" panose="02040503050406030204" pitchFamily="18" charset="0"/>
                          <a:ea typeface="Calibri" panose="020F0502020204030204" pitchFamily="34" charset="0"/>
                          <a:cs typeface="Arial" panose="020B0604020202020204" pitchFamily="34" charset="0"/>
                        </a:rPr>
                        <m:t>𝐸</m:t>
                      </m:r>
                      <m:d>
                        <m:dPr>
                          <m:ctrlPr>
                            <a:rPr lang="en-US" sz="1950" i="1">
                              <a:latin typeface="Cambria Math" panose="02040503050406030204" pitchFamily="18" charset="0"/>
                            </a:rPr>
                          </m:ctrlPr>
                        </m:dPr>
                        <m:e>
                          <m:r>
                            <a:rPr lang="id-ID" sz="1275" i="1">
                              <a:latin typeface="Cambria Math" panose="02040503050406030204" pitchFamily="18" charset="0"/>
                              <a:ea typeface="Calibri" panose="020F0502020204030204" pitchFamily="34" charset="0"/>
                              <a:cs typeface="Arial" panose="020B0604020202020204" pitchFamily="34" charset="0"/>
                            </a:rPr>
                            <m:t>𝑌</m:t>
                          </m:r>
                        </m:e>
                        <m:e>
                          <m:r>
                            <a:rPr lang="id-ID" sz="1275" i="1">
                              <a:latin typeface="Cambria Math" panose="02040503050406030204" pitchFamily="18" charset="0"/>
                              <a:ea typeface="Calibri" panose="020F0502020204030204" pitchFamily="34" charset="0"/>
                              <a:cs typeface="Arial" panose="020B0604020202020204" pitchFamily="34" charset="0"/>
                            </a:rPr>
                            <m:t>𝑋</m:t>
                          </m:r>
                        </m:e>
                      </m:d>
                    </m:oMath>
                    <m:oMath xmlns:m="http://schemas.openxmlformats.org/officeDocument/2006/math">
                      <m:r>
                        <a:rPr lang="id-ID" sz="1275" i="1">
                          <a:latin typeface="Cambria Math" panose="02040503050406030204" pitchFamily="18" charset="0"/>
                          <a:ea typeface="Calibri" panose="020F0502020204030204" pitchFamily="34" charset="0"/>
                          <a:cs typeface="Arial" panose="020B0604020202020204" pitchFamily="34" charset="0"/>
                        </a:rPr>
                        <m:t>𝐼𝐺</m:t>
                      </m:r>
                      <m:d>
                        <m:dPr>
                          <m:ctrlPr>
                            <a:rPr lang="en-US" sz="1950" i="1">
                              <a:latin typeface="Cambria Math" panose="02040503050406030204" pitchFamily="18" charset="0"/>
                            </a:rPr>
                          </m:ctrlPr>
                        </m:dPr>
                        <m:e>
                          <m:r>
                            <a:rPr lang="id-ID" sz="1275" i="1">
                              <a:latin typeface="Cambria Math" panose="02040503050406030204" pitchFamily="18" charset="0"/>
                              <a:ea typeface="Calibri" panose="020F0502020204030204" pitchFamily="34" charset="0"/>
                              <a:cs typeface="Arial" panose="020B0604020202020204" pitchFamily="34" charset="0"/>
                            </a:rPr>
                            <m:t>𝐷𝑒𝑐𝑖𝑠𝑖𝑜𝑛</m:t>
                          </m:r>
                          <m:r>
                            <a:rPr lang="id-ID" sz="1275" i="1">
                              <a:latin typeface="Cambria Math" panose="02040503050406030204" pitchFamily="18" charset="0"/>
                              <a:ea typeface="Calibri" panose="020F0502020204030204" pitchFamily="34" charset="0"/>
                              <a:cs typeface="Arial" panose="020B0604020202020204" pitchFamily="34" charset="0"/>
                            </a:rPr>
                            <m:t>, </m:t>
                          </m:r>
                          <m:r>
                            <a:rPr lang="id-ID" sz="1275" i="1">
                              <a:latin typeface="Cambria Math" panose="02040503050406030204" pitchFamily="18" charset="0"/>
                              <a:ea typeface="Calibri" panose="020F0502020204030204" pitchFamily="34" charset="0"/>
                              <a:cs typeface="Arial" panose="020B0604020202020204" pitchFamily="34" charset="0"/>
                            </a:rPr>
                            <m:t>𝑂𝑢𝑡𝑙𝑜𝑜𝑘</m:t>
                          </m:r>
                        </m:e>
                      </m:d>
                      <m:r>
                        <m:rPr>
                          <m:aln/>
                        </m:rPr>
                        <a:rPr lang="id-ID" sz="1275" i="1">
                          <a:latin typeface="Cambria Math" panose="02040503050406030204" pitchFamily="18" charset="0"/>
                          <a:ea typeface="Calibri" panose="020F0502020204030204" pitchFamily="34" charset="0"/>
                          <a:cs typeface="Arial" panose="020B0604020202020204" pitchFamily="34" charset="0"/>
                        </a:rPr>
                        <m:t>=</m:t>
                      </m:r>
                      <m:r>
                        <a:rPr lang="id-ID" sz="1275" i="1">
                          <a:latin typeface="Cambria Math" panose="02040503050406030204" pitchFamily="18" charset="0"/>
                          <a:ea typeface="Calibri" panose="020F0502020204030204" pitchFamily="34" charset="0"/>
                          <a:cs typeface="Arial" panose="020B0604020202020204" pitchFamily="34" charset="0"/>
                        </a:rPr>
                        <m:t>𝐸</m:t>
                      </m:r>
                      <m:d>
                        <m:dPr>
                          <m:ctrlPr>
                            <a:rPr lang="en-US" sz="1950" i="1">
                              <a:latin typeface="Cambria Math" panose="02040503050406030204" pitchFamily="18" charset="0"/>
                            </a:rPr>
                          </m:ctrlPr>
                        </m:dPr>
                        <m:e>
                          <m:r>
                            <a:rPr lang="id-ID" sz="1275" i="1">
                              <a:latin typeface="Cambria Math" panose="02040503050406030204" pitchFamily="18" charset="0"/>
                              <a:ea typeface="Calibri" panose="020F0502020204030204" pitchFamily="34" charset="0"/>
                              <a:cs typeface="Arial" panose="020B0604020202020204" pitchFamily="34" charset="0"/>
                            </a:rPr>
                            <m:t>𝐷𝑒𝑐𝑖𝑠𝑖𝑜𝑛</m:t>
                          </m:r>
                        </m:e>
                      </m:d>
                      <m:r>
                        <a:rPr lang="id-ID" sz="1275" i="1">
                          <a:latin typeface="Cambria Math" panose="02040503050406030204" pitchFamily="18" charset="0"/>
                          <a:ea typeface="Calibri" panose="020F0502020204030204" pitchFamily="34" charset="0"/>
                          <a:cs typeface="Arial" panose="020B0604020202020204" pitchFamily="34" charset="0"/>
                        </a:rPr>
                        <m:t>−</m:t>
                      </m:r>
                      <m:r>
                        <a:rPr lang="id-ID" sz="1275" i="1">
                          <a:latin typeface="Cambria Math" panose="02040503050406030204" pitchFamily="18" charset="0"/>
                          <a:ea typeface="Calibri" panose="020F0502020204030204" pitchFamily="34" charset="0"/>
                          <a:cs typeface="Arial" panose="020B0604020202020204" pitchFamily="34" charset="0"/>
                        </a:rPr>
                        <m:t>𝐸</m:t>
                      </m:r>
                      <m:d>
                        <m:dPr>
                          <m:ctrlPr>
                            <a:rPr lang="en-US" sz="1950" i="1">
                              <a:latin typeface="Cambria Math" panose="02040503050406030204" pitchFamily="18" charset="0"/>
                            </a:rPr>
                          </m:ctrlPr>
                        </m:dPr>
                        <m:e>
                          <m:r>
                            <a:rPr lang="id-ID" sz="1275" i="1">
                              <a:latin typeface="Cambria Math" panose="02040503050406030204" pitchFamily="18" charset="0"/>
                              <a:ea typeface="Calibri" panose="020F0502020204030204" pitchFamily="34" charset="0"/>
                              <a:cs typeface="Arial" panose="020B0604020202020204" pitchFamily="34" charset="0"/>
                            </a:rPr>
                            <m:t>𝐷𝑒𝑐𝑖𝑠𝑖𝑜𝑛</m:t>
                          </m:r>
                        </m:e>
                        <m:e>
                          <m:r>
                            <a:rPr lang="id-ID" sz="1275" i="1">
                              <a:latin typeface="Cambria Math" panose="02040503050406030204" pitchFamily="18" charset="0"/>
                              <a:ea typeface="Calibri" panose="020F0502020204030204" pitchFamily="34" charset="0"/>
                              <a:cs typeface="Arial" panose="020B0604020202020204" pitchFamily="34" charset="0"/>
                            </a:rPr>
                            <m:t>𝑂𝑢𝑡𝑙𝑜𝑜𝑘</m:t>
                          </m:r>
                        </m:e>
                      </m:d>
                    </m:oMath>
                    <m:oMath xmlns:m="http://schemas.openxmlformats.org/officeDocument/2006/math">
                      <m:r>
                        <m:rPr>
                          <m:aln/>
                        </m:rPr>
                        <a:rPr lang="id-ID" sz="1275" i="1">
                          <a:latin typeface="Cambria Math" panose="02040503050406030204" pitchFamily="18" charset="0"/>
                          <a:ea typeface="Calibri" panose="020F0502020204030204" pitchFamily="34" charset="0"/>
                          <a:cs typeface="Arial" panose="020B0604020202020204" pitchFamily="34" charset="0"/>
                        </a:rPr>
                        <m:t>=</m:t>
                      </m:r>
                      <m:r>
                        <a:rPr lang="id-ID" sz="1275" i="1">
                          <a:latin typeface="Cambria Math" panose="02040503050406030204" pitchFamily="18" charset="0"/>
                          <a:ea typeface="Calibri" panose="020F0502020204030204" pitchFamily="34" charset="0"/>
                          <a:cs typeface="Arial" panose="020B0604020202020204" pitchFamily="34" charset="0"/>
                        </a:rPr>
                        <m:t>0.863−0.605</m:t>
                      </m:r>
                    </m:oMath>
                    <m:oMath xmlns:m="http://schemas.openxmlformats.org/officeDocument/2006/math">
                      <m:r>
                        <m:rPr>
                          <m:aln/>
                        </m:rPr>
                        <a:rPr lang="id-ID" sz="1275" i="1">
                          <a:latin typeface="Cambria Math" panose="02040503050406030204" pitchFamily="18" charset="0"/>
                          <a:ea typeface="Calibri" panose="020F0502020204030204" pitchFamily="34" charset="0"/>
                          <a:cs typeface="Arial" panose="020B0604020202020204" pitchFamily="34" charset="0"/>
                        </a:rPr>
                        <m:t>=</m:t>
                      </m:r>
                      <m:r>
                        <a:rPr lang="id-ID" sz="1275" i="1">
                          <a:latin typeface="Cambria Math" panose="02040503050406030204" pitchFamily="18" charset="0"/>
                          <a:ea typeface="Calibri" panose="020F0502020204030204" pitchFamily="34" charset="0"/>
                          <a:cs typeface="Arial" panose="020B0604020202020204" pitchFamily="34" charset="0"/>
                        </a:rPr>
                        <m:t>0.259</m:t>
                      </m:r>
                    </m:oMath>
                  </m:oMathPara>
                </a14:m>
                <a:endParaRPr lang="id-ID" sz="1950" dirty="0">
                  <a:latin typeface="+mj-lt"/>
                </a:endParaRPr>
              </a:p>
              <a:p>
                <a:pPr marL="0" indent="0">
                  <a:lnSpc>
                    <a:spcPct val="150000"/>
                  </a:lnSpc>
                  <a:buNone/>
                </a:pPr>
                <a14:m>
                  <m:oMathPara xmlns:m="http://schemas.openxmlformats.org/officeDocument/2006/math">
                    <m:oMathParaPr>
                      <m:jc m:val="centerGroup"/>
                    </m:oMathParaPr>
                    <m:oMath xmlns:m="http://schemas.openxmlformats.org/officeDocument/2006/math">
                      <m:r>
                        <a:rPr lang="id-ID" sz="1275" i="1">
                          <a:latin typeface="Cambria Math" panose="02040503050406030204" pitchFamily="18" charset="0"/>
                          <a:ea typeface="Calibri" panose="020F0502020204030204" pitchFamily="34" charset="0"/>
                          <a:cs typeface="Arial" panose="020B0604020202020204" pitchFamily="34" charset="0"/>
                        </a:rPr>
                        <m:t>𝐼𝐺</m:t>
                      </m:r>
                      <m:d>
                        <m:dPr>
                          <m:ctrlPr>
                            <a:rPr lang="en-US" sz="1950" i="1">
                              <a:latin typeface="Cambria Math" panose="02040503050406030204" pitchFamily="18" charset="0"/>
                            </a:rPr>
                          </m:ctrlPr>
                        </m:dPr>
                        <m:e>
                          <m:r>
                            <a:rPr lang="id-ID" sz="1275" i="1">
                              <a:latin typeface="Cambria Math" panose="02040503050406030204" pitchFamily="18" charset="0"/>
                              <a:ea typeface="Calibri" panose="020F0502020204030204" pitchFamily="34" charset="0"/>
                              <a:cs typeface="Arial" panose="020B0604020202020204" pitchFamily="34" charset="0"/>
                            </a:rPr>
                            <m:t>𝐷𝑒𝑐𝑖𝑠𝑖𝑜𝑛</m:t>
                          </m:r>
                          <m:r>
                            <a:rPr lang="id-ID" sz="1275" i="1">
                              <a:latin typeface="Cambria Math" panose="02040503050406030204" pitchFamily="18" charset="0"/>
                              <a:ea typeface="Calibri" panose="020F0502020204030204" pitchFamily="34" charset="0"/>
                              <a:cs typeface="Arial" panose="020B0604020202020204" pitchFamily="34" charset="0"/>
                            </a:rPr>
                            <m:t>, </m:t>
                          </m:r>
                          <m:r>
                            <a:rPr lang="id-ID" sz="1275" i="1">
                              <a:latin typeface="Cambria Math" panose="02040503050406030204" pitchFamily="18" charset="0"/>
                              <a:ea typeface="Calibri" panose="020F0502020204030204" pitchFamily="34" charset="0"/>
                              <a:cs typeface="Arial" panose="020B0604020202020204" pitchFamily="34" charset="0"/>
                            </a:rPr>
                            <m:t>𝑇𝑒𝑚𝑝</m:t>
                          </m:r>
                          <m:r>
                            <a:rPr lang="id-ID" sz="1275" i="1">
                              <a:latin typeface="Cambria Math" panose="02040503050406030204" pitchFamily="18" charset="0"/>
                              <a:ea typeface="Calibri" panose="020F0502020204030204" pitchFamily="34" charset="0"/>
                              <a:cs typeface="Arial" panose="020B0604020202020204" pitchFamily="34" charset="0"/>
                            </a:rPr>
                            <m:t>.</m:t>
                          </m:r>
                        </m:e>
                      </m:d>
                      <m:r>
                        <m:rPr>
                          <m:aln/>
                        </m:rPr>
                        <a:rPr lang="id-ID" sz="1275" i="1">
                          <a:latin typeface="Cambria Math" panose="02040503050406030204" pitchFamily="18" charset="0"/>
                          <a:ea typeface="Calibri" panose="020F0502020204030204" pitchFamily="34" charset="0"/>
                          <a:cs typeface="Arial" panose="020B0604020202020204" pitchFamily="34" charset="0"/>
                        </a:rPr>
                        <m:t>=</m:t>
                      </m:r>
                      <m:r>
                        <a:rPr lang="id-ID" sz="1275" i="1">
                          <a:latin typeface="Cambria Math" panose="02040503050406030204" pitchFamily="18" charset="0"/>
                          <a:ea typeface="Calibri" panose="020F0502020204030204" pitchFamily="34" charset="0"/>
                          <a:cs typeface="Arial" panose="020B0604020202020204" pitchFamily="34" charset="0"/>
                        </a:rPr>
                        <m:t>𝐸</m:t>
                      </m:r>
                      <m:d>
                        <m:dPr>
                          <m:ctrlPr>
                            <a:rPr lang="en-US" sz="1950" i="1">
                              <a:latin typeface="Cambria Math" panose="02040503050406030204" pitchFamily="18" charset="0"/>
                            </a:rPr>
                          </m:ctrlPr>
                        </m:dPr>
                        <m:e>
                          <m:r>
                            <a:rPr lang="id-ID" sz="1275" i="1">
                              <a:latin typeface="Cambria Math" panose="02040503050406030204" pitchFamily="18" charset="0"/>
                              <a:ea typeface="Calibri" panose="020F0502020204030204" pitchFamily="34" charset="0"/>
                              <a:cs typeface="Arial" panose="020B0604020202020204" pitchFamily="34" charset="0"/>
                            </a:rPr>
                            <m:t>𝐷𝑒𝑐𝑖𝑠𝑖𝑜𝑛</m:t>
                          </m:r>
                        </m:e>
                      </m:d>
                      <m:r>
                        <a:rPr lang="id-ID" sz="1275" i="1">
                          <a:latin typeface="Cambria Math" panose="02040503050406030204" pitchFamily="18" charset="0"/>
                          <a:ea typeface="Calibri" panose="020F0502020204030204" pitchFamily="34" charset="0"/>
                          <a:cs typeface="Arial" panose="020B0604020202020204" pitchFamily="34" charset="0"/>
                        </a:rPr>
                        <m:t>−</m:t>
                      </m:r>
                      <m:r>
                        <a:rPr lang="id-ID" sz="1275" i="1">
                          <a:latin typeface="Cambria Math" panose="02040503050406030204" pitchFamily="18" charset="0"/>
                          <a:ea typeface="Calibri" panose="020F0502020204030204" pitchFamily="34" charset="0"/>
                          <a:cs typeface="Arial" panose="020B0604020202020204" pitchFamily="34" charset="0"/>
                        </a:rPr>
                        <m:t>𝐸</m:t>
                      </m:r>
                      <m:d>
                        <m:dPr>
                          <m:ctrlPr>
                            <a:rPr lang="en-US" sz="1950" i="1">
                              <a:latin typeface="Cambria Math" panose="02040503050406030204" pitchFamily="18" charset="0"/>
                            </a:rPr>
                          </m:ctrlPr>
                        </m:dPr>
                        <m:e>
                          <m:r>
                            <a:rPr lang="id-ID" sz="1275" i="1">
                              <a:latin typeface="Cambria Math" panose="02040503050406030204" pitchFamily="18" charset="0"/>
                              <a:ea typeface="Calibri" panose="020F0502020204030204" pitchFamily="34" charset="0"/>
                              <a:cs typeface="Arial" panose="020B0604020202020204" pitchFamily="34" charset="0"/>
                            </a:rPr>
                            <m:t>𝐷𝑒𝑐𝑖𝑠𝑖𝑜𝑛</m:t>
                          </m:r>
                        </m:e>
                        <m:e>
                          <m:r>
                            <a:rPr lang="id-ID" sz="1275" i="1">
                              <a:latin typeface="Cambria Math" panose="02040503050406030204" pitchFamily="18" charset="0"/>
                              <a:ea typeface="Calibri" panose="020F0502020204030204" pitchFamily="34" charset="0"/>
                              <a:cs typeface="Arial" panose="020B0604020202020204" pitchFamily="34" charset="0"/>
                            </a:rPr>
                            <m:t>𝑇𝑒𝑚𝑝</m:t>
                          </m:r>
                          <m:r>
                            <a:rPr lang="id-ID" sz="1275" i="1">
                              <a:latin typeface="Cambria Math" panose="02040503050406030204" pitchFamily="18" charset="0"/>
                              <a:ea typeface="Calibri" panose="020F0502020204030204" pitchFamily="34" charset="0"/>
                              <a:cs typeface="Arial" panose="020B0604020202020204" pitchFamily="34" charset="0"/>
                            </a:rPr>
                            <m:t>.</m:t>
                          </m:r>
                        </m:e>
                      </m:d>
                    </m:oMath>
                    <m:oMath xmlns:m="http://schemas.openxmlformats.org/officeDocument/2006/math">
                      <m:r>
                        <m:rPr>
                          <m:aln/>
                        </m:rPr>
                        <a:rPr lang="id-ID" sz="1275" i="1">
                          <a:latin typeface="Cambria Math" panose="02040503050406030204" pitchFamily="18" charset="0"/>
                          <a:ea typeface="Calibri" panose="020F0502020204030204" pitchFamily="34" charset="0"/>
                          <a:cs typeface="Arial" panose="020B0604020202020204" pitchFamily="34" charset="0"/>
                        </a:rPr>
                        <m:t>=</m:t>
                      </m:r>
                      <m:r>
                        <a:rPr lang="id-ID" sz="1275" i="1">
                          <a:latin typeface="Cambria Math" panose="02040503050406030204" pitchFamily="18" charset="0"/>
                          <a:ea typeface="Calibri" panose="020F0502020204030204" pitchFamily="34" charset="0"/>
                          <a:cs typeface="Arial" panose="020B0604020202020204" pitchFamily="34" charset="0"/>
                        </a:rPr>
                        <m:t>0.863−0.679</m:t>
                      </m:r>
                    </m:oMath>
                    <m:oMath xmlns:m="http://schemas.openxmlformats.org/officeDocument/2006/math">
                      <m:r>
                        <m:rPr>
                          <m:aln/>
                        </m:rPr>
                        <a:rPr lang="id-ID" sz="1275" i="1">
                          <a:latin typeface="Cambria Math" panose="02040503050406030204" pitchFamily="18" charset="0"/>
                          <a:ea typeface="Calibri" panose="020F0502020204030204" pitchFamily="34" charset="0"/>
                          <a:cs typeface="Arial" panose="020B0604020202020204" pitchFamily="34" charset="0"/>
                        </a:rPr>
                        <m:t>=</m:t>
                      </m:r>
                      <m:r>
                        <a:rPr lang="id-ID" sz="1275" i="1">
                          <a:latin typeface="Cambria Math" panose="02040503050406030204" pitchFamily="18" charset="0"/>
                          <a:ea typeface="Calibri" panose="020F0502020204030204" pitchFamily="34" charset="0"/>
                          <a:cs typeface="Arial" panose="020B0604020202020204" pitchFamily="34" charset="0"/>
                        </a:rPr>
                        <m:t>0.184</m:t>
                      </m:r>
                    </m:oMath>
                  </m:oMathPara>
                </a14:m>
                <a:endParaRPr lang="id-ID" sz="1950" dirty="0">
                  <a:latin typeface="+mj-lt"/>
                </a:endParaRPr>
              </a:p>
              <a:p>
                <a:pPr marL="0" indent="0">
                  <a:lnSpc>
                    <a:spcPct val="150000"/>
                  </a:lnSpc>
                  <a:buNone/>
                </a:pPr>
                <a14:m>
                  <m:oMathPara xmlns:m="http://schemas.openxmlformats.org/officeDocument/2006/math">
                    <m:oMathParaPr>
                      <m:jc m:val="centerGroup"/>
                    </m:oMathParaPr>
                    <m:oMath xmlns:m="http://schemas.openxmlformats.org/officeDocument/2006/math">
                      <m:r>
                        <a:rPr lang="id-ID" sz="1275" i="1">
                          <a:latin typeface="Cambria Math" panose="02040503050406030204" pitchFamily="18" charset="0"/>
                          <a:ea typeface="Calibri" panose="020F0502020204030204" pitchFamily="34" charset="0"/>
                          <a:cs typeface="Arial" panose="020B0604020202020204" pitchFamily="34" charset="0"/>
                        </a:rPr>
                        <m:t>𝐼𝐺</m:t>
                      </m:r>
                      <m:d>
                        <m:dPr>
                          <m:ctrlPr>
                            <a:rPr lang="en-US" sz="1950" i="1">
                              <a:latin typeface="Cambria Math" panose="02040503050406030204" pitchFamily="18" charset="0"/>
                            </a:rPr>
                          </m:ctrlPr>
                        </m:dPr>
                        <m:e>
                          <m:r>
                            <a:rPr lang="id-ID" sz="1275" i="1">
                              <a:latin typeface="Cambria Math" panose="02040503050406030204" pitchFamily="18" charset="0"/>
                              <a:ea typeface="Calibri" panose="020F0502020204030204" pitchFamily="34" charset="0"/>
                              <a:cs typeface="Arial" panose="020B0604020202020204" pitchFamily="34" charset="0"/>
                            </a:rPr>
                            <m:t>𝐷𝑒𝑐𝑖𝑠𝑖𝑜𝑛</m:t>
                          </m:r>
                          <m:r>
                            <a:rPr lang="id-ID" sz="1275" i="1">
                              <a:latin typeface="Cambria Math" panose="02040503050406030204" pitchFamily="18" charset="0"/>
                              <a:ea typeface="Calibri" panose="020F0502020204030204" pitchFamily="34" charset="0"/>
                              <a:cs typeface="Arial" panose="020B0604020202020204" pitchFamily="34" charset="0"/>
                            </a:rPr>
                            <m:t>, </m:t>
                          </m:r>
                          <m:r>
                            <a:rPr lang="id-ID" sz="1275" i="1">
                              <a:latin typeface="Cambria Math" panose="02040503050406030204" pitchFamily="18" charset="0"/>
                              <a:ea typeface="Calibri" panose="020F0502020204030204" pitchFamily="34" charset="0"/>
                              <a:cs typeface="Arial" panose="020B0604020202020204" pitchFamily="34" charset="0"/>
                            </a:rPr>
                            <m:t>𝐻𝑢𝑚𝑖𝑑𝑖𝑡𝑦</m:t>
                          </m:r>
                        </m:e>
                      </m:d>
                      <m:r>
                        <m:rPr>
                          <m:aln/>
                        </m:rPr>
                        <a:rPr lang="id-ID" sz="1275" i="1">
                          <a:latin typeface="Cambria Math" panose="02040503050406030204" pitchFamily="18" charset="0"/>
                          <a:ea typeface="Calibri" panose="020F0502020204030204" pitchFamily="34" charset="0"/>
                          <a:cs typeface="Arial" panose="020B0604020202020204" pitchFamily="34" charset="0"/>
                        </a:rPr>
                        <m:t>=</m:t>
                      </m:r>
                      <m:r>
                        <a:rPr lang="id-ID" sz="1275" i="1">
                          <a:latin typeface="Cambria Math" panose="02040503050406030204" pitchFamily="18" charset="0"/>
                          <a:ea typeface="Calibri" panose="020F0502020204030204" pitchFamily="34" charset="0"/>
                          <a:cs typeface="Arial" panose="020B0604020202020204" pitchFamily="34" charset="0"/>
                        </a:rPr>
                        <m:t>𝐸</m:t>
                      </m:r>
                      <m:d>
                        <m:dPr>
                          <m:ctrlPr>
                            <a:rPr lang="en-US" sz="1950" i="1">
                              <a:latin typeface="Cambria Math" panose="02040503050406030204" pitchFamily="18" charset="0"/>
                            </a:rPr>
                          </m:ctrlPr>
                        </m:dPr>
                        <m:e>
                          <m:r>
                            <a:rPr lang="id-ID" sz="1275" i="1">
                              <a:latin typeface="Cambria Math" panose="02040503050406030204" pitchFamily="18" charset="0"/>
                              <a:ea typeface="Calibri" panose="020F0502020204030204" pitchFamily="34" charset="0"/>
                              <a:cs typeface="Arial" panose="020B0604020202020204" pitchFamily="34" charset="0"/>
                            </a:rPr>
                            <m:t>𝐷𝑒𝑐𝑖𝑠𝑖𝑜𝑛</m:t>
                          </m:r>
                        </m:e>
                      </m:d>
                      <m:r>
                        <a:rPr lang="id-ID" sz="1275" i="1">
                          <a:latin typeface="Cambria Math" panose="02040503050406030204" pitchFamily="18" charset="0"/>
                          <a:ea typeface="Calibri" panose="020F0502020204030204" pitchFamily="34" charset="0"/>
                          <a:cs typeface="Arial" panose="020B0604020202020204" pitchFamily="34" charset="0"/>
                        </a:rPr>
                        <m:t>−</m:t>
                      </m:r>
                      <m:r>
                        <a:rPr lang="id-ID" sz="1275" i="1">
                          <a:latin typeface="Cambria Math" panose="02040503050406030204" pitchFamily="18" charset="0"/>
                          <a:ea typeface="Calibri" panose="020F0502020204030204" pitchFamily="34" charset="0"/>
                          <a:cs typeface="Arial" panose="020B0604020202020204" pitchFamily="34" charset="0"/>
                        </a:rPr>
                        <m:t>𝐸</m:t>
                      </m:r>
                      <m:d>
                        <m:dPr>
                          <m:ctrlPr>
                            <a:rPr lang="en-US" sz="1950" i="1">
                              <a:latin typeface="Cambria Math" panose="02040503050406030204" pitchFamily="18" charset="0"/>
                            </a:rPr>
                          </m:ctrlPr>
                        </m:dPr>
                        <m:e>
                          <m:r>
                            <a:rPr lang="id-ID" sz="1275" i="1">
                              <a:latin typeface="Cambria Math" panose="02040503050406030204" pitchFamily="18" charset="0"/>
                              <a:ea typeface="Calibri" panose="020F0502020204030204" pitchFamily="34" charset="0"/>
                              <a:cs typeface="Arial" panose="020B0604020202020204" pitchFamily="34" charset="0"/>
                            </a:rPr>
                            <m:t>𝐷𝑒𝑐𝑖𝑠𝑖𝑜𝑛</m:t>
                          </m:r>
                        </m:e>
                        <m:e>
                          <m:r>
                            <a:rPr lang="id-ID" sz="1275" i="1">
                              <a:latin typeface="Cambria Math" panose="02040503050406030204" pitchFamily="18" charset="0"/>
                              <a:ea typeface="Calibri" panose="020F0502020204030204" pitchFamily="34" charset="0"/>
                              <a:cs typeface="Arial" panose="020B0604020202020204" pitchFamily="34" charset="0"/>
                            </a:rPr>
                            <m:t>𝐻𝑢𝑚𝑖𝑑𝑖𝑡𝑦</m:t>
                          </m:r>
                        </m:e>
                      </m:d>
                    </m:oMath>
                    <m:oMath xmlns:m="http://schemas.openxmlformats.org/officeDocument/2006/math">
                      <m:r>
                        <m:rPr>
                          <m:aln/>
                        </m:rPr>
                        <a:rPr lang="id-ID" sz="1275" i="1">
                          <a:latin typeface="Cambria Math" panose="02040503050406030204" pitchFamily="18" charset="0"/>
                          <a:ea typeface="Calibri" panose="020F0502020204030204" pitchFamily="34" charset="0"/>
                          <a:cs typeface="Arial" panose="020B0604020202020204" pitchFamily="34" charset="0"/>
                        </a:rPr>
                        <m:t>=</m:t>
                      </m:r>
                      <m:r>
                        <a:rPr lang="id-ID" sz="1275" i="1">
                          <a:latin typeface="Cambria Math" panose="02040503050406030204" pitchFamily="18" charset="0"/>
                          <a:ea typeface="Calibri" panose="020F0502020204030204" pitchFamily="34" charset="0"/>
                          <a:cs typeface="Arial" panose="020B0604020202020204" pitchFamily="34" charset="0"/>
                        </a:rPr>
                        <m:t>0.863−0.493</m:t>
                      </m:r>
                    </m:oMath>
                    <m:oMath xmlns:m="http://schemas.openxmlformats.org/officeDocument/2006/math">
                      <m:r>
                        <m:rPr>
                          <m:aln/>
                        </m:rPr>
                        <a:rPr lang="id-ID" sz="1275" i="1">
                          <a:latin typeface="Cambria Math" panose="02040503050406030204" pitchFamily="18" charset="0"/>
                          <a:ea typeface="Calibri" panose="020F0502020204030204" pitchFamily="34" charset="0"/>
                          <a:cs typeface="Arial" panose="020B0604020202020204" pitchFamily="34" charset="0"/>
                        </a:rPr>
                        <m:t>=</m:t>
                      </m:r>
                      <m:r>
                        <a:rPr lang="id-ID" sz="1275" i="1">
                          <a:latin typeface="Cambria Math" panose="02040503050406030204" pitchFamily="18" charset="0"/>
                          <a:ea typeface="Calibri" panose="020F0502020204030204" pitchFamily="34" charset="0"/>
                          <a:cs typeface="Arial" panose="020B0604020202020204" pitchFamily="34" charset="0"/>
                        </a:rPr>
                        <m:t>0.371</m:t>
                      </m:r>
                    </m:oMath>
                  </m:oMathPara>
                </a14:m>
                <a:endParaRPr lang="id-ID" sz="1950" dirty="0">
                  <a:latin typeface="+mj-lt"/>
                </a:endParaRPr>
              </a:p>
              <a:p>
                <a:pPr marL="0" indent="0">
                  <a:lnSpc>
                    <a:spcPct val="150000"/>
                  </a:lnSpc>
                  <a:buNone/>
                </a:pPr>
                <a14:m>
                  <m:oMathPara xmlns:m="http://schemas.openxmlformats.org/officeDocument/2006/math">
                    <m:oMathParaPr>
                      <m:jc m:val="centerGroup"/>
                    </m:oMathParaPr>
                    <m:oMath xmlns:m="http://schemas.openxmlformats.org/officeDocument/2006/math">
                      <m:r>
                        <a:rPr lang="id-ID" sz="1275" i="1">
                          <a:latin typeface="Cambria Math" panose="02040503050406030204" pitchFamily="18" charset="0"/>
                          <a:ea typeface="Calibri" panose="020F0502020204030204" pitchFamily="34" charset="0"/>
                          <a:cs typeface="Arial" panose="020B0604020202020204" pitchFamily="34" charset="0"/>
                        </a:rPr>
                        <m:t>𝐼𝐺</m:t>
                      </m:r>
                      <m:d>
                        <m:dPr>
                          <m:ctrlPr>
                            <a:rPr lang="en-US" sz="1275" i="1">
                              <a:latin typeface="Cambria Math" panose="02040503050406030204" pitchFamily="18" charset="0"/>
                              <a:ea typeface="Calibri" panose="020F0502020204030204" pitchFamily="34" charset="0"/>
                              <a:cs typeface="Arial" panose="020B0604020202020204" pitchFamily="34" charset="0"/>
                            </a:rPr>
                          </m:ctrlPr>
                        </m:dPr>
                        <m:e>
                          <m:r>
                            <a:rPr lang="id-ID" sz="1275" i="1">
                              <a:latin typeface="Cambria Math" panose="02040503050406030204" pitchFamily="18" charset="0"/>
                              <a:ea typeface="Calibri" panose="020F0502020204030204" pitchFamily="34" charset="0"/>
                              <a:cs typeface="Arial" panose="020B0604020202020204" pitchFamily="34" charset="0"/>
                            </a:rPr>
                            <m:t>𝐷𝑒𝑐𝑖𝑠𝑖𝑜𝑛</m:t>
                          </m:r>
                          <m:r>
                            <a:rPr lang="id-ID" sz="1275" i="1">
                              <a:latin typeface="Cambria Math" panose="02040503050406030204" pitchFamily="18" charset="0"/>
                              <a:ea typeface="Calibri" panose="020F0502020204030204" pitchFamily="34" charset="0"/>
                              <a:cs typeface="Arial" panose="020B0604020202020204" pitchFamily="34" charset="0"/>
                            </a:rPr>
                            <m:t>, </m:t>
                          </m:r>
                          <m:r>
                            <a:rPr lang="id-ID" sz="1275" i="1">
                              <a:latin typeface="Cambria Math" panose="02040503050406030204" pitchFamily="18" charset="0"/>
                              <a:ea typeface="Calibri" panose="020F0502020204030204" pitchFamily="34" charset="0"/>
                              <a:cs typeface="Arial" panose="020B0604020202020204" pitchFamily="34" charset="0"/>
                            </a:rPr>
                            <m:t>𝑊𝑖𝑛𝑑</m:t>
                          </m:r>
                        </m:e>
                      </m:d>
                      <m:r>
                        <m:rPr>
                          <m:aln/>
                        </m:rPr>
                        <a:rPr lang="id-ID" sz="1275" i="1">
                          <a:latin typeface="Cambria Math" panose="02040503050406030204" pitchFamily="18" charset="0"/>
                          <a:ea typeface="Calibri" panose="020F0502020204030204" pitchFamily="34" charset="0"/>
                          <a:cs typeface="Arial" panose="020B0604020202020204" pitchFamily="34" charset="0"/>
                        </a:rPr>
                        <m:t>=</m:t>
                      </m:r>
                      <m:r>
                        <a:rPr lang="id-ID" sz="1275" i="1">
                          <a:latin typeface="Cambria Math" panose="02040503050406030204" pitchFamily="18" charset="0"/>
                          <a:ea typeface="Calibri" panose="020F0502020204030204" pitchFamily="34" charset="0"/>
                          <a:cs typeface="Arial" panose="020B0604020202020204" pitchFamily="34" charset="0"/>
                        </a:rPr>
                        <m:t>𝐸</m:t>
                      </m:r>
                      <m:d>
                        <m:dPr>
                          <m:ctrlPr>
                            <a:rPr lang="en-US" sz="1275" i="1">
                              <a:latin typeface="Cambria Math" panose="02040503050406030204" pitchFamily="18" charset="0"/>
                              <a:ea typeface="Calibri" panose="020F0502020204030204" pitchFamily="34" charset="0"/>
                              <a:cs typeface="Arial" panose="020B0604020202020204" pitchFamily="34" charset="0"/>
                            </a:rPr>
                          </m:ctrlPr>
                        </m:dPr>
                        <m:e>
                          <m:r>
                            <a:rPr lang="id-ID" sz="1275" i="1">
                              <a:latin typeface="Cambria Math" panose="02040503050406030204" pitchFamily="18" charset="0"/>
                              <a:ea typeface="Calibri" panose="020F0502020204030204" pitchFamily="34" charset="0"/>
                              <a:cs typeface="Arial" panose="020B0604020202020204" pitchFamily="34" charset="0"/>
                            </a:rPr>
                            <m:t>𝐷𝑒𝑐𝑖𝑠𝑖𝑜𝑛</m:t>
                          </m:r>
                        </m:e>
                      </m:d>
                      <m:r>
                        <a:rPr lang="id-ID" sz="1275" i="1">
                          <a:latin typeface="Cambria Math" panose="02040503050406030204" pitchFamily="18" charset="0"/>
                          <a:ea typeface="Calibri" panose="020F0502020204030204" pitchFamily="34" charset="0"/>
                          <a:cs typeface="Arial" panose="020B0604020202020204" pitchFamily="34" charset="0"/>
                        </a:rPr>
                        <m:t>−</m:t>
                      </m:r>
                      <m:r>
                        <a:rPr lang="id-ID" sz="1275" i="1">
                          <a:latin typeface="Cambria Math" panose="02040503050406030204" pitchFamily="18" charset="0"/>
                          <a:ea typeface="Calibri" panose="020F0502020204030204" pitchFamily="34" charset="0"/>
                          <a:cs typeface="Arial" panose="020B0604020202020204" pitchFamily="34" charset="0"/>
                        </a:rPr>
                        <m:t>𝐸</m:t>
                      </m:r>
                      <m:d>
                        <m:dPr>
                          <m:ctrlPr>
                            <a:rPr lang="en-US" sz="1275" i="1">
                              <a:latin typeface="Cambria Math" panose="02040503050406030204" pitchFamily="18" charset="0"/>
                              <a:ea typeface="Calibri" panose="020F0502020204030204" pitchFamily="34" charset="0"/>
                              <a:cs typeface="Arial" panose="020B0604020202020204" pitchFamily="34" charset="0"/>
                            </a:rPr>
                          </m:ctrlPr>
                        </m:dPr>
                        <m:e>
                          <m:r>
                            <a:rPr lang="id-ID" sz="1275" i="1">
                              <a:latin typeface="Cambria Math" panose="02040503050406030204" pitchFamily="18" charset="0"/>
                              <a:ea typeface="Calibri" panose="020F0502020204030204" pitchFamily="34" charset="0"/>
                              <a:cs typeface="Arial" panose="020B0604020202020204" pitchFamily="34" charset="0"/>
                            </a:rPr>
                            <m:t>𝐷𝑒𝑐𝑖𝑠𝑖𝑜𝑛</m:t>
                          </m:r>
                        </m:e>
                        <m:e>
                          <m:r>
                            <a:rPr lang="id-ID" sz="1275" i="1">
                              <a:latin typeface="Cambria Math" panose="02040503050406030204" pitchFamily="18" charset="0"/>
                              <a:ea typeface="Calibri" panose="020F0502020204030204" pitchFamily="34" charset="0"/>
                              <a:cs typeface="Arial" panose="020B0604020202020204" pitchFamily="34" charset="0"/>
                            </a:rPr>
                            <m:t>𝑊𝑖𝑛𝑑</m:t>
                          </m:r>
                        </m:e>
                      </m:d>
                    </m:oMath>
                    <m:oMath xmlns:m="http://schemas.openxmlformats.org/officeDocument/2006/math">
                      <m:r>
                        <m:rPr>
                          <m:aln/>
                        </m:rPr>
                        <a:rPr lang="id-ID" sz="1275" i="1">
                          <a:latin typeface="Cambria Math" panose="02040503050406030204" pitchFamily="18" charset="0"/>
                          <a:ea typeface="Calibri" panose="020F0502020204030204" pitchFamily="34" charset="0"/>
                          <a:cs typeface="Arial" panose="020B0604020202020204" pitchFamily="34" charset="0"/>
                        </a:rPr>
                        <m:t>=</m:t>
                      </m:r>
                      <m:r>
                        <a:rPr lang="id-ID" sz="1275" i="1">
                          <a:latin typeface="Cambria Math" panose="02040503050406030204" pitchFamily="18" charset="0"/>
                          <a:ea typeface="Calibri" panose="020F0502020204030204" pitchFamily="34" charset="0"/>
                          <a:cs typeface="Arial" panose="020B0604020202020204" pitchFamily="34" charset="0"/>
                        </a:rPr>
                        <m:t>0.863−0.857</m:t>
                      </m:r>
                    </m:oMath>
                    <m:oMath xmlns:m="http://schemas.openxmlformats.org/officeDocument/2006/math">
                      <m:r>
                        <m:rPr>
                          <m:aln/>
                        </m:rPr>
                        <a:rPr lang="id-ID" sz="1275" i="1">
                          <a:latin typeface="Cambria Math" panose="02040503050406030204" pitchFamily="18" charset="0"/>
                          <a:ea typeface="Calibri" panose="020F0502020204030204" pitchFamily="34" charset="0"/>
                          <a:cs typeface="Arial" panose="020B0604020202020204" pitchFamily="34" charset="0"/>
                        </a:rPr>
                        <m:t>=</m:t>
                      </m:r>
                      <m:r>
                        <a:rPr lang="id-ID" sz="1275" i="1">
                          <a:latin typeface="Cambria Math" panose="02040503050406030204" pitchFamily="18" charset="0"/>
                          <a:ea typeface="Calibri" panose="020F0502020204030204" pitchFamily="34" charset="0"/>
                          <a:cs typeface="Arial" panose="020B0604020202020204" pitchFamily="34" charset="0"/>
                        </a:rPr>
                        <m:t>0.006</m:t>
                      </m:r>
                    </m:oMath>
                  </m:oMathPara>
                </a14:m>
                <a:endParaRPr lang="en-US" sz="1275" dirty="0">
                  <a:latin typeface="+mj-lt"/>
                  <a:ea typeface="Calibri" panose="020F0502020204030204" pitchFamily="34" charset="0"/>
                  <a:cs typeface="Arial" panose="020B0604020202020204" pitchFamily="34" charset="0"/>
                </a:endParaRPr>
              </a:p>
              <a:p>
                <a:pPr marL="0" indent="0">
                  <a:buNone/>
                </a:pPr>
                <a:endParaRPr lang="en-US" dirty="0">
                  <a:latin typeface="+mj-lt"/>
                </a:endParaRPr>
              </a:p>
            </p:txBody>
          </p:sp>
        </mc:Choice>
        <mc:Fallback xmlns="">
          <p:sp>
            <p:nvSpPr>
              <p:cNvPr id="3" name="Tampungan Konten 2">
                <a:extLst>
                  <a:ext uri="{FF2B5EF4-FFF2-40B4-BE49-F238E27FC236}">
                    <a16:creationId xmlns:a16="http://schemas.microsoft.com/office/drawing/2014/main" id="{EA62E90A-2679-48CA-A6F4-426FD44A088C}"/>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558949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6A0C8259-B632-448E-80D5-8DAB331E59B8}"/>
              </a:ext>
            </a:extLst>
          </p:cNvPr>
          <p:cNvSpPr>
            <a:spLocks noGrp="1"/>
          </p:cNvSpPr>
          <p:nvPr>
            <p:ph type="title"/>
          </p:nvPr>
        </p:nvSpPr>
        <p:spPr/>
        <p:txBody>
          <a:bodyPr/>
          <a:lstStyle/>
          <a:p>
            <a:r>
              <a:rPr lang="id-ID" dirty="0"/>
              <a:t>Hasil keseluruhan</a:t>
            </a:r>
            <a:endParaRPr lang="en-US" dirty="0"/>
          </a:p>
        </p:txBody>
      </p:sp>
      <p:graphicFrame>
        <p:nvGraphicFramePr>
          <p:cNvPr id="4" name="Tampungan Konten 3">
            <a:extLst>
              <a:ext uri="{FF2B5EF4-FFF2-40B4-BE49-F238E27FC236}">
                <a16:creationId xmlns:a16="http://schemas.microsoft.com/office/drawing/2014/main" id="{ADF8EA26-D34C-4864-B6EA-9A4AA06E4764}"/>
              </a:ext>
            </a:extLst>
          </p:cNvPr>
          <p:cNvGraphicFramePr>
            <a:graphicFrameLocks noGrp="1"/>
          </p:cNvGraphicFramePr>
          <p:nvPr>
            <p:ph idx="1"/>
          </p:nvPr>
        </p:nvGraphicFramePr>
        <p:xfrm>
          <a:off x="616527" y="1122219"/>
          <a:ext cx="5832766" cy="3428999"/>
        </p:xfrm>
        <a:graphic>
          <a:graphicData uri="http://schemas.openxmlformats.org/drawingml/2006/table">
            <a:tbl>
              <a:tblPr firstRow="1" firstCol="1" bandRow="1">
                <a:tableStyleId>{5C22544A-7EE6-4342-B048-85BDC9FD1C3A}</a:tableStyleId>
              </a:tblPr>
              <a:tblGrid>
                <a:gridCol w="1542653">
                  <a:extLst>
                    <a:ext uri="{9D8B030D-6E8A-4147-A177-3AD203B41FA5}">
                      <a16:colId xmlns:a16="http://schemas.microsoft.com/office/drawing/2014/main" val="4063375870"/>
                    </a:ext>
                  </a:extLst>
                </a:gridCol>
                <a:gridCol w="886623">
                  <a:extLst>
                    <a:ext uri="{9D8B030D-6E8A-4147-A177-3AD203B41FA5}">
                      <a16:colId xmlns:a16="http://schemas.microsoft.com/office/drawing/2014/main" val="2003436980"/>
                    </a:ext>
                  </a:extLst>
                </a:gridCol>
                <a:gridCol w="696250">
                  <a:extLst>
                    <a:ext uri="{9D8B030D-6E8A-4147-A177-3AD203B41FA5}">
                      <a16:colId xmlns:a16="http://schemas.microsoft.com/office/drawing/2014/main" val="4047550869"/>
                    </a:ext>
                  </a:extLst>
                </a:gridCol>
                <a:gridCol w="696250">
                  <a:extLst>
                    <a:ext uri="{9D8B030D-6E8A-4147-A177-3AD203B41FA5}">
                      <a16:colId xmlns:a16="http://schemas.microsoft.com/office/drawing/2014/main" val="1498906291"/>
                    </a:ext>
                  </a:extLst>
                </a:gridCol>
                <a:gridCol w="837466">
                  <a:extLst>
                    <a:ext uri="{9D8B030D-6E8A-4147-A177-3AD203B41FA5}">
                      <a16:colId xmlns:a16="http://schemas.microsoft.com/office/drawing/2014/main" val="218384444"/>
                    </a:ext>
                  </a:extLst>
                </a:gridCol>
                <a:gridCol w="1173524">
                  <a:extLst>
                    <a:ext uri="{9D8B030D-6E8A-4147-A177-3AD203B41FA5}">
                      <a16:colId xmlns:a16="http://schemas.microsoft.com/office/drawing/2014/main" val="2951512791"/>
                    </a:ext>
                  </a:extLst>
                </a:gridCol>
              </a:tblGrid>
              <a:tr h="213694">
                <a:tc rowSpan="2">
                  <a:txBody>
                    <a:bodyPr/>
                    <a:lstStyle/>
                    <a:p>
                      <a:pPr marL="0" marR="0" algn="ctr">
                        <a:lnSpc>
                          <a:spcPct val="107000"/>
                        </a:lnSpc>
                        <a:spcBef>
                          <a:spcPts val="0"/>
                        </a:spcBef>
                        <a:spcAft>
                          <a:spcPts val="0"/>
                        </a:spcAft>
                      </a:pPr>
                      <a:r>
                        <a:rPr lang="id-ID" sz="1200" dirty="0">
                          <a:effectLst/>
                        </a:rPr>
                        <a:t>atribut</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gridSpan="3">
                  <a:txBody>
                    <a:bodyPr/>
                    <a:lstStyle/>
                    <a:p>
                      <a:pPr marL="0" marR="0" algn="ctr">
                        <a:lnSpc>
                          <a:spcPct val="107000"/>
                        </a:lnSpc>
                        <a:spcBef>
                          <a:spcPts val="0"/>
                        </a:spcBef>
                        <a:spcAft>
                          <a:spcPts val="0"/>
                        </a:spcAft>
                      </a:pPr>
                      <a:r>
                        <a:rPr lang="id-ID" sz="1200">
                          <a:effectLst/>
                        </a:rPr>
                        <a:t>Decision</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hMerge="1">
                  <a:txBody>
                    <a:bodyPr/>
                    <a:lstStyle/>
                    <a:p>
                      <a:endParaRPr lang="en-US"/>
                    </a:p>
                  </a:txBody>
                  <a:tcPr/>
                </a:tc>
                <a:tc hMerge="1">
                  <a:txBody>
                    <a:bodyPr/>
                    <a:lstStyle/>
                    <a:p>
                      <a:endParaRPr lang="en-US"/>
                    </a:p>
                  </a:txBody>
                  <a:tcPr/>
                </a:tc>
                <a:tc rowSpan="2">
                  <a:txBody>
                    <a:bodyPr/>
                    <a:lstStyle/>
                    <a:p>
                      <a:pPr marL="0" marR="0" algn="ctr">
                        <a:lnSpc>
                          <a:spcPct val="107000"/>
                        </a:lnSpc>
                        <a:spcBef>
                          <a:spcPts val="0"/>
                        </a:spcBef>
                        <a:spcAft>
                          <a:spcPts val="0"/>
                        </a:spcAft>
                      </a:pPr>
                      <a:r>
                        <a:rPr lang="id-ID" sz="1200">
                          <a:effectLst/>
                        </a:rPr>
                        <a:t>Entropy</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rowSpan="2">
                  <a:txBody>
                    <a:bodyPr/>
                    <a:lstStyle/>
                    <a:p>
                      <a:pPr marL="0" marR="0" algn="ctr">
                        <a:lnSpc>
                          <a:spcPct val="107000"/>
                        </a:lnSpc>
                        <a:spcBef>
                          <a:spcPts val="0"/>
                        </a:spcBef>
                        <a:spcAft>
                          <a:spcPts val="0"/>
                        </a:spcAft>
                      </a:pPr>
                      <a:r>
                        <a:rPr lang="id-ID" sz="1200">
                          <a:effectLst/>
                        </a:rPr>
                        <a:t>Information Gain</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616219876"/>
                  </a:ext>
                </a:extLst>
              </a:tr>
              <a:tr h="223589">
                <a:tc vMerge="1">
                  <a:txBody>
                    <a:bodyPr/>
                    <a:lstStyle/>
                    <a:p>
                      <a:endParaRPr lang="en-US"/>
                    </a:p>
                  </a:txBody>
                  <a:tcPr/>
                </a:tc>
                <a:tc>
                  <a:txBody>
                    <a:bodyPr/>
                    <a:lstStyle/>
                    <a:p>
                      <a:pPr marL="0" marR="0" algn="ctr">
                        <a:lnSpc>
                          <a:spcPct val="107000"/>
                        </a:lnSpc>
                        <a:spcBef>
                          <a:spcPts val="0"/>
                        </a:spcBef>
                        <a:spcAft>
                          <a:spcPts val="0"/>
                        </a:spcAft>
                      </a:pPr>
                      <a:r>
                        <a:rPr lang="id-ID" sz="1200">
                          <a:effectLst/>
                        </a:rPr>
                        <a:t>Yes</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No</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Total</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971193432"/>
                  </a:ext>
                </a:extLst>
              </a:tr>
              <a:tr h="213694">
                <a:tc gridSpan="6">
                  <a:txBody>
                    <a:bodyPr/>
                    <a:lstStyle/>
                    <a:p>
                      <a:pPr marL="0" marR="0">
                        <a:lnSpc>
                          <a:spcPct val="107000"/>
                        </a:lnSpc>
                        <a:spcBef>
                          <a:spcPts val="0"/>
                        </a:spcBef>
                        <a:spcAft>
                          <a:spcPts val="0"/>
                        </a:spcAft>
                      </a:pPr>
                      <a:r>
                        <a:rPr lang="id-ID" sz="1200">
                          <a:effectLst/>
                        </a:rPr>
                        <a:t>Outlook</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6758443"/>
                  </a:ext>
                </a:extLst>
              </a:tr>
              <a:tr h="213694">
                <a:tc>
                  <a:txBody>
                    <a:bodyPr/>
                    <a:lstStyle/>
                    <a:p>
                      <a:pPr marL="342900" marR="0" lvl="0" indent="-342900" rtl="0">
                        <a:lnSpc>
                          <a:spcPct val="107000"/>
                        </a:lnSpc>
                        <a:spcBef>
                          <a:spcPts val="0"/>
                        </a:spcBef>
                        <a:spcAft>
                          <a:spcPts val="0"/>
                        </a:spcAft>
                        <a:buFont typeface="Symbol" panose="05050102010706020507" pitchFamily="18" charset="2"/>
                        <a:buChar char=""/>
                      </a:pPr>
                      <a:r>
                        <a:rPr lang="id-ID" sz="1200">
                          <a:effectLst/>
                        </a:rPr>
                        <a:t>Overcast</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4</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0</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4</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0</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rowSpan="3">
                  <a:txBody>
                    <a:bodyPr/>
                    <a:lstStyle/>
                    <a:p>
                      <a:pPr marL="0" marR="0" algn="ctr">
                        <a:lnSpc>
                          <a:spcPct val="107000"/>
                        </a:lnSpc>
                        <a:spcBef>
                          <a:spcPts val="0"/>
                        </a:spcBef>
                        <a:spcAft>
                          <a:spcPts val="0"/>
                        </a:spcAft>
                      </a:pPr>
                      <a:r>
                        <a:rPr lang="id-ID" sz="1200">
                          <a:effectLst/>
                        </a:rPr>
                        <a:t>0.259</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4190042248"/>
                  </a:ext>
                </a:extLst>
              </a:tr>
              <a:tr h="213694">
                <a:tc>
                  <a:txBody>
                    <a:bodyPr/>
                    <a:lstStyle/>
                    <a:p>
                      <a:pPr marL="342900" marR="0" lvl="0" indent="-342900" rtl="0">
                        <a:lnSpc>
                          <a:spcPct val="107000"/>
                        </a:lnSpc>
                        <a:spcBef>
                          <a:spcPts val="0"/>
                        </a:spcBef>
                        <a:spcAft>
                          <a:spcPts val="0"/>
                        </a:spcAft>
                        <a:buFont typeface="Symbol" panose="05050102010706020507" pitchFamily="18" charset="2"/>
                        <a:buChar char=""/>
                      </a:pPr>
                      <a:r>
                        <a:rPr lang="id-ID" sz="1200">
                          <a:effectLst/>
                        </a:rPr>
                        <a:t>Rain</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4</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1</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5</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0.722</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vMerge="1">
                  <a:txBody>
                    <a:bodyPr/>
                    <a:lstStyle/>
                    <a:p>
                      <a:endParaRPr lang="en-US"/>
                    </a:p>
                  </a:txBody>
                  <a:tcPr/>
                </a:tc>
                <a:extLst>
                  <a:ext uri="{0D108BD9-81ED-4DB2-BD59-A6C34878D82A}">
                    <a16:rowId xmlns:a16="http://schemas.microsoft.com/office/drawing/2014/main" val="3399871532"/>
                  </a:ext>
                </a:extLst>
              </a:tr>
              <a:tr h="213694">
                <a:tc>
                  <a:txBody>
                    <a:bodyPr/>
                    <a:lstStyle/>
                    <a:p>
                      <a:pPr marL="342900" marR="0" lvl="0" indent="-342900" rtl="0">
                        <a:lnSpc>
                          <a:spcPct val="107000"/>
                        </a:lnSpc>
                        <a:spcBef>
                          <a:spcPts val="0"/>
                        </a:spcBef>
                        <a:spcAft>
                          <a:spcPts val="0"/>
                        </a:spcAft>
                        <a:buFont typeface="Symbol" panose="05050102010706020507" pitchFamily="18" charset="2"/>
                        <a:buChar char=""/>
                      </a:pPr>
                      <a:r>
                        <a:rPr lang="id-ID" sz="1200">
                          <a:effectLst/>
                        </a:rPr>
                        <a:t>Sunny</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2</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3</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5</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0.971</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vMerge="1">
                  <a:txBody>
                    <a:bodyPr/>
                    <a:lstStyle/>
                    <a:p>
                      <a:endParaRPr lang="en-US"/>
                    </a:p>
                  </a:txBody>
                  <a:tcPr/>
                </a:tc>
                <a:extLst>
                  <a:ext uri="{0D108BD9-81ED-4DB2-BD59-A6C34878D82A}">
                    <a16:rowId xmlns:a16="http://schemas.microsoft.com/office/drawing/2014/main" val="2217224192"/>
                  </a:ext>
                </a:extLst>
              </a:tr>
              <a:tr h="213694">
                <a:tc gridSpan="6">
                  <a:txBody>
                    <a:bodyPr/>
                    <a:lstStyle/>
                    <a:p>
                      <a:pPr marL="0" marR="0">
                        <a:lnSpc>
                          <a:spcPct val="107000"/>
                        </a:lnSpc>
                        <a:spcBef>
                          <a:spcPts val="0"/>
                        </a:spcBef>
                        <a:spcAft>
                          <a:spcPts val="0"/>
                        </a:spcAft>
                      </a:pPr>
                      <a:r>
                        <a:rPr lang="id-ID" sz="1200">
                          <a:effectLst/>
                        </a:rPr>
                        <a:t>Temp.</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49661676"/>
                  </a:ext>
                </a:extLst>
              </a:tr>
              <a:tr h="213694">
                <a:tc>
                  <a:txBody>
                    <a:bodyPr/>
                    <a:lstStyle/>
                    <a:p>
                      <a:pPr marL="342900" marR="0" lvl="0" indent="-342900" rtl="0">
                        <a:lnSpc>
                          <a:spcPct val="107000"/>
                        </a:lnSpc>
                        <a:spcBef>
                          <a:spcPts val="0"/>
                        </a:spcBef>
                        <a:spcAft>
                          <a:spcPts val="0"/>
                        </a:spcAft>
                        <a:buFont typeface="Symbol" panose="05050102010706020507" pitchFamily="18" charset="2"/>
                        <a:buChar char=""/>
                      </a:pPr>
                      <a:r>
                        <a:rPr lang="id-ID" sz="1200">
                          <a:effectLst/>
                        </a:rPr>
                        <a:t>Cool</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0</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4</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4</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0</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rowSpan="3">
                  <a:txBody>
                    <a:bodyPr/>
                    <a:lstStyle/>
                    <a:p>
                      <a:pPr marL="0" marR="0" algn="ctr">
                        <a:lnSpc>
                          <a:spcPct val="107000"/>
                        </a:lnSpc>
                        <a:spcBef>
                          <a:spcPts val="0"/>
                        </a:spcBef>
                        <a:spcAft>
                          <a:spcPts val="0"/>
                        </a:spcAft>
                      </a:pPr>
                      <a:r>
                        <a:rPr lang="id-ID" sz="1200">
                          <a:effectLst/>
                        </a:rPr>
                        <a:t>0.184</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789401084"/>
                  </a:ext>
                </a:extLst>
              </a:tr>
              <a:tr h="213694">
                <a:tc>
                  <a:txBody>
                    <a:bodyPr/>
                    <a:lstStyle/>
                    <a:p>
                      <a:pPr marL="342900" marR="0" lvl="0" indent="-342900" rtl="0">
                        <a:lnSpc>
                          <a:spcPct val="107000"/>
                        </a:lnSpc>
                        <a:spcBef>
                          <a:spcPts val="0"/>
                        </a:spcBef>
                        <a:spcAft>
                          <a:spcPts val="0"/>
                        </a:spcAft>
                        <a:buFont typeface="Symbol" panose="05050102010706020507" pitchFamily="18" charset="2"/>
                        <a:buChar char=""/>
                      </a:pPr>
                      <a:r>
                        <a:rPr lang="id-ID" sz="1200">
                          <a:effectLst/>
                        </a:rPr>
                        <a:t>Hot</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2</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2</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4</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1</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vMerge="1">
                  <a:txBody>
                    <a:bodyPr/>
                    <a:lstStyle/>
                    <a:p>
                      <a:endParaRPr lang="en-US"/>
                    </a:p>
                  </a:txBody>
                  <a:tcPr/>
                </a:tc>
                <a:extLst>
                  <a:ext uri="{0D108BD9-81ED-4DB2-BD59-A6C34878D82A}">
                    <a16:rowId xmlns:a16="http://schemas.microsoft.com/office/drawing/2014/main" val="2835106293"/>
                  </a:ext>
                </a:extLst>
              </a:tr>
              <a:tr h="213694">
                <a:tc>
                  <a:txBody>
                    <a:bodyPr/>
                    <a:lstStyle/>
                    <a:p>
                      <a:pPr marL="342900" marR="0" lvl="0" indent="-342900" rtl="0">
                        <a:lnSpc>
                          <a:spcPct val="107000"/>
                        </a:lnSpc>
                        <a:spcBef>
                          <a:spcPts val="0"/>
                        </a:spcBef>
                        <a:spcAft>
                          <a:spcPts val="0"/>
                        </a:spcAft>
                        <a:buFont typeface="Symbol" panose="05050102010706020507" pitchFamily="18" charset="2"/>
                        <a:buChar char=""/>
                      </a:pPr>
                      <a:r>
                        <a:rPr lang="id-ID" sz="1200">
                          <a:effectLst/>
                        </a:rPr>
                        <a:t>Mild</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2</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4</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6</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200">
                          <a:effectLst/>
                        </a:rPr>
                        <a:t>0.918</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vMerge="1">
                  <a:txBody>
                    <a:bodyPr/>
                    <a:lstStyle/>
                    <a:p>
                      <a:endParaRPr lang="en-US"/>
                    </a:p>
                  </a:txBody>
                  <a:tcPr/>
                </a:tc>
                <a:extLst>
                  <a:ext uri="{0D108BD9-81ED-4DB2-BD59-A6C34878D82A}">
                    <a16:rowId xmlns:a16="http://schemas.microsoft.com/office/drawing/2014/main" val="2642457855"/>
                  </a:ext>
                </a:extLst>
              </a:tr>
              <a:tr h="213694">
                <a:tc gridSpan="6">
                  <a:txBody>
                    <a:bodyPr/>
                    <a:lstStyle/>
                    <a:p>
                      <a:pPr marL="0" marR="0">
                        <a:lnSpc>
                          <a:spcPct val="107000"/>
                        </a:lnSpc>
                        <a:spcBef>
                          <a:spcPts val="0"/>
                        </a:spcBef>
                        <a:spcAft>
                          <a:spcPts val="0"/>
                        </a:spcAft>
                      </a:pPr>
                      <a:r>
                        <a:rPr lang="id-ID" sz="1200">
                          <a:effectLst/>
                        </a:rPr>
                        <a:t>Humidity</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51573459"/>
                  </a:ext>
                </a:extLst>
              </a:tr>
              <a:tr h="213694">
                <a:tc>
                  <a:txBody>
                    <a:bodyPr/>
                    <a:lstStyle/>
                    <a:p>
                      <a:pPr marL="342900" marR="0" lvl="0" indent="-342900" rtl="0">
                        <a:lnSpc>
                          <a:spcPct val="107000"/>
                        </a:lnSpc>
                        <a:spcBef>
                          <a:spcPts val="0"/>
                        </a:spcBef>
                        <a:spcAft>
                          <a:spcPts val="0"/>
                        </a:spcAft>
                        <a:buFont typeface="Symbol" panose="05050102010706020507" pitchFamily="18" charset="2"/>
                        <a:buChar char=""/>
                      </a:pPr>
                      <a:r>
                        <a:rPr lang="id-ID" sz="1200">
                          <a:effectLst/>
                        </a:rPr>
                        <a:t>High</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marL="0" marR="0" algn="ctr">
                        <a:lnSpc>
                          <a:spcPct val="107000"/>
                        </a:lnSpc>
                        <a:spcBef>
                          <a:spcPts val="0"/>
                        </a:spcBef>
                        <a:spcAft>
                          <a:spcPts val="0"/>
                        </a:spcAft>
                      </a:pPr>
                      <a:r>
                        <a:rPr lang="id-ID" sz="1200">
                          <a:effectLst/>
                        </a:rPr>
                        <a:t>4</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marL="0" marR="0" algn="ctr">
                        <a:lnSpc>
                          <a:spcPct val="107000"/>
                        </a:lnSpc>
                        <a:spcBef>
                          <a:spcPts val="0"/>
                        </a:spcBef>
                        <a:spcAft>
                          <a:spcPts val="0"/>
                        </a:spcAft>
                      </a:pPr>
                      <a:r>
                        <a:rPr lang="id-ID" sz="1200">
                          <a:effectLst/>
                        </a:rPr>
                        <a:t>3</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marL="0" marR="0" algn="ctr">
                        <a:lnSpc>
                          <a:spcPct val="107000"/>
                        </a:lnSpc>
                        <a:spcBef>
                          <a:spcPts val="0"/>
                        </a:spcBef>
                        <a:spcAft>
                          <a:spcPts val="0"/>
                        </a:spcAft>
                      </a:pPr>
                      <a:r>
                        <a:rPr lang="id-ID" sz="1200">
                          <a:effectLst/>
                        </a:rPr>
                        <a:t>7</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marL="0" marR="0" algn="ctr">
                        <a:lnSpc>
                          <a:spcPct val="107000"/>
                        </a:lnSpc>
                        <a:spcBef>
                          <a:spcPts val="0"/>
                        </a:spcBef>
                        <a:spcAft>
                          <a:spcPts val="0"/>
                        </a:spcAft>
                      </a:pPr>
                      <a:r>
                        <a:rPr lang="id-ID" sz="1200">
                          <a:effectLst/>
                        </a:rPr>
                        <a:t>0.985</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rowSpan="2">
                  <a:txBody>
                    <a:bodyPr/>
                    <a:lstStyle/>
                    <a:p>
                      <a:pPr marL="0" marR="0" algn="ctr">
                        <a:lnSpc>
                          <a:spcPct val="107000"/>
                        </a:lnSpc>
                        <a:spcBef>
                          <a:spcPts val="0"/>
                        </a:spcBef>
                        <a:spcAft>
                          <a:spcPts val="0"/>
                        </a:spcAft>
                      </a:pPr>
                      <a:r>
                        <a:rPr lang="id-ID" sz="1200">
                          <a:effectLst/>
                        </a:rPr>
                        <a:t>0.371</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1181633794"/>
                  </a:ext>
                </a:extLst>
              </a:tr>
              <a:tr h="213694">
                <a:tc>
                  <a:txBody>
                    <a:bodyPr/>
                    <a:lstStyle/>
                    <a:p>
                      <a:pPr marL="342900" marR="0" lvl="0" indent="-342900" rtl="0">
                        <a:lnSpc>
                          <a:spcPct val="107000"/>
                        </a:lnSpc>
                        <a:spcBef>
                          <a:spcPts val="0"/>
                        </a:spcBef>
                        <a:spcAft>
                          <a:spcPts val="0"/>
                        </a:spcAft>
                        <a:buFont typeface="Symbol" panose="05050102010706020507" pitchFamily="18" charset="2"/>
                        <a:buChar char=""/>
                      </a:pPr>
                      <a:r>
                        <a:rPr lang="id-ID" sz="1200">
                          <a:effectLst/>
                        </a:rPr>
                        <a:t>Normal</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marL="0" marR="0" algn="ctr">
                        <a:lnSpc>
                          <a:spcPct val="107000"/>
                        </a:lnSpc>
                        <a:spcBef>
                          <a:spcPts val="0"/>
                        </a:spcBef>
                        <a:spcAft>
                          <a:spcPts val="0"/>
                        </a:spcAft>
                      </a:pPr>
                      <a:r>
                        <a:rPr lang="id-ID" sz="1200">
                          <a:effectLst/>
                        </a:rPr>
                        <a:t>7</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marL="0" marR="0" algn="ctr">
                        <a:lnSpc>
                          <a:spcPct val="107000"/>
                        </a:lnSpc>
                        <a:spcBef>
                          <a:spcPts val="0"/>
                        </a:spcBef>
                        <a:spcAft>
                          <a:spcPts val="0"/>
                        </a:spcAft>
                      </a:pPr>
                      <a:r>
                        <a:rPr lang="id-ID" sz="1200">
                          <a:effectLst/>
                        </a:rPr>
                        <a:t>0</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marL="0" marR="0" algn="ctr">
                        <a:lnSpc>
                          <a:spcPct val="107000"/>
                        </a:lnSpc>
                        <a:spcBef>
                          <a:spcPts val="0"/>
                        </a:spcBef>
                        <a:spcAft>
                          <a:spcPts val="0"/>
                        </a:spcAft>
                      </a:pPr>
                      <a:r>
                        <a:rPr lang="id-ID" sz="1200">
                          <a:effectLst/>
                        </a:rPr>
                        <a:t>7</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marL="0" marR="0" algn="ctr">
                        <a:lnSpc>
                          <a:spcPct val="107000"/>
                        </a:lnSpc>
                        <a:spcBef>
                          <a:spcPts val="0"/>
                        </a:spcBef>
                        <a:spcAft>
                          <a:spcPts val="0"/>
                        </a:spcAft>
                      </a:pPr>
                      <a:r>
                        <a:rPr lang="id-ID" sz="1200">
                          <a:effectLst/>
                        </a:rPr>
                        <a:t>0</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vMerge="1">
                  <a:txBody>
                    <a:bodyPr/>
                    <a:lstStyle/>
                    <a:p>
                      <a:endParaRPr lang="en-US"/>
                    </a:p>
                  </a:txBody>
                  <a:tcPr/>
                </a:tc>
                <a:extLst>
                  <a:ext uri="{0D108BD9-81ED-4DB2-BD59-A6C34878D82A}">
                    <a16:rowId xmlns:a16="http://schemas.microsoft.com/office/drawing/2014/main" val="3343622027"/>
                  </a:ext>
                </a:extLst>
              </a:tr>
              <a:tr h="213694">
                <a:tc gridSpan="6">
                  <a:txBody>
                    <a:bodyPr/>
                    <a:lstStyle/>
                    <a:p>
                      <a:pPr marL="0" marR="0">
                        <a:lnSpc>
                          <a:spcPct val="107000"/>
                        </a:lnSpc>
                        <a:spcBef>
                          <a:spcPts val="0"/>
                        </a:spcBef>
                        <a:spcAft>
                          <a:spcPts val="0"/>
                        </a:spcAft>
                      </a:pPr>
                      <a:r>
                        <a:rPr lang="id-ID" sz="1200">
                          <a:effectLst/>
                        </a:rPr>
                        <a:t>Wind</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42739148"/>
                  </a:ext>
                </a:extLst>
              </a:tr>
              <a:tr h="213694">
                <a:tc>
                  <a:txBody>
                    <a:bodyPr/>
                    <a:lstStyle/>
                    <a:p>
                      <a:pPr marL="342900" marR="0" lvl="0" indent="-342900" rtl="0">
                        <a:lnSpc>
                          <a:spcPct val="107000"/>
                        </a:lnSpc>
                        <a:spcBef>
                          <a:spcPts val="0"/>
                        </a:spcBef>
                        <a:spcAft>
                          <a:spcPts val="0"/>
                        </a:spcAft>
                        <a:buFont typeface="Symbol" panose="05050102010706020507" pitchFamily="18" charset="2"/>
                        <a:buChar char=""/>
                      </a:pPr>
                      <a:r>
                        <a:rPr lang="id-ID" sz="1200">
                          <a:effectLst/>
                        </a:rPr>
                        <a:t>Weak</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marL="0" marR="0" algn="ctr">
                        <a:lnSpc>
                          <a:spcPct val="107000"/>
                        </a:lnSpc>
                        <a:spcBef>
                          <a:spcPts val="0"/>
                        </a:spcBef>
                        <a:spcAft>
                          <a:spcPts val="0"/>
                        </a:spcAft>
                      </a:pPr>
                      <a:r>
                        <a:rPr lang="id-ID" sz="1200">
                          <a:effectLst/>
                        </a:rPr>
                        <a:t>2</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marL="0" marR="0" algn="ctr">
                        <a:lnSpc>
                          <a:spcPct val="107000"/>
                        </a:lnSpc>
                        <a:spcBef>
                          <a:spcPts val="0"/>
                        </a:spcBef>
                        <a:spcAft>
                          <a:spcPts val="0"/>
                        </a:spcAft>
                      </a:pPr>
                      <a:r>
                        <a:rPr lang="id-ID" sz="1200">
                          <a:effectLst/>
                        </a:rPr>
                        <a:t>6</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marL="0" marR="0" algn="ctr">
                        <a:lnSpc>
                          <a:spcPct val="107000"/>
                        </a:lnSpc>
                        <a:spcBef>
                          <a:spcPts val="0"/>
                        </a:spcBef>
                        <a:spcAft>
                          <a:spcPts val="0"/>
                        </a:spcAft>
                      </a:pPr>
                      <a:r>
                        <a:rPr lang="id-ID" sz="1200">
                          <a:effectLst/>
                        </a:rPr>
                        <a:t>8</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marL="0" marR="0" algn="ctr">
                        <a:lnSpc>
                          <a:spcPct val="107000"/>
                        </a:lnSpc>
                        <a:spcBef>
                          <a:spcPts val="0"/>
                        </a:spcBef>
                        <a:spcAft>
                          <a:spcPts val="0"/>
                        </a:spcAft>
                      </a:pPr>
                      <a:r>
                        <a:rPr lang="id-ID" sz="1200">
                          <a:effectLst/>
                        </a:rPr>
                        <a:t>0.811</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rowSpan="2">
                  <a:txBody>
                    <a:bodyPr/>
                    <a:lstStyle/>
                    <a:p>
                      <a:pPr marL="0" marR="0" algn="ctr">
                        <a:lnSpc>
                          <a:spcPct val="107000"/>
                        </a:lnSpc>
                        <a:spcBef>
                          <a:spcPts val="0"/>
                        </a:spcBef>
                        <a:spcAft>
                          <a:spcPts val="0"/>
                        </a:spcAft>
                      </a:pPr>
                      <a:r>
                        <a:rPr lang="id-ID" sz="1200">
                          <a:effectLst/>
                        </a:rPr>
                        <a:t>0.006</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573775637"/>
                  </a:ext>
                </a:extLst>
              </a:tr>
              <a:tr h="213694">
                <a:tc>
                  <a:txBody>
                    <a:bodyPr/>
                    <a:lstStyle/>
                    <a:p>
                      <a:pPr marL="342900" marR="0" lvl="0" indent="-342900" rtl="0">
                        <a:lnSpc>
                          <a:spcPct val="107000"/>
                        </a:lnSpc>
                        <a:spcBef>
                          <a:spcPts val="0"/>
                        </a:spcBef>
                        <a:spcAft>
                          <a:spcPts val="0"/>
                        </a:spcAft>
                        <a:buFont typeface="Symbol" panose="05050102010706020507" pitchFamily="18" charset="2"/>
                        <a:buChar char=""/>
                      </a:pPr>
                      <a:r>
                        <a:rPr lang="id-ID" sz="1200">
                          <a:effectLst/>
                        </a:rPr>
                        <a:t>Strong</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marL="0" marR="0" algn="ctr">
                        <a:lnSpc>
                          <a:spcPct val="107000"/>
                        </a:lnSpc>
                        <a:spcBef>
                          <a:spcPts val="0"/>
                        </a:spcBef>
                        <a:spcAft>
                          <a:spcPts val="0"/>
                        </a:spcAft>
                      </a:pPr>
                      <a:r>
                        <a:rPr lang="id-ID" sz="1200">
                          <a:effectLst/>
                        </a:rPr>
                        <a:t>4</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marL="0" marR="0" algn="ctr">
                        <a:lnSpc>
                          <a:spcPct val="107000"/>
                        </a:lnSpc>
                        <a:spcBef>
                          <a:spcPts val="0"/>
                        </a:spcBef>
                        <a:spcAft>
                          <a:spcPts val="0"/>
                        </a:spcAft>
                      </a:pPr>
                      <a:r>
                        <a:rPr lang="id-ID" sz="1200">
                          <a:effectLst/>
                        </a:rPr>
                        <a:t>2</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marL="0" marR="0" algn="ctr">
                        <a:lnSpc>
                          <a:spcPct val="107000"/>
                        </a:lnSpc>
                        <a:spcBef>
                          <a:spcPts val="0"/>
                        </a:spcBef>
                        <a:spcAft>
                          <a:spcPts val="0"/>
                        </a:spcAft>
                      </a:pPr>
                      <a:r>
                        <a:rPr lang="id-ID" sz="1200">
                          <a:effectLst/>
                        </a:rPr>
                        <a:t>6</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marL="0" marR="0" algn="ctr">
                        <a:lnSpc>
                          <a:spcPct val="107000"/>
                        </a:lnSpc>
                        <a:spcBef>
                          <a:spcPts val="0"/>
                        </a:spcBef>
                        <a:spcAft>
                          <a:spcPts val="0"/>
                        </a:spcAft>
                      </a:pPr>
                      <a:r>
                        <a:rPr lang="id-ID" sz="1200" dirty="0">
                          <a:effectLst/>
                        </a:rPr>
                        <a:t>0.918</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vMerge="1">
                  <a:txBody>
                    <a:bodyPr/>
                    <a:lstStyle/>
                    <a:p>
                      <a:endParaRPr lang="en-US"/>
                    </a:p>
                  </a:txBody>
                  <a:tcPr/>
                </a:tc>
                <a:extLst>
                  <a:ext uri="{0D108BD9-81ED-4DB2-BD59-A6C34878D82A}">
                    <a16:rowId xmlns:a16="http://schemas.microsoft.com/office/drawing/2014/main" val="3215629468"/>
                  </a:ext>
                </a:extLst>
              </a:tr>
            </a:tbl>
          </a:graphicData>
        </a:graphic>
      </p:graphicFrame>
    </p:spTree>
    <p:extLst>
      <p:ext uri="{BB962C8B-B14F-4D97-AF65-F5344CB8AC3E}">
        <p14:creationId xmlns:p14="http://schemas.microsoft.com/office/powerpoint/2010/main" val="42505429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5C129610-05BA-4982-88ED-0F38F83ADD31}"/>
              </a:ext>
            </a:extLst>
          </p:cNvPr>
          <p:cNvSpPr>
            <a:spLocks noGrp="1"/>
          </p:cNvSpPr>
          <p:nvPr>
            <p:ph type="title"/>
          </p:nvPr>
        </p:nvSpPr>
        <p:spPr/>
        <p:txBody>
          <a:bodyPr/>
          <a:lstStyle/>
          <a:p>
            <a:r>
              <a:rPr lang="id-ID" dirty="0"/>
              <a:t>Struktur Pohon yang dihasilkan</a:t>
            </a:r>
            <a:endParaRPr lang="en-US" dirty="0"/>
          </a:p>
        </p:txBody>
      </p:sp>
      <p:sp>
        <p:nvSpPr>
          <p:cNvPr id="4" name="Rectangle 2">
            <a:extLst>
              <a:ext uri="{FF2B5EF4-FFF2-40B4-BE49-F238E27FC236}">
                <a16:creationId xmlns:a16="http://schemas.microsoft.com/office/drawing/2014/main" id="{BE5D694D-15B7-46D3-832F-9C438FAF73A1}"/>
              </a:ext>
            </a:extLst>
          </p:cNvPr>
          <p:cNvSpPr>
            <a:spLocks noChangeArrowheads="1"/>
          </p:cNvSpPr>
          <p:nvPr/>
        </p:nvSpPr>
        <p:spPr bwMode="auto">
          <a:xfrm>
            <a:off x="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latin typeface="+mj-lt"/>
            </a:endParaRPr>
          </a:p>
        </p:txBody>
      </p:sp>
      <p:graphicFrame>
        <p:nvGraphicFramePr>
          <p:cNvPr id="5" name="Objek 4">
            <a:extLst>
              <a:ext uri="{FF2B5EF4-FFF2-40B4-BE49-F238E27FC236}">
                <a16:creationId xmlns:a16="http://schemas.microsoft.com/office/drawing/2014/main" id="{AADCE867-A32C-4D3C-8005-5D62B709EEA4}"/>
              </a:ext>
            </a:extLst>
          </p:cNvPr>
          <p:cNvGraphicFramePr>
            <a:graphicFrameLocks noChangeAspect="1"/>
          </p:cNvGraphicFramePr>
          <p:nvPr>
            <p:extLst>
              <p:ext uri="{D42A27DB-BD31-4B8C-83A1-F6EECF244321}">
                <p14:modId xmlns:p14="http://schemas.microsoft.com/office/powerpoint/2010/main" val="2686974517"/>
              </p:ext>
            </p:extLst>
          </p:nvPr>
        </p:nvGraphicFramePr>
        <p:xfrm>
          <a:off x="728277" y="1136398"/>
          <a:ext cx="5401447" cy="3207109"/>
        </p:xfrm>
        <a:graphic>
          <a:graphicData uri="http://schemas.openxmlformats.org/presentationml/2006/ole">
            <mc:AlternateContent xmlns:mc="http://schemas.openxmlformats.org/markup-compatibility/2006">
              <mc:Choice xmlns:v="urn:schemas-microsoft-com:vml" Requires="v">
                <p:oleObj name="Visio" r:id="rId2" imgW="3962400" imgH="2352928" progId="Visio.Drawing.15">
                  <p:embed/>
                </p:oleObj>
              </mc:Choice>
              <mc:Fallback>
                <p:oleObj name="Visio" r:id="rId2" imgW="3962400" imgH="2352928" progId="Visio.Drawing.15">
                  <p:embed/>
                  <p:pic>
                    <p:nvPicPr>
                      <p:cNvPr id="5" name="Objek 4">
                        <a:extLst>
                          <a:ext uri="{FF2B5EF4-FFF2-40B4-BE49-F238E27FC236}">
                            <a16:creationId xmlns:a16="http://schemas.microsoft.com/office/drawing/2014/main" id="{AADCE867-A32C-4D3C-8005-5D62B709EEA4}"/>
                          </a:ext>
                        </a:extLst>
                      </p:cNvPr>
                      <p:cNvPicPr>
                        <a:picLocks noChangeAspect="1" noChangeArrowheads="1"/>
                      </p:cNvPicPr>
                      <p:nvPr/>
                    </p:nvPicPr>
                    <p:blipFill>
                      <a:blip r:embed="rId3"/>
                      <a:srcRect/>
                      <a:stretch>
                        <a:fillRect/>
                      </a:stretch>
                    </p:blipFill>
                    <p:spPr bwMode="auto">
                      <a:xfrm>
                        <a:off x="728277" y="1136398"/>
                        <a:ext cx="5401447" cy="3207109"/>
                      </a:xfrm>
                      <a:prstGeom prst="rect">
                        <a:avLst/>
                      </a:prstGeom>
                      <a:noFill/>
                    </p:spPr>
                  </p:pic>
                </p:oleObj>
              </mc:Fallback>
            </mc:AlternateContent>
          </a:graphicData>
        </a:graphic>
      </p:graphicFrame>
    </p:spTree>
    <p:extLst>
      <p:ext uri="{BB962C8B-B14F-4D97-AF65-F5344CB8AC3E}">
        <p14:creationId xmlns:p14="http://schemas.microsoft.com/office/powerpoint/2010/main" val="23140530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el 4">
            <a:extLst>
              <a:ext uri="{FF2B5EF4-FFF2-40B4-BE49-F238E27FC236}">
                <a16:creationId xmlns:a16="http://schemas.microsoft.com/office/drawing/2014/main" id="{FDFE6991-AEE5-47B8-9382-F730ACCFB3AA}"/>
              </a:ext>
            </a:extLst>
          </p:cNvPr>
          <p:cNvGraphicFramePr>
            <a:graphicFrameLocks noGrp="1"/>
          </p:cNvGraphicFramePr>
          <p:nvPr/>
        </p:nvGraphicFramePr>
        <p:xfrm>
          <a:off x="3289700" y="1406292"/>
          <a:ext cx="3096814" cy="2419565"/>
        </p:xfrm>
        <a:graphic>
          <a:graphicData uri="http://schemas.openxmlformats.org/drawingml/2006/table">
            <a:tbl>
              <a:tblPr firstRow="1" firstCol="1" bandRow="1">
                <a:tableStyleId>{5C22544A-7EE6-4342-B048-85BDC9FD1C3A}</a:tableStyleId>
              </a:tblPr>
              <a:tblGrid>
                <a:gridCol w="768859">
                  <a:extLst>
                    <a:ext uri="{9D8B030D-6E8A-4147-A177-3AD203B41FA5}">
                      <a16:colId xmlns:a16="http://schemas.microsoft.com/office/drawing/2014/main" val="1904993153"/>
                    </a:ext>
                  </a:extLst>
                </a:gridCol>
                <a:gridCol w="478260">
                  <a:extLst>
                    <a:ext uri="{9D8B030D-6E8A-4147-A177-3AD203B41FA5}">
                      <a16:colId xmlns:a16="http://schemas.microsoft.com/office/drawing/2014/main" val="198495865"/>
                    </a:ext>
                  </a:extLst>
                </a:gridCol>
                <a:gridCol w="393931">
                  <a:extLst>
                    <a:ext uri="{9D8B030D-6E8A-4147-A177-3AD203B41FA5}">
                      <a16:colId xmlns:a16="http://schemas.microsoft.com/office/drawing/2014/main" val="3137315135"/>
                    </a:ext>
                  </a:extLst>
                </a:gridCol>
                <a:gridCol w="393931">
                  <a:extLst>
                    <a:ext uri="{9D8B030D-6E8A-4147-A177-3AD203B41FA5}">
                      <a16:colId xmlns:a16="http://schemas.microsoft.com/office/drawing/2014/main" val="2453478635"/>
                    </a:ext>
                  </a:extLst>
                </a:gridCol>
                <a:gridCol w="456485">
                  <a:extLst>
                    <a:ext uri="{9D8B030D-6E8A-4147-A177-3AD203B41FA5}">
                      <a16:colId xmlns:a16="http://schemas.microsoft.com/office/drawing/2014/main" val="1451304496"/>
                    </a:ext>
                  </a:extLst>
                </a:gridCol>
                <a:gridCol w="605348">
                  <a:extLst>
                    <a:ext uri="{9D8B030D-6E8A-4147-A177-3AD203B41FA5}">
                      <a16:colId xmlns:a16="http://schemas.microsoft.com/office/drawing/2014/main" val="1493244639"/>
                    </a:ext>
                  </a:extLst>
                </a:gridCol>
              </a:tblGrid>
              <a:tr h="166494">
                <a:tc rowSpan="2">
                  <a:txBody>
                    <a:bodyPr/>
                    <a:lstStyle/>
                    <a:p>
                      <a:pPr marL="0" marR="0" algn="ctr">
                        <a:lnSpc>
                          <a:spcPct val="107000"/>
                        </a:lnSpc>
                        <a:spcBef>
                          <a:spcPts val="0"/>
                        </a:spcBef>
                        <a:spcAft>
                          <a:spcPts val="0"/>
                        </a:spcAft>
                      </a:pPr>
                      <a:r>
                        <a:rPr lang="id-ID" sz="800" dirty="0">
                          <a:effectLst/>
                        </a:rPr>
                        <a:t>atribut</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gridSpan="3">
                  <a:txBody>
                    <a:bodyPr/>
                    <a:lstStyle/>
                    <a:p>
                      <a:pPr marL="0" marR="0" algn="ctr">
                        <a:lnSpc>
                          <a:spcPct val="107000"/>
                        </a:lnSpc>
                        <a:spcBef>
                          <a:spcPts val="0"/>
                        </a:spcBef>
                        <a:spcAft>
                          <a:spcPts val="0"/>
                        </a:spcAft>
                      </a:pPr>
                      <a:r>
                        <a:rPr lang="id-ID" sz="800">
                          <a:effectLst/>
                        </a:rPr>
                        <a:t>Decision</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hMerge="1">
                  <a:txBody>
                    <a:bodyPr/>
                    <a:lstStyle/>
                    <a:p>
                      <a:endParaRPr lang="en-US"/>
                    </a:p>
                  </a:txBody>
                  <a:tcPr/>
                </a:tc>
                <a:tc hMerge="1">
                  <a:txBody>
                    <a:bodyPr/>
                    <a:lstStyle/>
                    <a:p>
                      <a:endParaRPr lang="en-US"/>
                    </a:p>
                  </a:txBody>
                  <a:tcPr/>
                </a:tc>
                <a:tc rowSpan="2">
                  <a:txBody>
                    <a:bodyPr/>
                    <a:lstStyle/>
                    <a:p>
                      <a:pPr marL="0" marR="0" algn="ctr">
                        <a:lnSpc>
                          <a:spcPct val="107000"/>
                        </a:lnSpc>
                        <a:spcBef>
                          <a:spcPts val="0"/>
                        </a:spcBef>
                        <a:spcAft>
                          <a:spcPts val="0"/>
                        </a:spcAft>
                      </a:pPr>
                      <a:r>
                        <a:rPr lang="id-ID" sz="800" dirty="0" err="1">
                          <a:effectLst/>
                        </a:rPr>
                        <a:t>Entropy</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rowSpan="2">
                  <a:txBody>
                    <a:bodyPr/>
                    <a:lstStyle/>
                    <a:p>
                      <a:pPr marL="0" marR="0" algn="ctr">
                        <a:lnSpc>
                          <a:spcPct val="107000"/>
                        </a:lnSpc>
                        <a:spcBef>
                          <a:spcPts val="0"/>
                        </a:spcBef>
                        <a:spcAft>
                          <a:spcPts val="0"/>
                        </a:spcAft>
                      </a:pPr>
                      <a:r>
                        <a:rPr lang="id-ID" sz="800">
                          <a:effectLst/>
                        </a:rPr>
                        <a:t>Information Gain</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extLst>
                  <a:ext uri="{0D108BD9-81ED-4DB2-BD59-A6C34878D82A}">
                    <a16:rowId xmlns:a16="http://schemas.microsoft.com/office/drawing/2014/main" val="2016727775"/>
                  </a:ext>
                </a:extLst>
              </a:tr>
              <a:tr h="166494">
                <a:tc vMerge="1">
                  <a:txBody>
                    <a:bodyPr/>
                    <a:lstStyle/>
                    <a:p>
                      <a:endParaRPr lang="en-US"/>
                    </a:p>
                  </a:txBody>
                  <a:tcPr/>
                </a:tc>
                <a:tc>
                  <a:txBody>
                    <a:bodyPr/>
                    <a:lstStyle/>
                    <a:p>
                      <a:pPr marL="0" marR="0" algn="ctr">
                        <a:lnSpc>
                          <a:spcPct val="107000"/>
                        </a:lnSpc>
                        <a:spcBef>
                          <a:spcPts val="0"/>
                        </a:spcBef>
                        <a:spcAft>
                          <a:spcPts val="0"/>
                        </a:spcAft>
                      </a:pPr>
                      <a:r>
                        <a:rPr lang="id-ID" sz="800">
                          <a:effectLst/>
                        </a:rPr>
                        <a:t>Yes</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No</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Total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568116930"/>
                  </a:ext>
                </a:extLst>
              </a:tr>
              <a:tr h="166494">
                <a:tc>
                  <a:txBody>
                    <a:bodyPr/>
                    <a:lstStyle/>
                    <a:p>
                      <a:pPr marL="0" marR="0">
                        <a:lnSpc>
                          <a:spcPct val="107000"/>
                        </a:lnSpc>
                        <a:spcBef>
                          <a:spcPts val="0"/>
                        </a:spcBef>
                        <a:spcAft>
                          <a:spcPts val="0"/>
                        </a:spcAft>
                      </a:pPr>
                      <a:r>
                        <a:rPr lang="id-ID" sz="800">
                          <a:effectLst/>
                        </a:rPr>
                        <a:t>Humidity | High</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tc>
                <a:tc>
                  <a:txBody>
                    <a:bodyPr/>
                    <a:lstStyle/>
                    <a:p>
                      <a:pPr marL="0" marR="0" algn="ctr">
                        <a:lnSpc>
                          <a:spcPct val="107000"/>
                        </a:lnSpc>
                        <a:spcBef>
                          <a:spcPts val="0"/>
                        </a:spcBef>
                        <a:spcAft>
                          <a:spcPts val="0"/>
                        </a:spcAft>
                      </a:pPr>
                      <a:r>
                        <a:rPr lang="id-ID" sz="800">
                          <a:effectLst/>
                        </a:rPr>
                        <a:t>3</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tc>
                <a:tc>
                  <a:txBody>
                    <a:bodyPr/>
                    <a:lstStyle/>
                    <a:p>
                      <a:pPr marL="0" marR="0" algn="ctr">
                        <a:lnSpc>
                          <a:spcPct val="107000"/>
                        </a:lnSpc>
                        <a:spcBef>
                          <a:spcPts val="0"/>
                        </a:spcBef>
                        <a:spcAft>
                          <a:spcPts val="0"/>
                        </a:spcAft>
                      </a:pPr>
                      <a:r>
                        <a:rPr lang="id-ID" sz="800">
                          <a:effectLst/>
                        </a:rPr>
                        <a:t>7</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tc>
                <a:tc>
                  <a:txBody>
                    <a:bodyPr/>
                    <a:lstStyle/>
                    <a:p>
                      <a:pPr marL="0" marR="0" algn="ctr">
                        <a:lnSpc>
                          <a:spcPct val="107000"/>
                        </a:lnSpc>
                        <a:spcBef>
                          <a:spcPts val="0"/>
                        </a:spcBef>
                        <a:spcAft>
                          <a:spcPts val="0"/>
                        </a:spcAft>
                      </a:pPr>
                      <a:r>
                        <a:rPr lang="id-ID" sz="800">
                          <a:effectLst/>
                        </a:rPr>
                        <a:t>0.985</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tc>
                <a:tc>
                  <a:txBody>
                    <a:bodyPr/>
                    <a:lstStyle/>
                    <a:p>
                      <a:pPr marL="0" marR="0" algn="ctr">
                        <a:lnSpc>
                          <a:spcPct val="107000"/>
                        </a:lnSpc>
                        <a:spcBef>
                          <a:spcPts val="0"/>
                        </a:spcBef>
                        <a:spcAft>
                          <a:spcPts val="0"/>
                        </a:spcAft>
                      </a:pPr>
                      <a:r>
                        <a:rPr lang="id-ID" sz="800">
                          <a:effectLst/>
                        </a:rPr>
                        <a:t> </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extLst>
                  <a:ext uri="{0D108BD9-81ED-4DB2-BD59-A6C34878D82A}">
                    <a16:rowId xmlns:a16="http://schemas.microsoft.com/office/drawing/2014/main" val="848002137"/>
                  </a:ext>
                </a:extLst>
              </a:tr>
              <a:tr h="166494">
                <a:tc gridSpan="6">
                  <a:txBody>
                    <a:bodyPr/>
                    <a:lstStyle/>
                    <a:p>
                      <a:pPr marL="0" marR="0">
                        <a:lnSpc>
                          <a:spcPct val="107000"/>
                        </a:lnSpc>
                        <a:spcBef>
                          <a:spcPts val="0"/>
                        </a:spcBef>
                        <a:spcAft>
                          <a:spcPts val="0"/>
                        </a:spcAft>
                      </a:pPr>
                      <a:r>
                        <a:rPr lang="id-ID" sz="800">
                          <a:effectLst/>
                        </a:rPr>
                        <a:t>Outlook</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23887681"/>
                  </a:ext>
                </a:extLst>
              </a:tr>
              <a:tr h="166494">
                <a:tc>
                  <a:txBody>
                    <a:bodyPr/>
                    <a:lstStyle/>
                    <a:p>
                      <a:pPr marL="342900" marR="0" lvl="0" indent="-342900" rtl="0">
                        <a:lnSpc>
                          <a:spcPct val="107000"/>
                        </a:lnSpc>
                        <a:spcBef>
                          <a:spcPts val="0"/>
                        </a:spcBef>
                        <a:spcAft>
                          <a:spcPts val="0"/>
                        </a:spcAft>
                        <a:buFont typeface="Symbol" panose="05050102010706020507" pitchFamily="18" charset="2"/>
                        <a:buChar char=""/>
                      </a:pPr>
                      <a:r>
                        <a:rPr lang="id-ID" sz="800">
                          <a:effectLst/>
                        </a:rPr>
                        <a:t>Overcast</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2</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2</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tc>
                <a:tc rowSpan="3">
                  <a:txBody>
                    <a:bodyPr/>
                    <a:lstStyle/>
                    <a:p>
                      <a:pPr marL="0" marR="0" algn="ctr">
                        <a:lnSpc>
                          <a:spcPct val="107000"/>
                        </a:lnSpc>
                        <a:spcBef>
                          <a:spcPts val="0"/>
                        </a:spcBef>
                        <a:spcAft>
                          <a:spcPts val="0"/>
                        </a:spcAft>
                      </a:pPr>
                      <a:r>
                        <a:rPr lang="id-ID" sz="800">
                          <a:effectLst/>
                        </a:rPr>
                        <a:t>0.6995</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extLst>
                  <a:ext uri="{0D108BD9-81ED-4DB2-BD59-A6C34878D82A}">
                    <a16:rowId xmlns:a16="http://schemas.microsoft.com/office/drawing/2014/main" val="3987800749"/>
                  </a:ext>
                </a:extLst>
              </a:tr>
              <a:tr h="166494">
                <a:tc>
                  <a:txBody>
                    <a:bodyPr/>
                    <a:lstStyle/>
                    <a:p>
                      <a:pPr marL="342900" marR="0" lvl="0" indent="-342900" rtl="0">
                        <a:lnSpc>
                          <a:spcPct val="107000"/>
                        </a:lnSpc>
                        <a:spcBef>
                          <a:spcPts val="0"/>
                        </a:spcBef>
                        <a:spcAft>
                          <a:spcPts val="0"/>
                        </a:spcAft>
                        <a:buFont typeface="Symbol" panose="05050102010706020507" pitchFamily="18" charset="2"/>
                        <a:buChar char=""/>
                      </a:pPr>
                      <a:r>
                        <a:rPr lang="id-ID" sz="800">
                          <a:effectLst/>
                        </a:rPr>
                        <a:t>Rain</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1</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1</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2</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1</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tc>
                <a:tc vMerge="1">
                  <a:txBody>
                    <a:bodyPr/>
                    <a:lstStyle/>
                    <a:p>
                      <a:endParaRPr lang="en-US"/>
                    </a:p>
                  </a:txBody>
                  <a:tcPr/>
                </a:tc>
                <a:extLst>
                  <a:ext uri="{0D108BD9-81ED-4DB2-BD59-A6C34878D82A}">
                    <a16:rowId xmlns:a16="http://schemas.microsoft.com/office/drawing/2014/main" val="1205317178"/>
                  </a:ext>
                </a:extLst>
              </a:tr>
              <a:tr h="166494">
                <a:tc>
                  <a:txBody>
                    <a:bodyPr/>
                    <a:lstStyle/>
                    <a:p>
                      <a:pPr marL="342900" marR="0" lvl="0" indent="-342900" rtl="0">
                        <a:lnSpc>
                          <a:spcPct val="107000"/>
                        </a:lnSpc>
                        <a:spcBef>
                          <a:spcPts val="0"/>
                        </a:spcBef>
                        <a:spcAft>
                          <a:spcPts val="0"/>
                        </a:spcAft>
                        <a:buFont typeface="Symbol" panose="05050102010706020507" pitchFamily="18" charset="2"/>
                        <a:buChar char=""/>
                      </a:pPr>
                      <a:r>
                        <a:rPr lang="id-ID" sz="800">
                          <a:effectLst/>
                        </a:rPr>
                        <a:t>Sunny</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3</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3</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tc>
                <a:tc vMerge="1">
                  <a:txBody>
                    <a:bodyPr/>
                    <a:lstStyle/>
                    <a:p>
                      <a:endParaRPr lang="en-US"/>
                    </a:p>
                  </a:txBody>
                  <a:tcPr/>
                </a:tc>
                <a:extLst>
                  <a:ext uri="{0D108BD9-81ED-4DB2-BD59-A6C34878D82A}">
                    <a16:rowId xmlns:a16="http://schemas.microsoft.com/office/drawing/2014/main" val="3427473920"/>
                  </a:ext>
                </a:extLst>
              </a:tr>
              <a:tr h="166494">
                <a:tc gridSpan="6">
                  <a:txBody>
                    <a:bodyPr/>
                    <a:lstStyle/>
                    <a:p>
                      <a:pPr marL="0" marR="0">
                        <a:lnSpc>
                          <a:spcPct val="107000"/>
                        </a:lnSpc>
                        <a:spcBef>
                          <a:spcPts val="0"/>
                        </a:spcBef>
                        <a:spcAft>
                          <a:spcPts val="0"/>
                        </a:spcAft>
                      </a:pPr>
                      <a:r>
                        <a:rPr lang="id-ID" sz="800">
                          <a:effectLst/>
                        </a:rPr>
                        <a:t>Temp.</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58936073"/>
                  </a:ext>
                </a:extLst>
              </a:tr>
              <a:tr h="166494">
                <a:tc>
                  <a:txBody>
                    <a:bodyPr/>
                    <a:lstStyle/>
                    <a:p>
                      <a:pPr marL="342900" marR="0" lvl="0" indent="-342900" rtl="0">
                        <a:lnSpc>
                          <a:spcPct val="107000"/>
                        </a:lnSpc>
                        <a:spcBef>
                          <a:spcPts val="0"/>
                        </a:spcBef>
                        <a:spcAft>
                          <a:spcPts val="0"/>
                        </a:spcAft>
                        <a:buFont typeface="Symbol" panose="05050102010706020507" pitchFamily="18" charset="2"/>
                        <a:buChar char=""/>
                      </a:pPr>
                      <a:r>
                        <a:rPr lang="id-ID" sz="800">
                          <a:effectLst/>
                        </a:rPr>
                        <a:t>Cool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tc>
                <a:tc rowSpan="3">
                  <a:txBody>
                    <a:bodyPr/>
                    <a:lstStyle/>
                    <a:p>
                      <a:pPr marL="0" marR="0" algn="ctr">
                        <a:lnSpc>
                          <a:spcPct val="107000"/>
                        </a:lnSpc>
                        <a:spcBef>
                          <a:spcPts val="0"/>
                        </a:spcBef>
                        <a:spcAft>
                          <a:spcPts val="0"/>
                        </a:spcAft>
                      </a:pPr>
                      <a:r>
                        <a:rPr lang="id-ID" sz="800">
                          <a:effectLst/>
                        </a:rPr>
                        <a:t>0.0203</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extLst>
                  <a:ext uri="{0D108BD9-81ED-4DB2-BD59-A6C34878D82A}">
                    <a16:rowId xmlns:a16="http://schemas.microsoft.com/office/drawing/2014/main" val="2531361878"/>
                  </a:ext>
                </a:extLst>
              </a:tr>
              <a:tr h="166494">
                <a:tc>
                  <a:txBody>
                    <a:bodyPr/>
                    <a:lstStyle/>
                    <a:p>
                      <a:pPr marL="342900" marR="0" lvl="0" indent="-342900" rtl="0">
                        <a:lnSpc>
                          <a:spcPct val="107000"/>
                        </a:lnSpc>
                        <a:spcBef>
                          <a:spcPts val="0"/>
                        </a:spcBef>
                        <a:spcAft>
                          <a:spcPts val="0"/>
                        </a:spcAft>
                        <a:buFont typeface="Symbol" panose="05050102010706020507" pitchFamily="18" charset="2"/>
                        <a:buChar char=""/>
                      </a:pPr>
                      <a:r>
                        <a:rPr lang="id-ID" sz="800">
                          <a:effectLst/>
                        </a:rPr>
                        <a:t>Hot</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1</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2</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3</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0.918</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tc>
                <a:tc vMerge="1">
                  <a:txBody>
                    <a:bodyPr/>
                    <a:lstStyle/>
                    <a:p>
                      <a:endParaRPr lang="en-US"/>
                    </a:p>
                  </a:txBody>
                  <a:tcPr/>
                </a:tc>
                <a:extLst>
                  <a:ext uri="{0D108BD9-81ED-4DB2-BD59-A6C34878D82A}">
                    <a16:rowId xmlns:a16="http://schemas.microsoft.com/office/drawing/2014/main" val="3775949384"/>
                  </a:ext>
                </a:extLst>
              </a:tr>
              <a:tr h="166494">
                <a:tc>
                  <a:txBody>
                    <a:bodyPr/>
                    <a:lstStyle/>
                    <a:p>
                      <a:pPr marL="342900" marR="0" lvl="0" indent="-342900" rtl="0">
                        <a:lnSpc>
                          <a:spcPct val="107000"/>
                        </a:lnSpc>
                        <a:spcBef>
                          <a:spcPts val="0"/>
                        </a:spcBef>
                        <a:spcAft>
                          <a:spcPts val="0"/>
                        </a:spcAft>
                        <a:buFont typeface="Symbol" panose="05050102010706020507" pitchFamily="18" charset="2"/>
                        <a:buChar char=""/>
                      </a:pPr>
                      <a:r>
                        <a:rPr lang="id-ID" sz="800">
                          <a:effectLst/>
                        </a:rPr>
                        <a:t>Mild</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2</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2</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a:txBody>
                    <a:bodyPr/>
                    <a:lstStyle/>
                    <a:p>
                      <a:pPr marL="0" marR="0" algn="ctr">
                        <a:lnSpc>
                          <a:spcPct val="107000"/>
                        </a:lnSpc>
                        <a:spcBef>
                          <a:spcPts val="0"/>
                        </a:spcBef>
                        <a:spcAft>
                          <a:spcPts val="0"/>
                        </a:spcAft>
                      </a:pPr>
                      <a:r>
                        <a:rPr lang="id-ID" sz="800">
                          <a:effectLst/>
                        </a:rPr>
                        <a:t>1</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tc>
                <a:tc vMerge="1">
                  <a:txBody>
                    <a:bodyPr/>
                    <a:lstStyle/>
                    <a:p>
                      <a:endParaRPr lang="en-US"/>
                    </a:p>
                  </a:txBody>
                  <a:tcPr/>
                </a:tc>
                <a:extLst>
                  <a:ext uri="{0D108BD9-81ED-4DB2-BD59-A6C34878D82A}">
                    <a16:rowId xmlns:a16="http://schemas.microsoft.com/office/drawing/2014/main" val="2869947441"/>
                  </a:ext>
                </a:extLst>
              </a:tr>
              <a:tr h="166494">
                <a:tc gridSpan="6">
                  <a:txBody>
                    <a:bodyPr/>
                    <a:lstStyle/>
                    <a:p>
                      <a:pPr marL="0" marR="0">
                        <a:lnSpc>
                          <a:spcPct val="107000"/>
                        </a:lnSpc>
                        <a:spcBef>
                          <a:spcPts val="0"/>
                        </a:spcBef>
                        <a:spcAft>
                          <a:spcPts val="0"/>
                        </a:spcAft>
                      </a:pPr>
                      <a:r>
                        <a:rPr lang="id-ID" sz="800">
                          <a:effectLst/>
                        </a:rPr>
                        <a:t>Wind</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58373125"/>
                  </a:ext>
                </a:extLst>
              </a:tr>
              <a:tr h="166494">
                <a:tc>
                  <a:txBody>
                    <a:bodyPr/>
                    <a:lstStyle/>
                    <a:p>
                      <a:pPr marL="342900" marR="0" lvl="0" indent="-342900" rtl="0">
                        <a:lnSpc>
                          <a:spcPct val="107000"/>
                        </a:lnSpc>
                        <a:spcBef>
                          <a:spcPts val="0"/>
                        </a:spcBef>
                        <a:spcAft>
                          <a:spcPts val="0"/>
                        </a:spcAft>
                        <a:buFont typeface="Symbol" panose="05050102010706020507" pitchFamily="18" charset="2"/>
                        <a:buChar char=""/>
                      </a:pPr>
                      <a:r>
                        <a:rPr lang="id-ID" sz="800">
                          <a:effectLst/>
                        </a:rPr>
                        <a:t>Weak</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tc>
                <a:tc>
                  <a:txBody>
                    <a:bodyPr/>
                    <a:lstStyle/>
                    <a:p>
                      <a:pPr marL="0" marR="0" algn="ctr">
                        <a:lnSpc>
                          <a:spcPct val="107000"/>
                        </a:lnSpc>
                        <a:spcBef>
                          <a:spcPts val="0"/>
                        </a:spcBef>
                        <a:spcAft>
                          <a:spcPts val="0"/>
                        </a:spcAft>
                      </a:pPr>
                      <a:r>
                        <a:rPr lang="id-ID" sz="800">
                          <a:effectLst/>
                        </a:rPr>
                        <a:t>2</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tc>
                <a:tc>
                  <a:txBody>
                    <a:bodyPr/>
                    <a:lstStyle/>
                    <a:p>
                      <a:pPr marL="0" marR="0" algn="ctr">
                        <a:lnSpc>
                          <a:spcPct val="107000"/>
                        </a:lnSpc>
                        <a:spcBef>
                          <a:spcPts val="0"/>
                        </a:spcBef>
                        <a:spcAft>
                          <a:spcPts val="0"/>
                        </a:spcAft>
                      </a:pPr>
                      <a:r>
                        <a:rPr lang="id-ID" sz="800">
                          <a:effectLst/>
                        </a:rPr>
                        <a:t>2</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tc>
                <a:tc>
                  <a:txBody>
                    <a:bodyPr/>
                    <a:lstStyle/>
                    <a:p>
                      <a:pPr marL="0" marR="0" algn="ctr">
                        <a:lnSpc>
                          <a:spcPct val="107000"/>
                        </a:lnSpc>
                        <a:spcBef>
                          <a:spcPts val="0"/>
                        </a:spcBef>
                        <a:spcAft>
                          <a:spcPts val="0"/>
                        </a:spcAft>
                      </a:pPr>
                      <a:r>
                        <a:rPr lang="id-ID" sz="800">
                          <a:effectLst/>
                        </a:rPr>
                        <a:t>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tc>
                <a:tc>
                  <a:txBody>
                    <a:bodyPr/>
                    <a:lstStyle/>
                    <a:p>
                      <a:pPr marL="0" marR="0" algn="ctr">
                        <a:lnSpc>
                          <a:spcPct val="107000"/>
                        </a:lnSpc>
                        <a:spcBef>
                          <a:spcPts val="0"/>
                        </a:spcBef>
                        <a:spcAft>
                          <a:spcPts val="0"/>
                        </a:spcAft>
                      </a:pPr>
                      <a:r>
                        <a:rPr lang="id-ID" sz="800">
                          <a:effectLst/>
                        </a:rPr>
                        <a:t>1</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tc>
                <a:tc rowSpan="2">
                  <a:txBody>
                    <a:bodyPr/>
                    <a:lstStyle/>
                    <a:p>
                      <a:pPr marL="0" marR="0" algn="ctr">
                        <a:lnSpc>
                          <a:spcPct val="107000"/>
                        </a:lnSpc>
                        <a:spcBef>
                          <a:spcPts val="0"/>
                        </a:spcBef>
                        <a:spcAft>
                          <a:spcPts val="0"/>
                        </a:spcAft>
                      </a:pPr>
                      <a:r>
                        <a:rPr lang="id-ID" sz="800">
                          <a:effectLst/>
                        </a:rPr>
                        <a:t>0.0203</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nchor="ctr"/>
                </a:tc>
                <a:extLst>
                  <a:ext uri="{0D108BD9-81ED-4DB2-BD59-A6C34878D82A}">
                    <a16:rowId xmlns:a16="http://schemas.microsoft.com/office/drawing/2014/main" val="4218041046"/>
                  </a:ext>
                </a:extLst>
              </a:tr>
              <a:tr h="166494">
                <a:tc>
                  <a:txBody>
                    <a:bodyPr/>
                    <a:lstStyle/>
                    <a:p>
                      <a:pPr marL="342900" marR="0" lvl="0" indent="-342900" rtl="0">
                        <a:lnSpc>
                          <a:spcPct val="107000"/>
                        </a:lnSpc>
                        <a:spcBef>
                          <a:spcPts val="0"/>
                        </a:spcBef>
                        <a:spcAft>
                          <a:spcPts val="0"/>
                        </a:spcAft>
                        <a:buFont typeface="Symbol" panose="05050102010706020507" pitchFamily="18" charset="2"/>
                        <a:buChar char=""/>
                      </a:pPr>
                      <a:r>
                        <a:rPr lang="id-ID" sz="800">
                          <a:effectLst/>
                        </a:rPr>
                        <a:t>Strong</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tc>
                <a:tc>
                  <a:txBody>
                    <a:bodyPr/>
                    <a:lstStyle/>
                    <a:p>
                      <a:pPr marL="0" marR="0" algn="ctr">
                        <a:lnSpc>
                          <a:spcPct val="107000"/>
                        </a:lnSpc>
                        <a:spcBef>
                          <a:spcPts val="0"/>
                        </a:spcBef>
                        <a:spcAft>
                          <a:spcPts val="0"/>
                        </a:spcAft>
                      </a:pPr>
                      <a:r>
                        <a:rPr lang="id-ID" sz="800">
                          <a:effectLst/>
                        </a:rPr>
                        <a:t>1</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tc>
                <a:tc>
                  <a:txBody>
                    <a:bodyPr/>
                    <a:lstStyle/>
                    <a:p>
                      <a:pPr marL="0" marR="0" algn="ctr">
                        <a:lnSpc>
                          <a:spcPct val="107000"/>
                        </a:lnSpc>
                        <a:spcBef>
                          <a:spcPts val="0"/>
                        </a:spcBef>
                        <a:spcAft>
                          <a:spcPts val="0"/>
                        </a:spcAft>
                      </a:pPr>
                      <a:r>
                        <a:rPr lang="id-ID" sz="800">
                          <a:effectLst/>
                        </a:rPr>
                        <a:t>2</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tc>
                <a:tc>
                  <a:txBody>
                    <a:bodyPr/>
                    <a:lstStyle/>
                    <a:p>
                      <a:pPr marL="0" marR="0" algn="ctr">
                        <a:lnSpc>
                          <a:spcPct val="107000"/>
                        </a:lnSpc>
                        <a:spcBef>
                          <a:spcPts val="0"/>
                        </a:spcBef>
                        <a:spcAft>
                          <a:spcPts val="0"/>
                        </a:spcAft>
                      </a:pPr>
                      <a:r>
                        <a:rPr lang="id-ID" sz="800">
                          <a:effectLst/>
                        </a:rPr>
                        <a:t>3</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tc>
                <a:tc>
                  <a:txBody>
                    <a:bodyPr/>
                    <a:lstStyle/>
                    <a:p>
                      <a:pPr marL="0" marR="0" algn="ctr">
                        <a:lnSpc>
                          <a:spcPct val="107000"/>
                        </a:lnSpc>
                        <a:spcBef>
                          <a:spcPts val="0"/>
                        </a:spcBef>
                        <a:spcAft>
                          <a:spcPts val="0"/>
                        </a:spcAft>
                      </a:pPr>
                      <a:r>
                        <a:rPr lang="id-ID" sz="800" dirty="0">
                          <a:effectLst/>
                        </a:rPr>
                        <a:t>0.918</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40457" marR="40457" marT="0" marB="0"/>
                </a:tc>
                <a:tc vMerge="1">
                  <a:txBody>
                    <a:bodyPr/>
                    <a:lstStyle/>
                    <a:p>
                      <a:endParaRPr lang="en-US"/>
                    </a:p>
                  </a:txBody>
                  <a:tcPr/>
                </a:tc>
                <a:extLst>
                  <a:ext uri="{0D108BD9-81ED-4DB2-BD59-A6C34878D82A}">
                    <a16:rowId xmlns:a16="http://schemas.microsoft.com/office/drawing/2014/main" val="4026033361"/>
                  </a:ext>
                </a:extLst>
              </a:tr>
            </a:tbl>
          </a:graphicData>
        </a:graphic>
      </p:graphicFrame>
      <p:sp>
        <p:nvSpPr>
          <p:cNvPr id="2" name="Judul 1">
            <a:extLst>
              <a:ext uri="{FF2B5EF4-FFF2-40B4-BE49-F238E27FC236}">
                <a16:creationId xmlns:a16="http://schemas.microsoft.com/office/drawing/2014/main" id="{8C371A7B-7B5A-46D3-92BF-D13065B8393A}"/>
              </a:ext>
            </a:extLst>
          </p:cNvPr>
          <p:cNvSpPr>
            <a:spLocks noGrp="1"/>
          </p:cNvSpPr>
          <p:nvPr>
            <p:ph type="title"/>
          </p:nvPr>
        </p:nvSpPr>
        <p:spPr/>
        <p:txBody>
          <a:bodyPr anchor="ctr">
            <a:normAutofit/>
          </a:bodyPr>
          <a:lstStyle/>
          <a:p>
            <a:r>
              <a:rPr lang="id-ID" dirty="0"/>
              <a:t>Lakukan pencarian cabang</a:t>
            </a:r>
            <a:endParaRPr lang="en-US" dirty="0"/>
          </a:p>
        </p:txBody>
      </p:sp>
      <p:graphicFrame>
        <p:nvGraphicFramePr>
          <p:cNvPr id="4" name="Tampungan Konten 3">
            <a:extLst>
              <a:ext uri="{FF2B5EF4-FFF2-40B4-BE49-F238E27FC236}">
                <a16:creationId xmlns:a16="http://schemas.microsoft.com/office/drawing/2014/main" id="{D37FF42E-00F2-48C1-BC23-08B95ED3E29F}"/>
              </a:ext>
            </a:extLst>
          </p:cNvPr>
          <p:cNvGraphicFramePr>
            <a:graphicFrameLocks noGrp="1"/>
          </p:cNvGraphicFramePr>
          <p:nvPr>
            <p:ph idx="1"/>
          </p:nvPr>
        </p:nvGraphicFramePr>
        <p:xfrm>
          <a:off x="124691" y="1406292"/>
          <a:ext cx="3096816" cy="2330920"/>
        </p:xfrm>
        <a:graphic>
          <a:graphicData uri="http://schemas.openxmlformats.org/drawingml/2006/table">
            <a:tbl>
              <a:tblPr firstRow="1" firstCol="1" bandRow="1">
                <a:tableStyleId>{5C22544A-7EE6-4342-B048-85BDC9FD1C3A}</a:tableStyleId>
              </a:tblPr>
              <a:tblGrid>
                <a:gridCol w="516136">
                  <a:extLst>
                    <a:ext uri="{9D8B030D-6E8A-4147-A177-3AD203B41FA5}">
                      <a16:colId xmlns:a16="http://schemas.microsoft.com/office/drawing/2014/main" val="1394917379"/>
                    </a:ext>
                  </a:extLst>
                </a:gridCol>
                <a:gridCol w="516136">
                  <a:extLst>
                    <a:ext uri="{9D8B030D-6E8A-4147-A177-3AD203B41FA5}">
                      <a16:colId xmlns:a16="http://schemas.microsoft.com/office/drawing/2014/main" val="1405941546"/>
                    </a:ext>
                  </a:extLst>
                </a:gridCol>
                <a:gridCol w="516136">
                  <a:extLst>
                    <a:ext uri="{9D8B030D-6E8A-4147-A177-3AD203B41FA5}">
                      <a16:colId xmlns:a16="http://schemas.microsoft.com/office/drawing/2014/main" val="4237718667"/>
                    </a:ext>
                  </a:extLst>
                </a:gridCol>
                <a:gridCol w="516136">
                  <a:extLst>
                    <a:ext uri="{9D8B030D-6E8A-4147-A177-3AD203B41FA5}">
                      <a16:colId xmlns:a16="http://schemas.microsoft.com/office/drawing/2014/main" val="1251512067"/>
                    </a:ext>
                  </a:extLst>
                </a:gridCol>
                <a:gridCol w="516136">
                  <a:extLst>
                    <a:ext uri="{9D8B030D-6E8A-4147-A177-3AD203B41FA5}">
                      <a16:colId xmlns:a16="http://schemas.microsoft.com/office/drawing/2014/main" val="699863143"/>
                    </a:ext>
                  </a:extLst>
                </a:gridCol>
                <a:gridCol w="516136">
                  <a:extLst>
                    <a:ext uri="{9D8B030D-6E8A-4147-A177-3AD203B41FA5}">
                      <a16:colId xmlns:a16="http://schemas.microsoft.com/office/drawing/2014/main" val="1127509756"/>
                    </a:ext>
                  </a:extLst>
                </a:gridCol>
              </a:tblGrid>
              <a:tr h="291365">
                <a:tc>
                  <a:txBody>
                    <a:bodyPr/>
                    <a:lstStyle/>
                    <a:p>
                      <a:pPr marL="0" marR="0" algn="ctr">
                        <a:lnSpc>
                          <a:spcPct val="107000"/>
                        </a:lnSpc>
                        <a:spcBef>
                          <a:spcPts val="0"/>
                        </a:spcBef>
                        <a:spcAft>
                          <a:spcPts val="0"/>
                        </a:spcAft>
                      </a:pPr>
                      <a:r>
                        <a:rPr lang="id-ID" sz="800">
                          <a:effectLst/>
                        </a:rPr>
                        <a:t>ID</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Outlook</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Temp.</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Humidity</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Wind</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Decision</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extLst>
                  <a:ext uri="{0D108BD9-81ED-4DB2-BD59-A6C34878D82A}">
                    <a16:rowId xmlns:a16="http://schemas.microsoft.com/office/drawing/2014/main" val="73460058"/>
                  </a:ext>
                </a:extLst>
              </a:tr>
              <a:tr h="291365">
                <a:tc>
                  <a:txBody>
                    <a:bodyPr/>
                    <a:lstStyle/>
                    <a:p>
                      <a:pPr marL="0" marR="0" algn="ctr">
                        <a:lnSpc>
                          <a:spcPct val="107000"/>
                        </a:lnSpc>
                        <a:spcBef>
                          <a:spcPts val="0"/>
                        </a:spcBef>
                        <a:spcAft>
                          <a:spcPts val="0"/>
                        </a:spcAft>
                      </a:pPr>
                      <a:r>
                        <a:rPr lang="id-ID" sz="800">
                          <a:effectLst/>
                        </a:rPr>
                        <a:t>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Sunny</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Hot</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High</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dirty="0" err="1">
                          <a:effectLst/>
                        </a:rPr>
                        <a:t>Weak</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No</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extLst>
                  <a:ext uri="{0D108BD9-81ED-4DB2-BD59-A6C34878D82A}">
                    <a16:rowId xmlns:a16="http://schemas.microsoft.com/office/drawing/2014/main" val="3774323863"/>
                  </a:ext>
                </a:extLst>
              </a:tr>
              <a:tr h="291365">
                <a:tc>
                  <a:txBody>
                    <a:bodyPr/>
                    <a:lstStyle/>
                    <a:p>
                      <a:pPr marL="0" marR="0" algn="ctr">
                        <a:lnSpc>
                          <a:spcPct val="107000"/>
                        </a:lnSpc>
                        <a:spcBef>
                          <a:spcPts val="0"/>
                        </a:spcBef>
                        <a:spcAft>
                          <a:spcPts val="0"/>
                        </a:spcAft>
                      </a:pPr>
                      <a:r>
                        <a:rPr lang="id-ID" sz="800">
                          <a:effectLst/>
                        </a:rPr>
                        <a:t>1</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Sunny</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Hot</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High</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Strong</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No</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extLst>
                  <a:ext uri="{0D108BD9-81ED-4DB2-BD59-A6C34878D82A}">
                    <a16:rowId xmlns:a16="http://schemas.microsoft.com/office/drawing/2014/main" val="1478189983"/>
                  </a:ext>
                </a:extLst>
              </a:tr>
              <a:tr h="291365">
                <a:tc>
                  <a:txBody>
                    <a:bodyPr/>
                    <a:lstStyle/>
                    <a:p>
                      <a:pPr marL="0" marR="0" algn="ctr">
                        <a:lnSpc>
                          <a:spcPct val="107000"/>
                        </a:lnSpc>
                        <a:spcBef>
                          <a:spcPts val="0"/>
                        </a:spcBef>
                        <a:spcAft>
                          <a:spcPts val="0"/>
                        </a:spcAft>
                      </a:pPr>
                      <a:r>
                        <a:rPr lang="id-ID" sz="800">
                          <a:effectLst/>
                        </a:rPr>
                        <a:t>2</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Overcast</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Hot</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High</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Weak</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Yes</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extLst>
                  <a:ext uri="{0D108BD9-81ED-4DB2-BD59-A6C34878D82A}">
                    <a16:rowId xmlns:a16="http://schemas.microsoft.com/office/drawing/2014/main" val="3277191151"/>
                  </a:ext>
                </a:extLst>
              </a:tr>
              <a:tr h="291365">
                <a:tc>
                  <a:txBody>
                    <a:bodyPr/>
                    <a:lstStyle/>
                    <a:p>
                      <a:pPr marL="0" marR="0" algn="ctr">
                        <a:lnSpc>
                          <a:spcPct val="107000"/>
                        </a:lnSpc>
                        <a:spcBef>
                          <a:spcPts val="0"/>
                        </a:spcBef>
                        <a:spcAft>
                          <a:spcPts val="0"/>
                        </a:spcAft>
                      </a:pPr>
                      <a:r>
                        <a:rPr lang="id-ID" sz="800">
                          <a:effectLst/>
                        </a:rPr>
                        <a:t>3</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Rain</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Mild</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High</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Weak</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Yes</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extLst>
                  <a:ext uri="{0D108BD9-81ED-4DB2-BD59-A6C34878D82A}">
                    <a16:rowId xmlns:a16="http://schemas.microsoft.com/office/drawing/2014/main" val="248520563"/>
                  </a:ext>
                </a:extLst>
              </a:tr>
              <a:tr h="291365">
                <a:tc>
                  <a:txBody>
                    <a:bodyPr/>
                    <a:lstStyle/>
                    <a:p>
                      <a:pPr marL="0" marR="0" algn="ctr">
                        <a:lnSpc>
                          <a:spcPct val="107000"/>
                        </a:lnSpc>
                        <a:spcBef>
                          <a:spcPts val="0"/>
                        </a:spcBef>
                        <a:spcAft>
                          <a:spcPts val="0"/>
                        </a:spcAft>
                      </a:pPr>
                      <a:r>
                        <a:rPr lang="id-ID" sz="800">
                          <a:effectLst/>
                        </a:rPr>
                        <a:t>7</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Sunny</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Mild</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High</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Weak</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No</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extLst>
                  <a:ext uri="{0D108BD9-81ED-4DB2-BD59-A6C34878D82A}">
                    <a16:rowId xmlns:a16="http://schemas.microsoft.com/office/drawing/2014/main" val="2650681821"/>
                  </a:ext>
                </a:extLst>
              </a:tr>
              <a:tr h="291365">
                <a:tc>
                  <a:txBody>
                    <a:bodyPr/>
                    <a:lstStyle/>
                    <a:p>
                      <a:pPr marL="0" marR="0" algn="ctr">
                        <a:lnSpc>
                          <a:spcPct val="107000"/>
                        </a:lnSpc>
                        <a:spcBef>
                          <a:spcPts val="0"/>
                        </a:spcBef>
                        <a:spcAft>
                          <a:spcPts val="0"/>
                        </a:spcAft>
                      </a:pPr>
                      <a:r>
                        <a:rPr lang="id-ID" sz="800">
                          <a:effectLst/>
                        </a:rPr>
                        <a:t>11</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Overcast</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Mild</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High</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Strong</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Yes</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extLst>
                  <a:ext uri="{0D108BD9-81ED-4DB2-BD59-A6C34878D82A}">
                    <a16:rowId xmlns:a16="http://schemas.microsoft.com/office/drawing/2014/main" val="2162711078"/>
                  </a:ext>
                </a:extLst>
              </a:tr>
              <a:tr h="291365">
                <a:tc>
                  <a:txBody>
                    <a:bodyPr/>
                    <a:lstStyle/>
                    <a:p>
                      <a:pPr marL="0" marR="0" algn="ctr">
                        <a:lnSpc>
                          <a:spcPct val="107000"/>
                        </a:lnSpc>
                        <a:spcBef>
                          <a:spcPts val="0"/>
                        </a:spcBef>
                        <a:spcAft>
                          <a:spcPts val="0"/>
                        </a:spcAft>
                      </a:pPr>
                      <a:r>
                        <a:rPr lang="id-ID" sz="800">
                          <a:effectLst/>
                        </a:rPr>
                        <a:t>13</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Rain</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Mild</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a:effectLst/>
                        </a:rPr>
                        <a:t>High</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dirty="0" err="1">
                          <a:effectLst/>
                        </a:rPr>
                        <a:t>Strong</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tc>
                  <a:txBody>
                    <a:bodyPr/>
                    <a:lstStyle/>
                    <a:p>
                      <a:pPr marL="0" marR="0" algn="ctr">
                        <a:lnSpc>
                          <a:spcPct val="107000"/>
                        </a:lnSpc>
                        <a:spcBef>
                          <a:spcPts val="0"/>
                        </a:spcBef>
                        <a:spcAft>
                          <a:spcPts val="0"/>
                        </a:spcAft>
                      </a:pPr>
                      <a:r>
                        <a:rPr lang="id-ID" sz="800" dirty="0">
                          <a:effectLst/>
                        </a:rPr>
                        <a:t>No</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37765" marR="37765" marT="0" marB="0" anchor="ctr"/>
                </a:tc>
                <a:extLst>
                  <a:ext uri="{0D108BD9-81ED-4DB2-BD59-A6C34878D82A}">
                    <a16:rowId xmlns:a16="http://schemas.microsoft.com/office/drawing/2014/main" val="3254403731"/>
                  </a:ext>
                </a:extLst>
              </a:tr>
            </a:tbl>
          </a:graphicData>
        </a:graphic>
      </p:graphicFrame>
    </p:spTree>
    <p:extLst>
      <p:ext uri="{BB962C8B-B14F-4D97-AF65-F5344CB8AC3E}">
        <p14:creationId xmlns:p14="http://schemas.microsoft.com/office/powerpoint/2010/main" val="7507920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5C129610-05BA-4982-88ED-0F38F83ADD31}"/>
              </a:ext>
            </a:extLst>
          </p:cNvPr>
          <p:cNvSpPr>
            <a:spLocks noGrp="1"/>
          </p:cNvSpPr>
          <p:nvPr>
            <p:ph type="title"/>
          </p:nvPr>
        </p:nvSpPr>
        <p:spPr/>
        <p:txBody>
          <a:bodyPr/>
          <a:lstStyle/>
          <a:p>
            <a:r>
              <a:rPr lang="id-ID" dirty="0"/>
              <a:t>Struktur Pohon yang dihasilkan</a:t>
            </a:r>
            <a:endParaRPr lang="en-US" dirty="0"/>
          </a:p>
        </p:txBody>
      </p:sp>
      <p:sp>
        <p:nvSpPr>
          <p:cNvPr id="4" name="Rectangle 2">
            <a:extLst>
              <a:ext uri="{FF2B5EF4-FFF2-40B4-BE49-F238E27FC236}">
                <a16:creationId xmlns:a16="http://schemas.microsoft.com/office/drawing/2014/main" id="{BE5D694D-15B7-46D3-832F-9C438FAF73A1}"/>
              </a:ext>
            </a:extLst>
          </p:cNvPr>
          <p:cNvSpPr>
            <a:spLocks noChangeArrowheads="1"/>
          </p:cNvSpPr>
          <p:nvPr/>
        </p:nvSpPr>
        <p:spPr bwMode="auto">
          <a:xfrm>
            <a:off x="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latin typeface="+mj-lt"/>
            </a:endParaRPr>
          </a:p>
        </p:txBody>
      </p:sp>
      <p:sp>
        <p:nvSpPr>
          <p:cNvPr id="3" name="Rectangle 2">
            <a:extLst>
              <a:ext uri="{FF2B5EF4-FFF2-40B4-BE49-F238E27FC236}">
                <a16:creationId xmlns:a16="http://schemas.microsoft.com/office/drawing/2014/main" id="{2308EDDF-F58A-4C3D-AB62-2A3FB7B4783D}"/>
              </a:ext>
            </a:extLst>
          </p:cNvPr>
          <p:cNvSpPr>
            <a:spLocks noChangeArrowheads="1"/>
          </p:cNvSpPr>
          <p:nvPr/>
        </p:nvSpPr>
        <p:spPr bwMode="auto">
          <a:xfrm>
            <a:off x="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latin typeface="+mj-lt"/>
            </a:endParaRPr>
          </a:p>
        </p:txBody>
      </p:sp>
      <p:graphicFrame>
        <p:nvGraphicFramePr>
          <p:cNvPr id="6" name="Objek 5">
            <a:extLst>
              <a:ext uri="{FF2B5EF4-FFF2-40B4-BE49-F238E27FC236}">
                <a16:creationId xmlns:a16="http://schemas.microsoft.com/office/drawing/2014/main" id="{E43F6D3E-6CFF-4B70-B389-7D446E9E5D91}"/>
              </a:ext>
            </a:extLst>
          </p:cNvPr>
          <p:cNvGraphicFramePr>
            <a:graphicFrameLocks noChangeAspect="1"/>
          </p:cNvGraphicFramePr>
          <p:nvPr>
            <p:extLst>
              <p:ext uri="{D42A27DB-BD31-4B8C-83A1-F6EECF244321}">
                <p14:modId xmlns:p14="http://schemas.microsoft.com/office/powerpoint/2010/main" val="3960918690"/>
              </p:ext>
            </p:extLst>
          </p:nvPr>
        </p:nvGraphicFramePr>
        <p:xfrm>
          <a:off x="1224961" y="1268017"/>
          <a:ext cx="4408079" cy="3207002"/>
        </p:xfrm>
        <a:graphic>
          <a:graphicData uri="http://schemas.openxmlformats.org/presentationml/2006/ole">
            <mc:AlternateContent xmlns:mc="http://schemas.openxmlformats.org/markup-compatibility/2006">
              <mc:Choice xmlns:v="urn:schemas-microsoft-com:vml" Requires="v">
                <p:oleObj name="Visio" r:id="rId2" imgW="5210600" imgH="3800838" progId="Visio.Drawing.15">
                  <p:embed/>
                </p:oleObj>
              </mc:Choice>
              <mc:Fallback>
                <p:oleObj name="Visio" r:id="rId2" imgW="5210600" imgH="3800838" progId="Visio.Drawing.15">
                  <p:embed/>
                  <p:pic>
                    <p:nvPicPr>
                      <p:cNvPr id="6" name="Objek 5">
                        <a:extLst>
                          <a:ext uri="{FF2B5EF4-FFF2-40B4-BE49-F238E27FC236}">
                            <a16:creationId xmlns:a16="http://schemas.microsoft.com/office/drawing/2014/main" id="{E43F6D3E-6CFF-4B70-B389-7D446E9E5D91}"/>
                          </a:ext>
                        </a:extLst>
                      </p:cNvPr>
                      <p:cNvPicPr>
                        <a:picLocks noChangeAspect="1" noChangeArrowheads="1"/>
                      </p:cNvPicPr>
                      <p:nvPr/>
                    </p:nvPicPr>
                    <p:blipFill>
                      <a:blip r:embed="rId3"/>
                      <a:srcRect/>
                      <a:stretch>
                        <a:fillRect/>
                      </a:stretch>
                    </p:blipFill>
                    <p:spPr bwMode="auto">
                      <a:xfrm>
                        <a:off x="1224961" y="1268017"/>
                        <a:ext cx="4408079" cy="3207002"/>
                      </a:xfrm>
                      <a:prstGeom prst="rect">
                        <a:avLst/>
                      </a:prstGeom>
                      <a:noFill/>
                    </p:spPr>
                  </p:pic>
                </p:oleObj>
              </mc:Fallback>
            </mc:AlternateContent>
          </a:graphicData>
        </a:graphic>
      </p:graphicFrame>
    </p:spTree>
    <p:extLst>
      <p:ext uri="{BB962C8B-B14F-4D97-AF65-F5344CB8AC3E}">
        <p14:creationId xmlns:p14="http://schemas.microsoft.com/office/powerpoint/2010/main" val="42929556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8C371A7B-7B5A-46D3-92BF-D13065B8393A}"/>
              </a:ext>
            </a:extLst>
          </p:cNvPr>
          <p:cNvSpPr>
            <a:spLocks noGrp="1"/>
          </p:cNvSpPr>
          <p:nvPr>
            <p:ph type="title"/>
          </p:nvPr>
        </p:nvSpPr>
        <p:spPr/>
        <p:txBody>
          <a:bodyPr anchor="ctr">
            <a:normAutofit/>
          </a:bodyPr>
          <a:lstStyle/>
          <a:p>
            <a:r>
              <a:rPr lang="id-ID" dirty="0"/>
              <a:t>Lakukan pencarian cabang</a:t>
            </a:r>
            <a:endParaRPr lang="en-US" dirty="0"/>
          </a:p>
        </p:txBody>
      </p:sp>
      <p:graphicFrame>
        <p:nvGraphicFramePr>
          <p:cNvPr id="7" name="Tabel 6">
            <a:extLst>
              <a:ext uri="{FF2B5EF4-FFF2-40B4-BE49-F238E27FC236}">
                <a16:creationId xmlns:a16="http://schemas.microsoft.com/office/drawing/2014/main" id="{2B2AD78A-A136-4755-A409-C653F16D5BE0}"/>
              </a:ext>
            </a:extLst>
          </p:cNvPr>
          <p:cNvGraphicFramePr>
            <a:graphicFrameLocks noGrp="1"/>
          </p:cNvGraphicFramePr>
          <p:nvPr/>
        </p:nvGraphicFramePr>
        <p:xfrm>
          <a:off x="270595" y="1268017"/>
          <a:ext cx="3553258" cy="882795"/>
        </p:xfrm>
        <a:graphic>
          <a:graphicData uri="http://schemas.openxmlformats.org/drawingml/2006/table">
            <a:tbl>
              <a:tblPr firstRow="1" firstCol="1" bandRow="1">
                <a:tableStyleId>{5C22544A-7EE6-4342-B048-85BDC9FD1C3A}</a:tableStyleId>
              </a:tblPr>
              <a:tblGrid>
                <a:gridCol w="579237">
                  <a:extLst>
                    <a:ext uri="{9D8B030D-6E8A-4147-A177-3AD203B41FA5}">
                      <a16:colId xmlns:a16="http://schemas.microsoft.com/office/drawing/2014/main" val="1591771134"/>
                    </a:ext>
                  </a:extLst>
                </a:gridCol>
                <a:gridCol w="579237">
                  <a:extLst>
                    <a:ext uri="{9D8B030D-6E8A-4147-A177-3AD203B41FA5}">
                      <a16:colId xmlns:a16="http://schemas.microsoft.com/office/drawing/2014/main" val="4287095090"/>
                    </a:ext>
                  </a:extLst>
                </a:gridCol>
                <a:gridCol w="579237">
                  <a:extLst>
                    <a:ext uri="{9D8B030D-6E8A-4147-A177-3AD203B41FA5}">
                      <a16:colId xmlns:a16="http://schemas.microsoft.com/office/drawing/2014/main" val="3081987274"/>
                    </a:ext>
                  </a:extLst>
                </a:gridCol>
                <a:gridCol w="638972">
                  <a:extLst>
                    <a:ext uri="{9D8B030D-6E8A-4147-A177-3AD203B41FA5}">
                      <a16:colId xmlns:a16="http://schemas.microsoft.com/office/drawing/2014/main" val="2454903508"/>
                    </a:ext>
                  </a:extLst>
                </a:gridCol>
                <a:gridCol w="579237">
                  <a:extLst>
                    <a:ext uri="{9D8B030D-6E8A-4147-A177-3AD203B41FA5}">
                      <a16:colId xmlns:a16="http://schemas.microsoft.com/office/drawing/2014/main" val="181117134"/>
                    </a:ext>
                  </a:extLst>
                </a:gridCol>
                <a:gridCol w="597338">
                  <a:extLst>
                    <a:ext uri="{9D8B030D-6E8A-4147-A177-3AD203B41FA5}">
                      <a16:colId xmlns:a16="http://schemas.microsoft.com/office/drawing/2014/main" val="439938990"/>
                    </a:ext>
                  </a:extLst>
                </a:gridCol>
              </a:tblGrid>
              <a:tr h="412469">
                <a:tc>
                  <a:txBody>
                    <a:bodyPr/>
                    <a:lstStyle/>
                    <a:p>
                      <a:pPr marL="0" marR="0" algn="ctr">
                        <a:lnSpc>
                          <a:spcPct val="107000"/>
                        </a:lnSpc>
                        <a:spcBef>
                          <a:spcPts val="0"/>
                        </a:spcBef>
                        <a:spcAft>
                          <a:spcPts val="0"/>
                        </a:spcAft>
                      </a:pPr>
                      <a:r>
                        <a:rPr lang="id-ID" sz="1100">
                          <a:effectLst/>
                        </a:rPr>
                        <a:t>ID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Outlook</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Temp.</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Humidity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dirty="0" err="1">
                          <a:effectLst/>
                        </a:rPr>
                        <a:t>Wind</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Decision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655415142"/>
                  </a:ext>
                </a:extLst>
              </a:tr>
              <a:tr h="235163">
                <a:tc>
                  <a:txBody>
                    <a:bodyPr/>
                    <a:lstStyle/>
                    <a:p>
                      <a:pPr marL="0" marR="0" algn="ctr">
                        <a:lnSpc>
                          <a:spcPct val="107000"/>
                        </a:lnSpc>
                        <a:spcBef>
                          <a:spcPts val="0"/>
                        </a:spcBef>
                        <a:spcAft>
                          <a:spcPts val="0"/>
                        </a:spcAft>
                      </a:pPr>
                      <a:r>
                        <a:rPr lang="id-ID" sz="1100">
                          <a:effectLst/>
                        </a:rPr>
                        <a:t>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Rain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Mild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High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Weak</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Yes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601488439"/>
                  </a:ext>
                </a:extLst>
              </a:tr>
              <a:tr h="235163">
                <a:tc>
                  <a:txBody>
                    <a:bodyPr/>
                    <a:lstStyle/>
                    <a:p>
                      <a:pPr marL="0" marR="0" algn="ctr">
                        <a:lnSpc>
                          <a:spcPct val="107000"/>
                        </a:lnSpc>
                        <a:spcBef>
                          <a:spcPts val="0"/>
                        </a:spcBef>
                        <a:spcAft>
                          <a:spcPts val="0"/>
                        </a:spcAft>
                      </a:pPr>
                      <a:r>
                        <a:rPr lang="id-ID" sz="1100">
                          <a:effectLst/>
                        </a:rPr>
                        <a:t>13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Rain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Mild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High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Strong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dirty="0">
                          <a:effectLst/>
                        </a:rPr>
                        <a:t>No</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1202133091"/>
                  </a:ext>
                </a:extLst>
              </a:tr>
            </a:tbl>
          </a:graphicData>
        </a:graphic>
      </p:graphicFrame>
      <p:graphicFrame>
        <p:nvGraphicFramePr>
          <p:cNvPr id="8" name="Tabel 7">
            <a:extLst>
              <a:ext uri="{FF2B5EF4-FFF2-40B4-BE49-F238E27FC236}">
                <a16:creationId xmlns:a16="http://schemas.microsoft.com/office/drawing/2014/main" id="{236B32FE-A280-49AE-B61A-5D71B453D7F6}"/>
              </a:ext>
            </a:extLst>
          </p:cNvPr>
          <p:cNvGraphicFramePr>
            <a:graphicFrameLocks noGrp="1"/>
          </p:cNvGraphicFramePr>
          <p:nvPr/>
        </p:nvGraphicFramePr>
        <p:xfrm>
          <a:off x="2601927" y="2400625"/>
          <a:ext cx="3784586" cy="2081321"/>
        </p:xfrm>
        <a:graphic>
          <a:graphicData uri="http://schemas.openxmlformats.org/drawingml/2006/table">
            <a:tbl>
              <a:tblPr firstRow="1" firstCol="1" bandRow="1">
                <a:tableStyleId>{5C22544A-7EE6-4342-B048-85BDC9FD1C3A}</a:tableStyleId>
              </a:tblPr>
              <a:tblGrid>
                <a:gridCol w="1000949">
                  <a:extLst>
                    <a:ext uri="{9D8B030D-6E8A-4147-A177-3AD203B41FA5}">
                      <a16:colId xmlns:a16="http://schemas.microsoft.com/office/drawing/2014/main" val="2139696879"/>
                    </a:ext>
                  </a:extLst>
                </a:gridCol>
                <a:gridCol w="575285">
                  <a:extLst>
                    <a:ext uri="{9D8B030D-6E8A-4147-A177-3AD203B41FA5}">
                      <a16:colId xmlns:a16="http://schemas.microsoft.com/office/drawing/2014/main" val="776907143"/>
                    </a:ext>
                  </a:extLst>
                </a:gridCol>
                <a:gridCol w="451761">
                  <a:extLst>
                    <a:ext uri="{9D8B030D-6E8A-4147-A177-3AD203B41FA5}">
                      <a16:colId xmlns:a16="http://schemas.microsoft.com/office/drawing/2014/main" val="1748762566"/>
                    </a:ext>
                  </a:extLst>
                </a:gridCol>
                <a:gridCol w="451761">
                  <a:extLst>
                    <a:ext uri="{9D8B030D-6E8A-4147-A177-3AD203B41FA5}">
                      <a16:colId xmlns:a16="http://schemas.microsoft.com/office/drawing/2014/main" val="2781993059"/>
                    </a:ext>
                  </a:extLst>
                </a:gridCol>
                <a:gridCol w="543389">
                  <a:extLst>
                    <a:ext uri="{9D8B030D-6E8A-4147-A177-3AD203B41FA5}">
                      <a16:colId xmlns:a16="http://schemas.microsoft.com/office/drawing/2014/main" val="1872991765"/>
                    </a:ext>
                  </a:extLst>
                </a:gridCol>
                <a:gridCol w="761441">
                  <a:extLst>
                    <a:ext uri="{9D8B030D-6E8A-4147-A177-3AD203B41FA5}">
                      <a16:colId xmlns:a16="http://schemas.microsoft.com/office/drawing/2014/main" val="2126059154"/>
                    </a:ext>
                  </a:extLst>
                </a:gridCol>
              </a:tblGrid>
              <a:tr h="171459">
                <a:tc rowSpan="2">
                  <a:txBody>
                    <a:bodyPr/>
                    <a:lstStyle/>
                    <a:p>
                      <a:pPr marL="0" marR="0" algn="ctr">
                        <a:lnSpc>
                          <a:spcPct val="107000"/>
                        </a:lnSpc>
                        <a:spcBef>
                          <a:spcPts val="0"/>
                        </a:spcBef>
                        <a:spcAft>
                          <a:spcPts val="0"/>
                        </a:spcAft>
                      </a:pPr>
                      <a:r>
                        <a:rPr lang="id-ID" sz="1100" dirty="0">
                          <a:effectLst/>
                        </a:rPr>
                        <a:t>atribut</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gridSpan="3">
                  <a:txBody>
                    <a:bodyPr/>
                    <a:lstStyle/>
                    <a:p>
                      <a:pPr marL="0" marR="0" algn="ctr">
                        <a:lnSpc>
                          <a:spcPct val="107000"/>
                        </a:lnSpc>
                        <a:spcBef>
                          <a:spcPts val="0"/>
                        </a:spcBef>
                        <a:spcAft>
                          <a:spcPts val="0"/>
                        </a:spcAft>
                      </a:pPr>
                      <a:r>
                        <a:rPr lang="id-ID" sz="1100">
                          <a:effectLst/>
                        </a:rPr>
                        <a:t>Decision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hMerge="1">
                  <a:txBody>
                    <a:bodyPr/>
                    <a:lstStyle/>
                    <a:p>
                      <a:endParaRPr lang="en-US"/>
                    </a:p>
                  </a:txBody>
                  <a:tcPr/>
                </a:tc>
                <a:tc hMerge="1">
                  <a:txBody>
                    <a:bodyPr/>
                    <a:lstStyle/>
                    <a:p>
                      <a:endParaRPr lang="en-US"/>
                    </a:p>
                  </a:txBody>
                  <a:tcPr/>
                </a:tc>
                <a:tc rowSpan="2">
                  <a:txBody>
                    <a:bodyPr/>
                    <a:lstStyle/>
                    <a:p>
                      <a:pPr marL="0" marR="0" algn="ctr">
                        <a:lnSpc>
                          <a:spcPct val="107000"/>
                        </a:lnSpc>
                        <a:spcBef>
                          <a:spcPts val="0"/>
                        </a:spcBef>
                        <a:spcAft>
                          <a:spcPts val="0"/>
                        </a:spcAft>
                      </a:pPr>
                      <a:r>
                        <a:rPr lang="id-ID" sz="1100">
                          <a:effectLst/>
                        </a:rPr>
                        <a:t>Entropy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rowSpan="2">
                  <a:txBody>
                    <a:bodyPr/>
                    <a:lstStyle/>
                    <a:p>
                      <a:pPr marL="0" marR="0" algn="ctr">
                        <a:lnSpc>
                          <a:spcPct val="107000"/>
                        </a:lnSpc>
                        <a:spcBef>
                          <a:spcPts val="0"/>
                        </a:spcBef>
                        <a:spcAft>
                          <a:spcPts val="0"/>
                        </a:spcAft>
                      </a:pPr>
                      <a:r>
                        <a:rPr lang="id-ID" sz="1100">
                          <a:effectLst/>
                        </a:rPr>
                        <a:t>Information Gain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1660772300"/>
                  </a:ext>
                </a:extLst>
              </a:tr>
              <a:tr h="179397">
                <a:tc vMerge="1">
                  <a:txBody>
                    <a:bodyPr/>
                    <a:lstStyle/>
                    <a:p>
                      <a:endParaRPr lang="en-US"/>
                    </a:p>
                  </a:txBody>
                  <a:tcPr/>
                </a:tc>
                <a:tc>
                  <a:txBody>
                    <a:bodyPr/>
                    <a:lstStyle/>
                    <a:p>
                      <a:pPr marL="0" marR="0" algn="ctr">
                        <a:lnSpc>
                          <a:spcPct val="107000"/>
                        </a:lnSpc>
                        <a:spcBef>
                          <a:spcPts val="0"/>
                        </a:spcBef>
                        <a:spcAft>
                          <a:spcPts val="0"/>
                        </a:spcAft>
                      </a:pPr>
                      <a:r>
                        <a:rPr lang="id-ID" sz="1100">
                          <a:effectLst/>
                        </a:rPr>
                        <a:t>Yes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No</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Total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31960891"/>
                  </a:ext>
                </a:extLst>
              </a:tr>
              <a:tr h="530252">
                <a:tc>
                  <a:txBody>
                    <a:bodyPr/>
                    <a:lstStyle/>
                    <a:p>
                      <a:pPr marL="0" marR="0">
                        <a:lnSpc>
                          <a:spcPct val="107000"/>
                        </a:lnSpc>
                        <a:spcBef>
                          <a:spcPts val="0"/>
                        </a:spcBef>
                        <a:spcAft>
                          <a:spcPts val="0"/>
                        </a:spcAft>
                      </a:pPr>
                      <a:r>
                        <a:rPr lang="id-ID" sz="1100">
                          <a:effectLst/>
                        </a:rPr>
                        <a:t>Humidity | High and </a:t>
                      </a:r>
                      <a:endParaRPr lang="en-US" sz="1100">
                        <a:effectLst/>
                      </a:endParaRPr>
                    </a:p>
                    <a:p>
                      <a:pPr marL="0" marR="0">
                        <a:lnSpc>
                          <a:spcPct val="107000"/>
                        </a:lnSpc>
                        <a:spcBef>
                          <a:spcPts val="0"/>
                        </a:spcBef>
                        <a:spcAft>
                          <a:spcPts val="0"/>
                        </a:spcAft>
                      </a:pPr>
                      <a:r>
                        <a:rPr lang="id-ID" sz="1100">
                          <a:effectLst/>
                        </a:rPr>
                        <a:t>Outlook | Rain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626272875"/>
                  </a:ext>
                </a:extLst>
              </a:tr>
              <a:tr h="171459">
                <a:tc gridSpan="6">
                  <a:txBody>
                    <a:bodyPr/>
                    <a:lstStyle/>
                    <a:p>
                      <a:pPr marL="0" marR="0">
                        <a:lnSpc>
                          <a:spcPct val="107000"/>
                        </a:lnSpc>
                        <a:spcBef>
                          <a:spcPts val="0"/>
                        </a:spcBef>
                        <a:spcAft>
                          <a:spcPts val="0"/>
                        </a:spcAft>
                      </a:pPr>
                      <a:r>
                        <a:rPr lang="id-ID" sz="1100">
                          <a:effectLst/>
                        </a:rPr>
                        <a:t>Temp.</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28310683"/>
                  </a:ext>
                </a:extLst>
              </a:tr>
              <a:tr h="171459">
                <a:tc>
                  <a:txBody>
                    <a:bodyPr/>
                    <a:lstStyle/>
                    <a:p>
                      <a:pPr marL="342900" marR="0" lvl="0" indent="-342900" rtl="0">
                        <a:lnSpc>
                          <a:spcPct val="107000"/>
                        </a:lnSpc>
                        <a:spcBef>
                          <a:spcPts val="0"/>
                        </a:spcBef>
                        <a:spcAft>
                          <a:spcPts val="0"/>
                        </a:spcAft>
                        <a:buFont typeface="Symbol" panose="05050102010706020507" pitchFamily="18" charset="2"/>
                        <a:buChar char=""/>
                      </a:pPr>
                      <a:r>
                        <a:rPr lang="id-ID" sz="1100">
                          <a:effectLst/>
                        </a:rPr>
                        <a:t>Cool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rowSpan="3">
                  <a:txBody>
                    <a:bodyPr/>
                    <a:lstStyle/>
                    <a:p>
                      <a:pPr marL="0" marR="0" algn="ctr">
                        <a:lnSpc>
                          <a:spcPct val="107000"/>
                        </a:lnSpc>
                        <a:spcBef>
                          <a:spcPts val="0"/>
                        </a:spcBef>
                        <a:spcAft>
                          <a:spcPts val="0"/>
                        </a:spcAft>
                      </a:pPr>
                      <a:r>
                        <a:rPr lang="id-ID" sz="1100">
                          <a:effectLst/>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1250675801"/>
                  </a:ext>
                </a:extLst>
              </a:tr>
              <a:tr h="171459">
                <a:tc>
                  <a:txBody>
                    <a:bodyPr/>
                    <a:lstStyle/>
                    <a:p>
                      <a:pPr marL="342900" marR="0" lvl="0" indent="-342900" rtl="0">
                        <a:lnSpc>
                          <a:spcPct val="107000"/>
                        </a:lnSpc>
                        <a:spcBef>
                          <a:spcPts val="0"/>
                        </a:spcBef>
                        <a:spcAft>
                          <a:spcPts val="0"/>
                        </a:spcAft>
                        <a:buFont typeface="Symbol" panose="05050102010706020507" pitchFamily="18" charset="2"/>
                        <a:buChar char=""/>
                      </a:pPr>
                      <a:r>
                        <a:rPr lang="id-ID" sz="1100">
                          <a:effectLst/>
                        </a:rPr>
                        <a:t>Hot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vMerge="1">
                  <a:txBody>
                    <a:bodyPr/>
                    <a:lstStyle/>
                    <a:p>
                      <a:endParaRPr lang="en-US"/>
                    </a:p>
                  </a:txBody>
                  <a:tcPr/>
                </a:tc>
                <a:extLst>
                  <a:ext uri="{0D108BD9-81ED-4DB2-BD59-A6C34878D82A}">
                    <a16:rowId xmlns:a16="http://schemas.microsoft.com/office/drawing/2014/main" val="3938316005"/>
                  </a:ext>
                </a:extLst>
              </a:tr>
              <a:tr h="171459">
                <a:tc>
                  <a:txBody>
                    <a:bodyPr/>
                    <a:lstStyle/>
                    <a:p>
                      <a:pPr marL="342900" marR="0" lvl="0" indent="-342900" rtl="0">
                        <a:lnSpc>
                          <a:spcPct val="107000"/>
                        </a:lnSpc>
                        <a:spcBef>
                          <a:spcPts val="0"/>
                        </a:spcBef>
                        <a:spcAft>
                          <a:spcPts val="0"/>
                        </a:spcAft>
                        <a:buFont typeface="Symbol" panose="05050102010706020507" pitchFamily="18" charset="2"/>
                        <a:buChar char=""/>
                      </a:pPr>
                      <a:r>
                        <a:rPr lang="id-ID" sz="1100">
                          <a:effectLst/>
                        </a:rPr>
                        <a:t>Mild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marL="0" marR="0" algn="ctr">
                        <a:lnSpc>
                          <a:spcPct val="107000"/>
                        </a:lnSpc>
                        <a:spcBef>
                          <a:spcPts val="0"/>
                        </a:spcBef>
                        <a:spcAft>
                          <a:spcPts val="0"/>
                        </a:spcAft>
                      </a:pPr>
                      <a:r>
                        <a:rPr lang="id-ID" sz="11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vMerge="1">
                  <a:txBody>
                    <a:bodyPr/>
                    <a:lstStyle/>
                    <a:p>
                      <a:endParaRPr lang="en-US"/>
                    </a:p>
                  </a:txBody>
                  <a:tcPr/>
                </a:tc>
                <a:extLst>
                  <a:ext uri="{0D108BD9-81ED-4DB2-BD59-A6C34878D82A}">
                    <a16:rowId xmlns:a16="http://schemas.microsoft.com/office/drawing/2014/main" val="3399466406"/>
                  </a:ext>
                </a:extLst>
              </a:tr>
              <a:tr h="171459">
                <a:tc gridSpan="6">
                  <a:txBody>
                    <a:bodyPr/>
                    <a:lstStyle/>
                    <a:p>
                      <a:pPr marL="0" marR="0">
                        <a:lnSpc>
                          <a:spcPct val="107000"/>
                        </a:lnSpc>
                        <a:spcBef>
                          <a:spcPts val="0"/>
                        </a:spcBef>
                        <a:spcAft>
                          <a:spcPts val="0"/>
                        </a:spcAft>
                      </a:pPr>
                      <a:r>
                        <a:rPr lang="id-ID" sz="1100">
                          <a:effectLst/>
                        </a:rPr>
                        <a:t>Wind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91119039"/>
                  </a:ext>
                </a:extLst>
              </a:tr>
              <a:tr h="171459">
                <a:tc>
                  <a:txBody>
                    <a:bodyPr/>
                    <a:lstStyle/>
                    <a:p>
                      <a:pPr marL="342900" marR="0" lvl="0" indent="-342900" rtl="0">
                        <a:lnSpc>
                          <a:spcPct val="107000"/>
                        </a:lnSpc>
                        <a:spcBef>
                          <a:spcPts val="0"/>
                        </a:spcBef>
                        <a:spcAft>
                          <a:spcPts val="0"/>
                        </a:spcAft>
                        <a:buFont typeface="Symbol" panose="05050102010706020507" pitchFamily="18" charset="2"/>
                        <a:buChar char=""/>
                      </a:pPr>
                      <a:r>
                        <a:rPr lang="id-ID" sz="1100">
                          <a:effectLst/>
                        </a:rPr>
                        <a:t>Weak</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marL="0" marR="0" algn="ctr">
                        <a:lnSpc>
                          <a:spcPct val="107000"/>
                        </a:lnSpc>
                        <a:spcBef>
                          <a:spcPts val="0"/>
                        </a:spcBef>
                        <a:spcAft>
                          <a:spcPts val="0"/>
                        </a:spcAft>
                      </a:pPr>
                      <a:r>
                        <a:rPr lang="id-ID" sz="11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marL="0" marR="0" algn="ctr">
                        <a:lnSpc>
                          <a:spcPct val="107000"/>
                        </a:lnSpc>
                        <a:spcBef>
                          <a:spcPts val="0"/>
                        </a:spcBef>
                        <a:spcAft>
                          <a:spcPts val="0"/>
                        </a:spcAft>
                      </a:pPr>
                      <a:r>
                        <a:rPr lang="id-ID" sz="1100">
                          <a:effectLst/>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marL="0" marR="0" algn="ctr">
                        <a:lnSpc>
                          <a:spcPct val="107000"/>
                        </a:lnSpc>
                        <a:spcBef>
                          <a:spcPts val="0"/>
                        </a:spcBef>
                        <a:spcAft>
                          <a:spcPts val="0"/>
                        </a:spcAft>
                      </a:pPr>
                      <a:r>
                        <a:rPr lang="id-ID" sz="11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marL="0" marR="0" algn="ctr">
                        <a:lnSpc>
                          <a:spcPct val="107000"/>
                        </a:lnSpc>
                        <a:spcBef>
                          <a:spcPts val="0"/>
                        </a:spcBef>
                        <a:spcAft>
                          <a:spcPts val="0"/>
                        </a:spcAft>
                      </a:pPr>
                      <a:r>
                        <a:rPr lang="id-ID" sz="1100">
                          <a:effectLst/>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rowSpan="2">
                  <a:txBody>
                    <a:bodyPr/>
                    <a:lstStyle/>
                    <a:p>
                      <a:pPr marL="0" marR="0" algn="ctr">
                        <a:lnSpc>
                          <a:spcPct val="107000"/>
                        </a:lnSpc>
                        <a:spcBef>
                          <a:spcPts val="0"/>
                        </a:spcBef>
                        <a:spcAft>
                          <a:spcPts val="0"/>
                        </a:spcAft>
                      </a:pPr>
                      <a:r>
                        <a:rPr lang="id-ID" sz="11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1773719972"/>
                  </a:ext>
                </a:extLst>
              </a:tr>
              <a:tr h="171459">
                <a:tc>
                  <a:txBody>
                    <a:bodyPr/>
                    <a:lstStyle/>
                    <a:p>
                      <a:pPr marL="342900" marR="0" lvl="0" indent="-342900" rtl="0">
                        <a:lnSpc>
                          <a:spcPct val="107000"/>
                        </a:lnSpc>
                        <a:spcBef>
                          <a:spcPts val="0"/>
                        </a:spcBef>
                        <a:spcAft>
                          <a:spcPts val="0"/>
                        </a:spcAft>
                        <a:buFont typeface="Symbol" panose="05050102010706020507" pitchFamily="18" charset="2"/>
                        <a:buChar char=""/>
                      </a:pPr>
                      <a:r>
                        <a:rPr lang="id-ID" sz="1100">
                          <a:effectLst/>
                        </a:rPr>
                        <a:t>Strong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marL="0" marR="0" algn="ctr">
                        <a:lnSpc>
                          <a:spcPct val="107000"/>
                        </a:lnSpc>
                        <a:spcBef>
                          <a:spcPts val="0"/>
                        </a:spcBef>
                        <a:spcAft>
                          <a:spcPts val="0"/>
                        </a:spcAft>
                      </a:pPr>
                      <a:r>
                        <a:rPr lang="id-ID" sz="1100">
                          <a:effectLst/>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marL="0" marR="0" algn="ctr">
                        <a:lnSpc>
                          <a:spcPct val="107000"/>
                        </a:lnSpc>
                        <a:spcBef>
                          <a:spcPts val="0"/>
                        </a:spcBef>
                        <a:spcAft>
                          <a:spcPts val="0"/>
                        </a:spcAft>
                      </a:pPr>
                      <a:r>
                        <a:rPr lang="id-ID" sz="11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marL="0" marR="0" algn="ctr">
                        <a:lnSpc>
                          <a:spcPct val="107000"/>
                        </a:lnSpc>
                        <a:spcBef>
                          <a:spcPts val="0"/>
                        </a:spcBef>
                        <a:spcAft>
                          <a:spcPts val="0"/>
                        </a:spcAft>
                      </a:pPr>
                      <a:r>
                        <a:rPr lang="id-ID" sz="11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marL="0" marR="0" algn="ctr">
                        <a:lnSpc>
                          <a:spcPct val="107000"/>
                        </a:lnSpc>
                        <a:spcBef>
                          <a:spcPts val="0"/>
                        </a:spcBef>
                        <a:spcAft>
                          <a:spcPts val="0"/>
                        </a:spcAft>
                      </a:pPr>
                      <a:r>
                        <a:rPr lang="id-ID" sz="1100" dirty="0">
                          <a:effectLst/>
                        </a:rPr>
                        <a:t>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vMerge="1">
                  <a:txBody>
                    <a:bodyPr/>
                    <a:lstStyle/>
                    <a:p>
                      <a:endParaRPr lang="en-US"/>
                    </a:p>
                  </a:txBody>
                  <a:tcPr/>
                </a:tc>
                <a:extLst>
                  <a:ext uri="{0D108BD9-81ED-4DB2-BD59-A6C34878D82A}">
                    <a16:rowId xmlns:a16="http://schemas.microsoft.com/office/drawing/2014/main" val="3815657022"/>
                  </a:ext>
                </a:extLst>
              </a:tr>
            </a:tbl>
          </a:graphicData>
        </a:graphic>
      </p:graphicFrame>
    </p:spTree>
    <p:extLst>
      <p:ext uri="{BB962C8B-B14F-4D97-AF65-F5344CB8AC3E}">
        <p14:creationId xmlns:p14="http://schemas.microsoft.com/office/powerpoint/2010/main" val="16908448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5C129610-05BA-4982-88ED-0F38F83ADD31}"/>
              </a:ext>
            </a:extLst>
          </p:cNvPr>
          <p:cNvSpPr>
            <a:spLocks noGrp="1"/>
          </p:cNvSpPr>
          <p:nvPr>
            <p:ph type="title"/>
          </p:nvPr>
        </p:nvSpPr>
        <p:spPr/>
        <p:txBody>
          <a:bodyPr/>
          <a:lstStyle/>
          <a:p>
            <a:r>
              <a:rPr lang="id-ID" dirty="0"/>
              <a:t>Struktur Pohon yang dihasilkan</a:t>
            </a:r>
            <a:endParaRPr lang="en-US" dirty="0"/>
          </a:p>
        </p:txBody>
      </p:sp>
      <p:sp>
        <p:nvSpPr>
          <p:cNvPr id="4" name="Rectangle 2">
            <a:extLst>
              <a:ext uri="{FF2B5EF4-FFF2-40B4-BE49-F238E27FC236}">
                <a16:creationId xmlns:a16="http://schemas.microsoft.com/office/drawing/2014/main" id="{BE5D694D-15B7-46D3-832F-9C438FAF73A1}"/>
              </a:ext>
            </a:extLst>
          </p:cNvPr>
          <p:cNvSpPr>
            <a:spLocks noChangeArrowheads="1"/>
          </p:cNvSpPr>
          <p:nvPr/>
        </p:nvSpPr>
        <p:spPr bwMode="auto">
          <a:xfrm>
            <a:off x="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latin typeface="+mj-lt"/>
            </a:endParaRPr>
          </a:p>
        </p:txBody>
      </p:sp>
      <p:sp>
        <p:nvSpPr>
          <p:cNvPr id="3" name="Rectangle 2">
            <a:extLst>
              <a:ext uri="{FF2B5EF4-FFF2-40B4-BE49-F238E27FC236}">
                <a16:creationId xmlns:a16="http://schemas.microsoft.com/office/drawing/2014/main" id="{2308EDDF-F58A-4C3D-AB62-2A3FB7B4783D}"/>
              </a:ext>
            </a:extLst>
          </p:cNvPr>
          <p:cNvSpPr>
            <a:spLocks noChangeArrowheads="1"/>
          </p:cNvSpPr>
          <p:nvPr/>
        </p:nvSpPr>
        <p:spPr bwMode="auto">
          <a:xfrm>
            <a:off x="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latin typeface="+mj-lt"/>
            </a:endParaRPr>
          </a:p>
        </p:txBody>
      </p:sp>
      <p:sp>
        <p:nvSpPr>
          <p:cNvPr id="5" name="Rectangle 2">
            <a:extLst>
              <a:ext uri="{FF2B5EF4-FFF2-40B4-BE49-F238E27FC236}">
                <a16:creationId xmlns:a16="http://schemas.microsoft.com/office/drawing/2014/main" id="{FD6CFED0-EA5E-4C66-BD3A-1E83F3DCAFAA}"/>
              </a:ext>
            </a:extLst>
          </p:cNvPr>
          <p:cNvSpPr>
            <a:spLocks noChangeArrowheads="1"/>
          </p:cNvSpPr>
          <p:nvPr/>
        </p:nvSpPr>
        <p:spPr bwMode="auto">
          <a:xfrm>
            <a:off x="1" y="-1384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latin typeface="+mj-lt"/>
            </a:endParaRPr>
          </a:p>
        </p:txBody>
      </p:sp>
      <p:graphicFrame>
        <p:nvGraphicFramePr>
          <p:cNvPr id="7" name="Objek 6">
            <a:extLst>
              <a:ext uri="{FF2B5EF4-FFF2-40B4-BE49-F238E27FC236}">
                <a16:creationId xmlns:a16="http://schemas.microsoft.com/office/drawing/2014/main" id="{8044EF0C-9433-4B85-8250-37703B590A4B}"/>
              </a:ext>
            </a:extLst>
          </p:cNvPr>
          <p:cNvGraphicFramePr>
            <a:graphicFrameLocks noChangeAspect="1"/>
          </p:cNvGraphicFramePr>
          <p:nvPr>
            <p:extLst>
              <p:ext uri="{D42A27DB-BD31-4B8C-83A1-F6EECF244321}">
                <p14:modId xmlns:p14="http://schemas.microsoft.com/office/powerpoint/2010/main" val="1844529237"/>
              </p:ext>
            </p:extLst>
          </p:nvPr>
        </p:nvGraphicFramePr>
        <p:xfrm>
          <a:off x="1534391" y="1136161"/>
          <a:ext cx="3789218" cy="3733495"/>
        </p:xfrm>
        <a:graphic>
          <a:graphicData uri="http://schemas.openxmlformats.org/presentationml/2006/ole">
            <mc:AlternateContent xmlns:mc="http://schemas.openxmlformats.org/markup-compatibility/2006">
              <mc:Choice xmlns:v="urn:schemas-microsoft-com:vml" Requires="v">
                <p:oleObj name="Visio" r:id="rId2" imgW="5210600" imgH="5133986" progId="Visio.Drawing.15">
                  <p:embed/>
                </p:oleObj>
              </mc:Choice>
              <mc:Fallback>
                <p:oleObj name="Visio" r:id="rId2" imgW="5210600" imgH="5133986" progId="Visio.Drawing.15">
                  <p:embed/>
                  <p:pic>
                    <p:nvPicPr>
                      <p:cNvPr id="7" name="Objek 6">
                        <a:extLst>
                          <a:ext uri="{FF2B5EF4-FFF2-40B4-BE49-F238E27FC236}">
                            <a16:creationId xmlns:a16="http://schemas.microsoft.com/office/drawing/2014/main" id="{8044EF0C-9433-4B85-8250-37703B590A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4391" y="1136161"/>
                        <a:ext cx="3789218" cy="3733495"/>
                      </a:xfrm>
                      <a:prstGeom prst="rect">
                        <a:avLst/>
                      </a:prstGeom>
                      <a:noFill/>
                    </p:spPr>
                  </p:pic>
                </p:oleObj>
              </mc:Fallback>
            </mc:AlternateContent>
          </a:graphicData>
        </a:graphic>
      </p:graphicFrame>
    </p:spTree>
    <p:extLst>
      <p:ext uri="{BB962C8B-B14F-4D97-AF65-F5344CB8AC3E}">
        <p14:creationId xmlns:p14="http://schemas.microsoft.com/office/powerpoint/2010/main" val="22295595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5FA7A257-A51C-4AF1-9CBD-5C033946D77B}"/>
              </a:ext>
            </a:extLst>
          </p:cNvPr>
          <p:cNvSpPr>
            <a:spLocks noGrp="1"/>
          </p:cNvSpPr>
          <p:nvPr>
            <p:ph type="title"/>
          </p:nvPr>
        </p:nvSpPr>
        <p:spPr/>
        <p:txBody>
          <a:bodyPr/>
          <a:lstStyle/>
          <a:p>
            <a:r>
              <a:rPr lang="id-ID" dirty="0"/>
              <a:t>Aturan yang dihasilkan</a:t>
            </a:r>
            <a:endParaRPr lang="en-US" dirty="0"/>
          </a:p>
        </p:txBody>
      </p:sp>
      <p:sp>
        <p:nvSpPr>
          <p:cNvPr id="3" name="Tampungan Konten 2">
            <a:extLst>
              <a:ext uri="{FF2B5EF4-FFF2-40B4-BE49-F238E27FC236}">
                <a16:creationId xmlns:a16="http://schemas.microsoft.com/office/drawing/2014/main" id="{25FA53B1-485D-437E-A114-9D453B586366}"/>
              </a:ext>
            </a:extLst>
          </p:cNvPr>
          <p:cNvSpPr>
            <a:spLocks noGrp="1"/>
          </p:cNvSpPr>
          <p:nvPr>
            <p:ph idx="1"/>
          </p:nvPr>
        </p:nvSpPr>
        <p:spPr>
          <a:xfrm>
            <a:off x="119929" y="1184579"/>
            <a:ext cx="5359544" cy="1529304"/>
          </a:xfrm>
        </p:spPr>
        <p:txBody>
          <a:bodyPr>
            <a:normAutofit/>
          </a:bodyPr>
          <a:lstStyle/>
          <a:p>
            <a:pPr marL="257175" indent="-257175">
              <a:lnSpc>
                <a:spcPct val="107000"/>
              </a:lnSpc>
              <a:spcBef>
                <a:spcPts val="0"/>
              </a:spcBef>
              <a:buFont typeface="Symbol" panose="05050102010706020507" pitchFamily="18" charset="2"/>
              <a:buChar char=""/>
            </a:pPr>
            <a:r>
              <a:rPr lang="id-ID" sz="1350" dirty="0">
                <a:latin typeface="+mj-lt"/>
                <a:ea typeface="Calibri" panose="020F0502020204030204" pitchFamily="34" charset="0"/>
                <a:cs typeface="Arial" panose="020B0604020202020204" pitchFamily="34" charset="0"/>
              </a:rPr>
              <a:t>If Humidity = Normal, </a:t>
            </a:r>
            <a:r>
              <a:rPr lang="id-ID" sz="1350" dirty="0" err="1">
                <a:latin typeface="+mj-lt"/>
                <a:ea typeface="Calibri" panose="020F0502020204030204" pitchFamily="34" charset="0"/>
                <a:cs typeface="Arial" panose="020B0604020202020204" pitchFamily="34" charset="0"/>
              </a:rPr>
              <a:t>then</a:t>
            </a:r>
            <a:r>
              <a:rPr lang="id-ID" sz="1350" dirty="0">
                <a:latin typeface="+mj-lt"/>
                <a:ea typeface="Calibri" panose="020F0502020204030204" pitchFamily="34" charset="0"/>
                <a:cs typeface="Arial" panose="020B0604020202020204" pitchFamily="34" charset="0"/>
              </a:rPr>
              <a:t> Yes.</a:t>
            </a:r>
            <a:endParaRPr lang="en-US" sz="1350" dirty="0">
              <a:latin typeface="+mj-lt"/>
              <a:ea typeface="Calibri" panose="020F0502020204030204" pitchFamily="34" charset="0"/>
              <a:cs typeface="Arial" panose="020B0604020202020204" pitchFamily="34" charset="0"/>
            </a:endParaRPr>
          </a:p>
          <a:p>
            <a:pPr marL="257175" indent="-257175">
              <a:lnSpc>
                <a:spcPct val="107000"/>
              </a:lnSpc>
              <a:spcBef>
                <a:spcPts val="0"/>
              </a:spcBef>
              <a:buFont typeface="Symbol" panose="05050102010706020507" pitchFamily="18" charset="2"/>
              <a:buChar char=""/>
            </a:pPr>
            <a:r>
              <a:rPr lang="id-ID" sz="1350" dirty="0">
                <a:latin typeface="+mj-lt"/>
                <a:ea typeface="Calibri" panose="020F0502020204030204" pitchFamily="34" charset="0"/>
                <a:cs typeface="Arial" panose="020B0604020202020204" pitchFamily="34" charset="0"/>
              </a:rPr>
              <a:t>If Humidity = </a:t>
            </a:r>
            <a:r>
              <a:rPr lang="id-ID" sz="1350" dirty="0" err="1">
                <a:latin typeface="+mj-lt"/>
                <a:ea typeface="Calibri" panose="020F0502020204030204" pitchFamily="34" charset="0"/>
                <a:cs typeface="Arial" panose="020B0604020202020204" pitchFamily="34" charset="0"/>
              </a:rPr>
              <a:t>High</a:t>
            </a:r>
            <a:r>
              <a:rPr lang="id-ID" sz="1350" dirty="0">
                <a:latin typeface="+mj-lt"/>
                <a:ea typeface="Calibri" panose="020F0502020204030204" pitchFamily="34" charset="0"/>
                <a:cs typeface="Arial" panose="020B0604020202020204" pitchFamily="34" charset="0"/>
              </a:rPr>
              <a:t> </a:t>
            </a:r>
            <a:r>
              <a:rPr lang="id-ID" sz="1350" dirty="0" err="1">
                <a:latin typeface="+mj-lt"/>
                <a:ea typeface="Calibri" panose="020F0502020204030204" pitchFamily="34" charset="0"/>
                <a:cs typeface="Arial" panose="020B0604020202020204" pitchFamily="34" charset="0"/>
              </a:rPr>
              <a:t>and</a:t>
            </a:r>
            <a:r>
              <a:rPr lang="id-ID" sz="1350" dirty="0">
                <a:latin typeface="+mj-lt"/>
                <a:ea typeface="Calibri" panose="020F0502020204030204" pitchFamily="34" charset="0"/>
                <a:cs typeface="Arial" panose="020B0604020202020204" pitchFamily="34" charset="0"/>
              </a:rPr>
              <a:t> Outlook = Sunny, </a:t>
            </a:r>
            <a:r>
              <a:rPr lang="id-ID" sz="1350" dirty="0" err="1">
                <a:latin typeface="+mj-lt"/>
                <a:ea typeface="Calibri" panose="020F0502020204030204" pitchFamily="34" charset="0"/>
                <a:cs typeface="Arial" panose="020B0604020202020204" pitchFamily="34" charset="0"/>
              </a:rPr>
              <a:t>then</a:t>
            </a:r>
            <a:r>
              <a:rPr lang="id-ID" sz="1350" dirty="0">
                <a:latin typeface="+mj-lt"/>
                <a:ea typeface="Calibri" panose="020F0502020204030204" pitchFamily="34" charset="0"/>
                <a:cs typeface="Arial" panose="020B0604020202020204" pitchFamily="34" charset="0"/>
              </a:rPr>
              <a:t> No.</a:t>
            </a:r>
            <a:endParaRPr lang="en-US" sz="1350" dirty="0">
              <a:latin typeface="+mj-lt"/>
              <a:ea typeface="Calibri" panose="020F0502020204030204" pitchFamily="34" charset="0"/>
              <a:cs typeface="Arial" panose="020B0604020202020204" pitchFamily="34" charset="0"/>
            </a:endParaRPr>
          </a:p>
          <a:p>
            <a:pPr marL="257175" indent="-257175">
              <a:lnSpc>
                <a:spcPct val="107000"/>
              </a:lnSpc>
              <a:spcBef>
                <a:spcPts val="0"/>
              </a:spcBef>
              <a:buFont typeface="Symbol" panose="05050102010706020507" pitchFamily="18" charset="2"/>
              <a:buChar char=""/>
            </a:pPr>
            <a:r>
              <a:rPr lang="id-ID" sz="1350" dirty="0">
                <a:latin typeface="+mj-lt"/>
                <a:ea typeface="Calibri" panose="020F0502020204030204" pitchFamily="34" charset="0"/>
                <a:cs typeface="Arial" panose="020B0604020202020204" pitchFamily="34" charset="0"/>
              </a:rPr>
              <a:t>If Humidity = </a:t>
            </a:r>
            <a:r>
              <a:rPr lang="id-ID" sz="1350" dirty="0" err="1">
                <a:latin typeface="+mj-lt"/>
                <a:ea typeface="Calibri" panose="020F0502020204030204" pitchFamily="34" charset="0"/>
                <a:cs typeface="Arial" panose="020B0604020202020204" pitchFamily="34" charset="0"/>
              </a:rPr>
              <a:t>High</a:t>
            </a:r>
            <a:r>
              <a:rPr lang="id-ID" sz="1350" dirty="0">
                <a:latin typeface="+mj-lt"/>
                <a:ea typeface="Calibri" panose="020F0502020204030204" pitchFamily="34" charset="0"/>
                <a:cs typeface="Arial" panose="020B0604020202020204" pitchFamily="34" charset="0"/>
              </a:rPr>
              <a:t> </a:t>
            </a:r>
            <a:r>
              <a:rPr lang="id-ID" sz="1350" dirty="0" err="1">
                <a:latin typeface="+mj-lt"/>
                <a:ea typeface="Calibri" panose="020F0502020204030204" pitchFamily="34" charset="0"/>
                <a:cs typeface="Arial" panose="020B0604020202020204" pitchFamily="34" charset="0"/>
              </a:rPr>
              <a:t>and</a:t>
            </a:r>
            <a:r>
              <a:rPr lang="id-ID" sz="1350" dirty="0">
                <a:latin typeface="+mj-lt"/>
                <a:ea typeface="Calibri" panose="020F0502020204030204" pitchFamily="34" charset="0"/>
                <a:cs typeface="Arial" panose="020B0604020202020204" pitchFamily="34" charset="0"/>
              </a:rPr>
              <a:t> Outlook = </a:t>
            </a:r>
            <a:r>
              <a:rPr lang="id-ID" sz="1350" dirty="0" err="1">
                <a:latin typeface="+mj-lt"/>
                <a:ea typeface="Calibri" panose="020F0502020204030204" pitchFamily="34" charset="0"/>
                <a:cs typeface="Arial" panose="020B0604020202020204" pitchFamily="34" charset="0"/>
              </a:rPr>
              <a:t>Overcast</a:t>
            </a:r>
            <a:r>
              <a:rPr lang="id-ID" sz="1350" dirty="0">
                <a:latin typeface="+mj-lt"/>
                <a:ea typeface="Calibri" panose="020F0502020204030204" pitchFamily="34" charset="0"/>
                <a:cs typeface="Arial" panose="020B0604020202020204" pitchFamily="34" charset="0"/>
              </a:rPr>
              <a:t>, </a:t>
            </a:r>
            <a:r>
              <a:rPr lang="id-ID" sz="1350" dirty="0" err="1">
                <a:latin typeface="+mj-lt"/>
                <a:ea typeface="Calibri" panose="020F0502020204030204" pitchFamily="34" charset="0"/>
                <a:cs typeface="Arial" panose="020B0604020202020204" pitchFamily="34" charset="0"/>
              </a:rPr>
              <a:t>then</a:t>
            </a:r>
            <a:r>
              <a:rPr lang="id-ID" sz="1350" dirty="0">
                <a:latin typeface="+mj-lt"/>
                <a:ea typeface="Calibri" panose="020F0502020204030204" pitchFamily="34" charset="0"/>
                <a:cs typeface="Arial" panose="020B0604020202020204" pitchFamily="34" charset="0"/>
              </a:rPr>
              <a:t> Yes.</a:t>
            </a:r>
            <a:endParaRPr lang="en-US" sz="1350" dirty="0">
              <a:latin typeface="+mj-lt"/>
              <a:ea typeface="Calibri" panose="020F0502020204030204" pitchFamily="34" charset="0"/>
              <a:cs typeface="Arial" panose="020B0604020202020204" pitchFamily="34" charset="0"/>
            </a:endParaRPr>
          </a:p>
          <a:p>
            <a:pPr marL="257175" indent="-257175">
              <a:lnSpc>
                <a:spcPct val="107000"/>
              </a:lnSpc>
              <a:spcBef>
                <a:spcPts val="0"/>
              </a:spcBef>
              <a:buFont typeface="Symbol" panose="05050102010706020507" pitchFamily="18" charset="2"/>
              <a:buChar char=""/>
            </a:pPr>
            <a:r>
              <a:rPr lang="id-ID" sz="1350" dirty="0">
                <a:latin typeface="+mj-lt"/>
                <a:ea typeface="Calibri" panose="020F0502020204030204" pitchFamily="34" charset="0"/>
                <a:cs typeface="Arial" panose="020B0604020202020204" pitchFamily="34" charset="0"/>
              </a:rPr>
              <a:t>If Humidity = </a:t>
            </a:r>
            <a:r>
              <a:rPr lang="id-ID" sz="1350" dirty="0" err="1">
                <a:latin typeface="+mj-lt"/>
                <a:ea typeface="Calibri" panose="020F0502020204030204" pitchFamily="34" charset="0"/>
                <a:cs typeface="Arial" panose="020B0604020202020204" pitchFamily="34" charset="0"/>
              </a:rPr>
              <a:t>High</a:t>
            </a:r>
            <a:r>
              <a:rPr lang="id-ID" sz="1350" dirty="0">
                <a:latin typeface="+mj-lt"/>
                <a:ea typeface="Calibri" panose="020F0502020204030204" pitchFamily="34" charset="0"/>
                <a:cs typeface="Arial" panose="020B0604020202020204" pitchFamily="34" charset="0"/>
              </a:rPr>
              <a:t> </a:t>
            </a:r>
            <a:r>
              <a:rPr lang="id-ID" sz="1350" dirty="0" err="1">
                <a:latin typeface="+mj-lt"/>
                <a:ea typeface="Calibri" panose="020F0502020204030204" pitchFamily="34" charset="0"/>
                <a:cs typeface="Arial" panose="020B0604020202020204" pitchFamily="34" charset="0"/>
              </a:rPr>
              <a:t>and</a:t>
            </a:r>
            <a:r>
              <a:rPr lang="id-ID" sz="1350" dirty="0">
                <a:latin typeface="+mj-lt"/>
                <a:ea typeface="Calibri" panose="020F0502020204030204" pitchFamily="34" charset="0"/>
                <a:cs typeface="Arial" panose="020B0604020202020204" pitchFamily="34" charset="0"/>
              </a:rPr>
              <a:t> Outlook = Sunny </a:t>
            </a:r>
            <a:r>
              <a:rPr lang="id-ID" sz="1350" dirty="0" err="1">
                <a:latin typeface="+mj-lt"/>
                <a:ea typeface="Calibri" panose="020F0502020204030204" pitchFamily="34" charset="0"/>
                <a:cs typeface="Arial" panose="020B0604020202020204" pitchFamily="34" charset="0"/>
              </a:rPr>
              <a:t>and</a:t>
            </a:r>
            <a:r>
              <a:rPr lang="id-ID" sz="1350" dirty="0">
                <a:latin typeface="+mj-lt"/>
                <a:ea typeface="Calibri" panose="020F0502020204030204" pitchFamily="34" charset="0"/>
                <a:cs typeface="Arial" panose="020B0604020202020204" pitchFamily="34" charset="0"/>
              </a:rPr>
              <a:t> </a:t>
            </a:r>
            <a:r>
              <a:rPr lang="id-ID" sz="1350" dirty="0" err="1">
                <a:latin typeface="+mj-lt"/>
                <a:ea typeface="Calibri" panose="020F0502020204030204" pitchFamily="34" charset="0"/>
                <a:cs typeface="Arial" panose="020B0604020202020204" pitchFamily="34" charset="0"/>
              </a:rPr>
              <a:t>Wind</a:t>
            </a:r>
            <a:r>
              <a:rPr lang="id-ID" sz="1350" dirty="0">
                <a:latin typeface="+mj-lt"/>
                <a:ea typeface="Calibri" panose="020F0502020204030204" pitchFamily="34" charset="0"/>
                <a:cs typeface="Arial" panose="020B0604020202020204" pitchFamily="34" charset="0"/>
              </a:rPr>
              <a:t> = </a:t>
            </a:r>
            <a:r>
              <a:rPr lang="id-ID" sz="1350" dirty="0" err="1">
                <a:latin typeface="+mj-lt"/>
                <a:ea typeface="Calibri" panose="020F0502020204030204" pitchFamily="34" charset="0"/>
                <a:cs typeface="Arial" panose="020B0604020202020204" pitchFamily="34" charset="0"/>
              </a:rPr>
              <a:t>Strong</a:t>
            </a:r>
            <a:r>
              <a:rPr lang="id-ID" sz="1350" dirty="0">
                <a:latin typeface="+mj-lt"/>
                <a:ea typeface="Calibri" panose="020F0502020204030204" pitchFamily="34" charset="0"/>
                <a:cs typeface="Arial" panose="020B0604020202020204" pitchFamily="34" charset="0"/>
              </a:rPr>
              <a:t>, </a:t>
            </a:r>
            <a:r>
              <a:rPr lang="id-ID" sz="1350" dirty="0" err="1">
                <a:latin typeface="+mj-lt"/>
                <a:ea typeface="Calibri" panose="020F0502020204030204" pitchFamily="34" charset="0"/>
                <a:cs typeface="Arial" panose="020B0604020202020204" pitchFamily="34" charset="0"/>
              </a:rPr>
              <a:t>then</a:t>
            </a:r>
            <a:r>
              <a:rPr lang="id-ID" sz="1350" dirty="0">
                <a:latin typeface="+mj-lt"/>
                <a:ea typeface="Calibri" panose="020F0502020204030204" pitchFamily="34" charset="0"/>
                <a:cs typeface="Arial" panose="020B0604020202020204" pitchFamily="34" charset="0"/>
              </a:rPr>
              <a:t> No.</a:t>
            </a:r>
            <a:endParaRPr lang="en-US" sz="1350" dirty="0">
              <a:latin typeface="+mj-lt"/>
              <a:ea typeface="Calibri" panose="020F0502020204030204" pitchFamily="34" charset="0"/>
              <a:cs typeface="Arial" panose="020B0604020202020204" pitchFamily="34" charset="0"/>
            </a:endParaRPr>
          </a:p>
          <a:p>
            <a:pPr marL="257175" indent="-257175">
              <a:lnSpc>
                <a:spcPct val="107000"/>
              </a:lnSpc>
              <a:spcBef>
                <a:spcPts val="0"/>
              </a:spcBef>
              <a:spcAft>
                <a:spcPts val="600"/>
              </a:spcAft>
              <a:buFont typeface="Symbol" panose="05050102010706020507" pitchFamily="18" charset="2"/>
              <a:buChar char=""/>
            </a:pPr>
            <a:r>
              <a:rPr lang="id-ID" sz="1350" dirty="0">
                <a:latin typeface="+mj-lt"/>
                <a:ea typeface="Calibri" panose="020F0502020204030204" pitchFamily="34" charset="0"/>
                <a:cs typeface="Arial" panose="020B0604020202020204" pitchFamily="34" charset="0"/>
              </a:rPr>
              <a:t>If Humidity = </a:t>
            </a:r>
            <a:r>
              <a:rPr lang="id-ID" sz="1350" dirty="0" err="1">
                <a:latin typeface="+mj-lt"/>
                <a:ea typeface="Calibri" panose="020F0502020204030204" pitchFamily="34" charset="0"/>
                <a:cs typeface="Arial" panose="020B0604020202020204" pitchFamily="34" charset="0"/>
              </a:rPr>
              <a:t>High</a:t>
            </a:r>
            <a:r>
              <a:rPr lang="id-ID" sz="1350" dirty="0">
                <a:latin typeface="+mj-lt"/>
                <a:ea typeface="Calibri" panose="020F0502020204030204" pitchFamily="34" charset="0"/>
                <a:cs typeface="Arial" panose="020B0604020202020204" pitchFamily="34" charset="0"/>
              </a:rPr>
              <a:t> </a:t>
            </a:r>
            <a:r>
              <a:rPr lang="id-ID" sz="1350" dirty="0" err="1">
                <a:latin typeface="+mj-lt"/>
                <a:ea typeface="Calibri" panose="020F0502020204030204" pitchFamily="34" charset="0"/>
                <a:cs typeface="Arial" panose="020B0604020202020204" pitchFamily="34" charset="0"/>
              </a:rPr>
              <a:t>and</a:t>
            </a:r>
            <a:r>
              <a:rPr lang="id-ID" sz="1350" dirty="0">
                <a:latin typeface="+mj-lt"/>
                <a:ea typeface="Calibri" panose="020F0502020204030204" pitchFamily="34" charset="0"/>
                <a:cs typeface="Arial" panose="020B0604020202020204" pitchFamily="34" charset="0"/>
              </a:rPr>
              <a:t> Outlook = Sunny </a:t>
            </a:r>
            <a:r>
              <a:rPr lang="id-ID" sz="1350" dirty="0" err="1">
                <a:latin typeface="+mj-lt"/>
                <a:ea typeface="Calibri" panose="020F0502020204030204" pitchFamily="34" charset="0"/>
                <a:cs typeface="Arial" panose="020B0604020202020204" pitchFamily="34" charset="0"/>
              </a:rPr>
              <a:t>and</a:t>
            </a:r>
            <a:r>
              <a:rPr lang="id-ID" sz="1350" dirty="0">
                <a:latin typeface="+mj-lt"/>
                <a:ea typeface="Calibri" panose="020F0502020204030204" pitchFamily="34" charset="0"/>
                <a:cs typeface="Arial" panose="020B0604020202020204" pitchFamily="34" charset="0"/>
              </a:rPr>
              <a:t> </a:t>
            </a:r>
            <a:r>
              <a:rPr lang="id-ID" sz="1350" dirty="0" err="1">
                <a:latin typeface="+mj-lt"/>
                <a:ea typeface="Calibri" panose="020F0502020204030204" pitchFamily="34" charset="0"/>
                <a:cs typeface="Arial" panose="020B0604020202020204" pitchFamily="34" charset="0"/>
              </a:rPr>
              <a:t>Wind</a:t>
            </a:r>
            <a:r>
              <a:rPr lang="id-ID" sz="1350" dirty="0">
                <a:latin typeface="+mj-lt"/>
                <a:ea typeface="Calibri" panose="020F0502020204030204" pitchFamily="34" charset="0"/>
                <a:cs typeface="Arial" panose="020B0604020202020204" pitchFamily="34" charset="0"/>
              </a:rPr>
              <a:t> = </a:t>
            </a:r>
            <a:r>
              <a:rPr lang="id-ID" sz="1350" dirty="0" err="1">
                <a:latin typeface="+mj-lt"/>
                <a:ea typeface="Calibri" panose="020F0502020204030204" pitchFamily="34" charset="0"/>
                <a:cs typeface="Arial" panose="020B0604020202020204" pitchFamily="34" charset="0"/>
              </a:rPr>
              <a:t>Weak</a:t>
            </a:r>
            <a:r>
              <a:rPr lang="id-ID" sz="1350" dirty="0">
                <a:latin typeface="+mj-lt"/>
                <a:ea typeface="Calibri" panose="020F0502020204030204" pitchFamily="34" charset="0"/>
                <a:cs typeface="Arial" panose="020B0604020202020204" pitchFamily="34" charset="0"/>
              </a:rPr>
              <a:t>, </a:t>
            </a:r>
            <a:r>
              <a:rPr lang="id-ID" sz="1350" dirty="0" err="1">
                <a:latin typeface="+mj-lt"/>
                <a:ea typeface="Calibri" panose="020F0502020204030204" pitchFamily="34" charset="0"/>
                <a:cs typeface="Arial" panose="020B0604020202020204" pitchFamily="34" charset="0"/>
              </a:rPr>
              <a:t>then</a:t>
            </a:r>
            <a:r>
              <a:rPr lang="id-ID" sz="1350" dirty="0">
                <a:latin typeface="+mj-lt"/>
                <a:ea typeface="Calibri" panose="020F0502020204030204" pitchFamily="34" charset="0"/>
                <a:cs typeface="Arial" panose="020B0604020202020204" pitchFamily="34" charset="0"/>
              </a:rPr>
              <a:t> Yes.</a:t>
            </a:r>
            <a:endParaRPr lang="en-US" sz="1350" dirty="0">
              <a:latin typeface="+mj-lt"/>
              <a:ea typeface="Calibri" panose="020F0502020204030204" pitchFamily="34" charset="0"/>
              <a:cs typeface="Arial" panose="020B0604020202020204" pitchFamily="34" charset="0"/>
            </a:endParaRPr>
          </a:p>
        </p:txBody>
      </p:sp>
      <p:graphicFrame>
        <p:nvGraphicFramePr>
          <p:cNvPr id="4" name="Objek 3">
            <a:extLst>
              <a:ext uri="{FF2B5EF4-FFF2-40B4-BE49-F238E27FC236}">
                <a16:creationId xmlns:a16="http://schemas.microsoft.com/office/drawing/2014/main" id="{DE9749AD-E800-49B5-8FC6-500121F81BFF}"/>
              </a:ext>
            </a:extLst>
          </p:cNvPr>
          <p:cNvGraphicFramePr>
            <a:graphicFrameLocks noChangeAspect="1"/>
          </p:cNvGraphicFramePr>
          <p:nvPr/>
        </p:nvGraphicFramePr>
        <p:xfrm>
          <a:off x="3818226" y="1792323"/>
          <a:ext cx="2919846" cy="2876907"/>
        </p:xfrm>
        <a:graphic>
          <a:graphicData uri="http://schemas.openxmlformats.org/presentationml/2006/ole">
            <mc:AlternateContent xmlns:mc="http://schemas.openxmlformats.org/markup-compatibility/2006">
              <mc:Choice xmlns:v="urn:schemas-microsoft-com:vml" Requires="v">
                <p:oleObj name="Visio" r:id="rId2" imgW="5210600" imgH="5133986" progId="Visio.Drawing.15">
                  <p:embed/>
                </p:oleObj>
              </mc:Choice>
              <mc:Fallback>
                <p:oleObj name="Visio" r:id="rId2" imgW="5210600" imgH="5133986" progId="Visio.Drawing.15">
                  <p:embed/>
                  <p:pic>
                    <p:nvPicPr>
                      <p:cNvPr id="4" name="Objek 3">
                        <a:extLst>
                          <a:ext uri="{FF2B5EF4-FFF2-40B4-BE49-F238E27FC236}">
                            <a16:creationId xmlns:a16="http://schemas.microsoft.com/office/drawing/2014/main" id="{DE9749AD-E800-49B5-8FC6-500121F81B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8226" y="1792323"/>
                        <a:ext cx="2919846" cy="2876907"/>
                      </a:xfrm>
                      <a:prstGeom prst="rect">
                        <a:avLst/>
                      </a:prstGeom>
                      <a:noFill/>
                    </p:spPr>
                  </p:pic>
                </p:oleObj>
              </mc:Fallback>
            </mc:AlternateContent>
          </a:graphicData>
        </a:graphic>
      </p:graphicFrame>
    </p:spTree>
    <p:extLst>
      <p:ext uri="{BB962C8B-B14F-4D97-AF65-F5344CB8AC3E}">
        <p14:creationId xmlns:p14="http://schemas.microsoft.com/office/powerpoint/2010/main" val="15421436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0A98D763-1B09-4579-9FDE-876D5F6D6527}"/>
              </a:ext>
            </a:extLst>
          </p:cNvPr>
          <p:cNvSpPr>
            <a:spLocks noGrp="1"/>
          </p:cNvSpPr>
          <p:nvPr>
            <p:ph type="ctrTitle"/>
          </p:nvPr>
        </p:nvSpPr>
        <p:spPr/>
        <p:txBody>
          <a:bodyPr/>
          <a:lstStyle/>
          <a:p>
            <a:r>
              <a:rPr lang="id-ID" dirty="0"/>
              <a:t>Random </a:t>
            </a:r>
            <a:r>
              <a:rPr lang="id-ID" dirty="0" err="1"/>
              <a:t>Forest</a:t>
            </a:r>
            <a:endParaRPr lang="en-US" dirty="0"/>
          </a:p>
        </p:txBody>
      </p:sp>
      <p:sp>
        <p:nvSpPr>
          <p:cNvPr id="5" name="Subjudul 4">
            <a:extLst>
              <a:ext uri="{FF2B5EF4-FFF2-40B4-BE49-F238E27FC236}">
                <a16:creationId xmlns:a16="http://schemas.microsoft.com/office/drawing/2014/main" id="{C342BBAE-15F4-43C2-993C-1E92D26E8FFF}"/>
              </a:ext>
            </a:extLst>
          </p:cNvPr>
          <p:cNvSpPr>
            <a:spLocks noGrp="1"/>
          </p:cNvSpPr>
          <p:nvPr>
            <p:ph type="subTitle" idx="1"/>
          </p:nvPr>
        </p:nvSpPr>
        <p:spPr/>
        <p:txBody>
          <a:bodyPr/>
          <a:lstStyle/>
          <a:p>
            <a:pPr>
              <a:lnSpc>
                <a:spcPct val="100000"/>
              </a:lnSpc>
              <a:spcBef>
                <a:spcPts val="0"/>
              </a:spcBef>
            </a:pPr>
            <a:r>
              <a:rPr lang="id-ID" dirty="0">
                <a:latin typeface="+mj-lt"/>
              </a:rPr>
              <a:t>Irwansyah Saputra, S.Kom., M.Kom., MTA</a:t>
            </a:r>
          </a:p>
          <a:p>
            <a:pPr>
              <a:lnSpc>
                <a:spcPct val="100000"/>
              </a:lnSpc>
              <a:spcBef>
                <a:spcPts val="0"/>
              </a:spcBef>
            </a:pPr>
            <a:r>
              <a:rPr lang="id-ID" sz="1200" dirty="0" err="1">
                <a:latin typeface="+mj-lt"/>
              </a:rPr>
              <a:t>Founder</a:t>
            </a:r>
            <a:r>
              <a:rPr lang="id-ID" sz="1200" dirty="0">
                <a:latin typeface="+mj-lt"/>
              </a:rPr>
              <a:t> </a:t>
            </a:r>
            <a:r>
              <a:rPr lang="id-ID" sz="1200" dirty="0" err="1">
                <a:latin typeface="+mj-lt"/>
              </a:rPr>
              <a:t>of</a:t>
            </a:r>
            <a:r>
              <a:rPr lang="id-ID" sz="1200" dirty="0">
                <a:latin typeface="+mj-lt"/>
              </a:rPr>
              <a:t> Multinity Indonesia</a:t>
            </a:r>
            <a:endParaRPr lang="en-US" sz="1200" dirty="0">
              <a:latin typeface="+mj-lt"/>
            </a:endParaRPr>
          </a:p>
          <a:p>
            <a:endParaRPr lang="en-US" dirty="0">
              <a:latin typeface="+mj-lt"/>
            </a:endParaRPr>
          </a:p>
        </p:txBody>
      </p:sp>
    </p:spTree>
    <p:extLst>
      <p:ext uri="{BB962C8B-B14F-4D97-AF65-F5344CB8AC3E}">
        <p14:creationId xmlns:p14="http://schemas.microsoft.com/office/powerpoint/2010/main" val="11341682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E6A34E7C-9CA5-4998-A5D6-F8632FD0DAE3}"/>
              </a:ext>
            </a:extLst>
          </p:cNvPr>
          <p:cNvSpPr>
            <a:spLocks noGrp="1"/>
          </p:cNvSpPr>
          <p:nvPr>
            <p:ph type="title"/>
          </p:nvPr>
        </p:nvSpPr>
        <p:spPr/>
        <p:txBody>
          <a:bodyPr/>
          <a:lstStyle/>
          <a:p>
            <a:r>
              <a:rPr lang="id-ID" dirty="0"/>
              <a:t>Ide Random </a:t>
            </a:r>
            <a:r>
              <a:rPr lang="id-ID" dirty="0" err="1"/>
              <a:t>Forest</a:t>
            </a:r>
            <a:endParaRPr lang="en-US" dirty="0"/>
          </a:p>
        </p:txBody>
      </p:sp>
      <p:sp>
        <p:nvSpPr>
          <p:cNvPr id="3" name="Tampungan Konten 2">
            <a:extLst>
              <a:ext uri="{FF2B5EF4-FFF2-40B4-BE49-F238E27FC236}">
                <a16:creationId xmlns:a16="http://schemas.microsoft.com/office/drawing/2014/main" id="{590E97F3-865A-486A-9D0C-B15800A34954}"/>
              </a:ext>
            </a:extLst>
          </p:cNvPr>
          <p:cNvSpPr>
            <a:spLocks noGrp="1"/>
          </p:cNvSpPr>
          <p:nvPr>
            <p:ph idx="1"/>
          </p:nvPr>
        </p:nvSpPr>
        <p:spPr/>
        <p:txBody>
          <a:bodyPr>
            <a:normAutofit/>
          </a:bodyPr>
          <a:lstStyle/>
          <a:p>
            <a:r>
              <a:rPr lang="id-ID" sz="1800" dirty="0">
                <a:latin typeface="+mj-lt"/>
              </a:rPr>
              <a:t>Semakin banyak kemungkinan yang dibuat, maka peluang benar semakin banyak juga.</a:t>
            </a:r>
          </a:p>
          <a:p>
            <a:r>
              <a:rPr lang="id-ID" sz="1800" dirty="0">
                <a:latin typeface="+mj-lt"/>
              </a:rPr>
              <a:t>Berisi banyak </a:t>
            </a:r>
            <a:r>
              <a:rPr lang="id-ID" sz="1800" dirty="0" err="1">
                <a:latin typeface="+mj-lt"/>
              </a:rPr>
              <a:t>decision</a:t>
            </a:r>
            <a:r>
              <a:rPr lang="id-ID" sz="1800" dirty="0">
                <a:latin typeface="+mj-lt"/>
              </a:rPr>
              <a:t> </a:t>
            </a:r>
            <a:r>
              <a:rPr lang="id-ID" sz="1800" dirty="0" err="1">
                <a:latin typeface="+mj-lt"/>
              </a:rPr>
              <a:t>tree</a:t>
            </a:r>
            <a:r>
              <a:rPr lang="id-ID" sz="1800" dirty="0">
                <a:latin typeface="+mj-lt"/>
              </a:rPr>
              <a:t> kemudian dicari nilai mayoritas.</a:t>
            </a:r>
          </a:p>
          <a:p>
            <a:r>
              <a:rPr lang="id-ID" sz="1800" dirty="0">
                <a:latin typeface="+mj-lt"/>
              </a:rPr>
              <a:t>Banyaknya </a:t>
            </a:r>
            <a:r>
              <a:rPr lang="id-ID" sz="1800" dirty="0" err="1">
                <a:latin typeface="+mj-lt"/>
              </a:rPr>
              <a:t>decision</a:t>
            </a:r>
            <a:r>
              <a:rPr lang="id-ID" sz="1800" dirty="0">
                <a:latin typeface="+mj-lt"/>
              </a:rPr>
              <a:t> </a:t>
            </a:r>
            <a:r>
              <a:rPr lang="id-ID" sz="1800" dirty="0" err="1">
                <a:latin typeface="+mj-lt"/>
              </a:rPr>
              <a:t>tree</a:t>
            </a:r>
            <a:r>
              <a:rPr lang="id-ID" sz="1800" dirty="0">
                <a:latin typeface="+mj-lt"/>
              </a:rPr>
              <a:t> adalah </a:t>
            </a:r>
            <a:r>
              <a:rPr lang="id-ID" sz="1800" dirty="0" err="1">
                <a:latin typeface="+mj-lt"/>
              </a:rPr>
              <a:t>hyperparamater</a:t>
            </a:r>
            <a:r>
              <a:rPr lang="id-ID" sz="1800" dirty="0">
                <a:latin typeface="+mj-lt"/>
              </a:rPr>
              <a:t>. Artinya bisa diatur sendiri.</a:t>
            </a:r>
          </a:p>
          <a:p>
            <a:r>
              <a:rPr lang="id-ID" sz="1800" dirty="0">
                <a:latin typeface="+mj-lt"/>
              </a:rPr>
              <a:t>Satu </a:t>
            </a:r>
            <a:r>
              <a:rPr lang="id-ID" sz="1800" dirty="0" err="1">
                <a:latin typeface="+mj-lt"/>
              </a:rPr>
              <a:t>decision</a:t>
            </a:r>
            <a:r>
              <a:rPr lang="id-ID" sz="1800" dirty="0">
                <a:latin typeface="+mj-lt"/>
              </a:rPr>
              <a:t> </a:t>
            </a:r>
            <a:r>
              <a:rPr lang="id-ID" sz="1800" dirty="0" err="1">
                <a:latin typeface="+mj-lt"/>
              </a:rPr>
              <a:t>tree</a:t>
            </a:r>
            <a:r>
              <a:rPr lang="id-ID" sz="1800" dirty="0">
                <a:latin typeface="+mj-lt"/>
              </a:rPr>
              <a:t> rentan terkena </a:t>
            </a:r>
            <a:r>
              <a:rPr lang="id-ID" sz="1800" dirty="0" err="1">
                <a:latin typeface="+mj-lt"/>
              </a:rPr>
              <a:t>overfitting</a:t>
            </a:r>
            <a:r>
              <a:rPr lang="id-ID" sz="1800" dirty="0">
                <a:latin typeface="+mj-lt"/>
              </a:rPr>
              <a:t>, sehingga dilakukan </a:t>
            </a:r>
            <a:r>
              <a:rPr lang="id-ID" sz="1800" dirty="0" err="1">
                <a:latin typeface="+mj-lt"/>
              </a:rPr>
              <a:t>bagging</a:t>
            </a:r>
            <a:r>
              <a:rPr lang="id-ID" sz="1800" dirty="0">
                <a:latin typeface="+mj-lt"/>
              </a:rPr>
              <a:t>. </a:t>
            </a:r>
            <a:endParaRPr lang="en-US" sz="1800" dirty="0">
              <a:latin typeface="+mj-lt"/>
            </a:endParaRPr>
          </a:p>
        </p:txBody>
      </p:sp>
    </p:spTree>
    <p:extLst>
      <p:ext uri="{BB962C8B-B14F-4D97-AF65-F5344CB8AC3E}">
        <p14:creationId xmlns:p14="http://schemas.microsoft.com/office/powerpoint/2010/main" val="18321512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D3D10D5F-3F76-4640-86A3-AB331FA9C26E}"/>
              </a:ext>
            </a:extLst>
          </p:cNvPr>
          <p:cNvSpPr>
            <a:spLocks noGrp="1"/>
          </p:cNvSpPr>
          <p:nvPr>
            <p:ph type="title"/>
          </p:nvPr>
        </p:nvSpPr>
        <p:spPr/>
        <p:txBody>
          <a:bodyPr/>
          <a:lstStyle/>
          <a:p>
            <a:r>
              <a:rPr lang="id-ID" dirty="0"/>
              <a:t>Probabilitas</a:t>
            </a:r>
            <a:endParaRPr lang="en-US" dirty="0"/>
          </a:p>
        </p:txBody>
      </p:sp>
      <p:sp>
        <p:nvSpPr>
          <p:cNvPr id="3" name="Tampungan Konten 2">
            <a:extLst>
              <a:ext uri="{FF2B5EF4-FFF2-40B4-BE49-F238E27FC236}">
                <a16:creationId xmlns:a16="http://schemas.microsoft.com/office/drawing/2014/main" id="{AF8EB976-C1C6-40BC-9A6D-777BC9E787D5}"/>
              </a:ext>
            </a:extLst>
          </p:cNvPr>
          <p:cNvSpPr>
            <a:spLocks noGrp="1"/>
          </p:cNvSpPr>
          <p:nvPr>
            <p:ph idx="1"/>
          </p:nvPr>
        </p:nvSpPr>
        <p:spPr/>
        <p:txBody>
          <a:bodyPr>
            <a:normAutofit/>
          </a:bodyPr>
          <a:lstStyle/>
          <a:p>
            <a:r>
              <a:rPr lang="id-ID" sz="1800" dirty="0">
                <a:latin typeface="+mj-lt"/>
              </a:rPr>
              <a:t>Saat seseorang bertaruh dengan uang  $100, maka ada beberapa kemungkinan:</a:t>
            </a:r>
          </a:p>
          <a:p>
            <a:r>
              <a:rPr lang="id-ID" sz="1800" dirty="0">
                <a:latin typeface="+mj-lt"/>
              </a:rPr>
              <a:t>Jika ia bermain sekali, maka kemungkinan menang atau kalah adalah 50:50</a:t>
            </a:r>
          </a:p>
          <a:p>
            <a:r>
              <a:rPr lang="id-ID" sz="1800" dirty="0">
                <a:latin typeface="+mj-lt"/>
              </a:rPr>
              <a:t>Sehingga, kita bisa memecah uang tersebut untuk beberapa kali permainan.</a:t>
            </a:r>
          </a:p>
          <a:p>
            <a:r>
              <a:rPr lang="id-ID" sz="1800" dirty="0">
                <a:latin typeface="+mj-lt"/>
              </a:rPr>
              <a:t>Karena semakin banyak ia bermain, maka semakin banyak peluang ia menang. </a:t>
            </a:r>
          </a:p>
          <a:p>
            <a:r>
              <a:rPr lang="id-ID" sz="1800" dirty="0">
                <a:latin typeface="+mj-lt"/>
              </a:rPr>
              <a:t>Ini konsep dasar Random </a:t>
            </a:r>
            <a:r>
              <a:rPr lang="id-ID" sz="1800" dirty="0" err="1">
                <a:latin typeface="+mj-lt"/>
              </a:rPr>
              <a:t>Forest</a:t>
            </a:r>
            <a:endParaRPr lang="id-ID" sz="1800" dirty="0">
              <a:latin typeface="+mj-lt"/>
            </a:endParaRPr>
          </a:p>
          <a:p>
            <a:endParaRPr lang="en-US" sz="1800" dirty="0">
              <a:latin typeface="+mj-lt"/>
            </a:endParaRPr>
          </a:p>
        </p:txBody>
      </p:sp>
    </p:spTree>
    <p:extLst>
      <p:ext uri="{BB962C8B-B14F-4D97-AF65-F5344CB8AC3E}">
        <p14:creationId xmlns:p14="http://schemas.microsoft.com/office/powerpoint/2010/main" val="39639394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D77E775-4034-473E-9B90-C8A1FFD4E547}"/>
              </a:ext>
            </a:extLst>
          </p:cNvPr>
          <p:cNvSpPr>
            <a:spLocks noGrp="1"/>
          </p:cNvSpPr>
          <p:nvPr>
            <p:ph type="title"/>
          </p:nvPr>
        </p:nvSpPr>
        <p:spPr/>
        <p:txBody>
          <a:bodyPr/>
          <a:lstStyle/>
          <a:p>
            <a:r>
              <a:rPr lang="id-ID" dirty="0"/>
              <a:t>Apa buktinya?</a:t>
            </a:r>
            <a:endParaRPr lang="en-US" dirty="0"/>
          </a:p>
        </p:txBody>
      </p:sp>
      <p:sp>
        <p:nvSpPr>
          <p:cNvPr id="3" name="Tampungan Konten 2">
            <a:extLst>
              <a:ext uri="{FF2B5EF4-FFF2-40B4-BE49-F238E27FC236}">
                <a16:creationId xmlns:a16="http://schemas.microsoft.com/office/drawing/2014/main" id="{A8CE9E7D-519C-4B1F-A19E-DDAD687D603A}"/>
              </a:ext>
            </a:extLst>
          </p:cNvPr>
          <p:cNvSpPr>
            <a:spLocks noGrp="1"/>
          </p:cNvSpPr>
          <p:nvPr>
            <p:ph idx="1"/>
          </p:nvPr>
        </p:nvSpPr>
        <p:spPr/>
        <p:txBody>
          <a:bodyPr>
            <a:normAutofit/>
          </a:bodyPr>
          <a:lstStyle/>
          <a:p>
            <a:pPr marL="0" indent="0">
              <a:buNone/>
            </a:pPr>
            <a:r>
              <a:rPr lang="id-ID" sz="1800" b="0" i="1" dirty="0">
                <a:solidFill>
                  <a:srgbClr val="292929"/>
                </a:solidFill>
                <a:effectLst/>
                <a:latin typeface="+mj-lt"/>
              </a:rPr>
              <a:t>Misalnya: </a:t>
            </a:r>
          </a:p>
          <a:p>
            <a:pPr algn="l">
              <a:buFont typeface="+mj-lt"/>
              <a:buAutoNum type="arabicPeriod"/>
            </a:pPr>
            <a:r>
              <a:rPr lang="en-US" sz="1800" b="1" i="0" dirty="0">
                <a:solidFill>
                  <a:srgbClr val="292929"/>
                </a:solidFill>
                <a:effectLst/>
                <a:latin typeface="+mj-lt"/>
              </a:rPr>
              <a:t>Game 1</a:t>
            </a:r>
            <a:r>
              <a:rPr lang="en-US" sz="1800" b="0" i="0" dirty="0">
                <a:solidFill>
                  <a:srgbClr val="292929"/>
                </a:solidFill>
                <a:effectLst/>
                <a:latin typeface="+mj-lt"/>
              </a:rPr>
              <a:t> — play 100 times, betting $1 each time.</a:t>
            </a:r>
          </a:p>
          <a:p>
            <a:pPr algn="l">
              <a:buFont typeface="+mj-lt"/>
              <a:buAutoNum type="arabicPeriod"/>
            </a:pPr>
            <a:r>
              <a:rPr lang="en-US" sz="1800" b="1" i="0" dirty="0">
                <a:solidFill>
                  <a:srgbClr val="292929"/>
                </a:solidFill>
                <a:effectLst/>
                <a:latin typeface="+mj-lt"/>
              </a:rPr>
              <a:t>Game 2</a:t>
            </a:r>
            <a:r>
              <a:rPr lang="en-US" sz="1800" b="0" i="0" dirty="0">
                <a:solidFill>
                  <a:srgbClr val="292929"/>
                </a:solidFill>
                <a:effectLst/>
                <a:latin typeface="+mj-lt"/>
              </a:rPr>
              <a:t>— play 10 times, betting $10 each time.</a:t>
            </a:r>
          </a:p>
          <a:p>
            <a:pPr algn="l">
              <a:buFont typeface="+mj-lt"/>
              <a:buAutoNum type="arabicPeriod"/>
            </a:pPr>
            <a:r>
              <a:rPr lang="en-US" sz="1800" b="1" i="0" dirty="0">
                <a:solidFill>
                  <a:srgbClr val="292929"/>
                </a:solidFill>
                <a:effectLst/>
                <a:latin typeface="+mj-lt"/>
              </a:rPr>
              <a:t>Game 3</a:t>
            </a:r>
            <a:r>
              <a:rPr lang="en-US" sz="1800" b="0" i="0" dirty="0">
                <a:solidFill>
                  <a:srgbClr val="292929"/>
                </a:solidFill>
                <a:effectLst/>
                <a:latin typeface="+mj-lt"/>
              </a:rPr>
              <a:t>— play one time, betting $100.</a:t>
            </a:r>
            <a:endParaRPr lang="id-ID" sz="1800" b="0" i="0" dirty="0">
              <a:solidFill>
                <a:srgbClr val="292929"/>
              </a:solidFill>
              <a:effectLst/>
              <a:latin typeface="+mj-lt"/>
            </a:endParaRPr>
          </a:p>
          <a:p>
            <a:pPr algn="l">
              <a:buFont typeface="+mj-lt"/>
              <a:buAutoNum type="arabicPeriod"/>
            </a:pPr>
            <a:endParaRPr lang="id-ID" sz="1800" dirty="0">
              <a:solidFill>
                <a:srgbClr val="292929"/>
              </a:solidFill>
              <a:latin typeface="+mj-lt"/>
            </a:endParaRPr>
          </a:p>
          <a:p>
            <a:pPr marL="0" indent="0">
              <a:buNone/>
            </a:pPr>
            <a:r>
              <a:rPr lang="id-ID" sz="1800" b="0" i="0" dirty="0">
                <a:solidFill>
                  <a:srgbClr val="292929"/>
                </a:solidFill>
                <a:effectLst/>
                <a:latin typeface="+mj-lt"/>
              </a:rPr>
              <a:t>Mungkin hasilnya bisa sama jika melihat ekspektasi:</a:t>
            </a:r>
            <a:endParaRPr lang="id-ID" sz="1800" b="0" i="1" dirty="0">
              <a:solidFill>
                <a:srgbClr val="292929"/>
              </a:solidFill>
              <a:effectLst/>
              <a:latin typeface="+mj-lt"/>
            </a:endParaRPr>
          </a:p>
          <a:p>
            <a:pPr algn="l"/>
            <a:r>
              <a:rPr lang="en-US" sz="1800" b="0" i="1" dirty="0">
                <a:solidFill>
                  <a:srgbClr val="292929"/>
                </a:solidFill>
                <a:effectLst/>
                <a:latin typeface="+mj-lt"/>
              </a:rPr>
              <a:t>Expected Value Game 1 = (0.60*1 + 0.40*-1)*100 = 20</a:t>
            </a:r>
          </a:p>
          <a:p>
            <a:pPr algn="l"/>
            <a:r>
              <a:rPr lang="en-US" sz="1800" b="0" i="1" dirty="0">
                <a:solidFill>
                  <a:srgbClr val="292929"/>
                </a:solidFill>
                <a:effectLst/>
                <a:latin typeface="+mj-lt"/>
              </a:rPr>
              <a:t>Expected Value Game 2= (0.60*10 + 0.40*-10)*10 = 20</a:t>
            </a:r>
          </a:p>
          <a:p>
            <a:pPr algn="l"/>
            <a:r>
              <a:rPr lang="en-US" sz="1800" b="0" i="1" dirty="0">
                <a:solidFill>
                  <a:srgbClr val="292929"/>
                </a:solidFill>
                <a:effectLst/>
                <a:latin typeface="+mj-lt"/>
              </a:rPr>
              <a:t>Expected Value Game 3= 0.60*100 + 0.40*-100 = 20</a:t>
            </a:r>
          </a:p>
          <a:p>
            <a:endParaRPr lang="en-US" sz="1800" dirty="0">
              <a:latin typeface="+mj-lt"/>
            </a:endParaRPr>
          </a:p>
        </p:txBody>
      </p:sp>
    </p:spTree>
    <p:extLst>
      <p:ext uri="{BB962C8B-B14F-4D97-AF65-F5344CB8AC3E}">
        <p14:creationId xmlns:p14="http://schemas.microsoft.com/office/powerpoint/2010/main" val="4726034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677FF1EE-D6BB-412D-9EAE-DF32C6E88448}"/>
              </a:ext>
            </a:extLst>
          </p:cNvPr>
          <p:cNvSpPr>
            <a:spLocks noGrp="1"/>
          </p:cNvSpPr>
          <p:nvPr>
            <p:ph type="title"/>
          </p:nvPr>
        </p:nvSpPr>
        <p:spPr/>
        <p:txBody>
          <a:bodyPr/>
          <a:lstStyle/>
          <a:p>
            <a:r>
              <a:rPr lang="id-ID" dirty="0"/>
              <a:t>Terlihat berbeda jika...</a:t>
            </a:r>
            <a:endParaRPr lang="en-US" dirty="0"/>
          </a:p>
        </p:txBody>
      </p:sp>
      <p:pic>
        <p:nvPicPr>
          <p:cNvPr id="4" name="Picture 2">
            <a:extLst>
              <a:ext uri="{FF2B5EF4-FFF2-40B4-BE49-F238E27FC236}">
                <a16:creationId xmlns:a16="http://schemas.microsoft.com/office/drawing/2014/main" id="{9AE87FAD-1110-4B16-8232-7E5543AB289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73616" y="998773"/>
            <a:ext cx="2784331" cy="2088248"/>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3">
            <a:extLst>
              <a:ext uri="{FF2B5EF4-FFF2-40B4-BE49-F238E27FC236}">
                <a16:creationId xmlns:a16="http://schemas.microsoft.com/office/drawing/2014/main" id="{F392192D-01DE-41CA-BF92-C4D581DAD57C}"/>
              </a:ext>
            </a:extLst>
          </p:cNvPr>
          <p:cNvSpPr txBox="1">
            <a:spLocks/>
          </p:cNvSpPr>
          <p:nvPr/>
        </p:nvSpPr>
        <p:spPr>
          <a:xfrm>
            <a:off x="471487" y="3462472"/>
            <a:ext cx="5693786" cy="109169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d-ID" sz="1600" dirty="0">
                <a:latin typeface="+mj-lt"/>
              </a:rPr>
              <a:t>Hasilnya terlihat berbeda jika kita visualisasikan.</a:t>
            </a:r>
            <a:endParaRPr lang="en-US" sz="1600" dirty="0">
              <a:latin typeface="+mj-lt"/>
            </a:endParaRPr>
          </a:p>
        </p:txBody>
      </p:sp>
      <p:pic>
        <p:nvPicPr>
          <p:cNvPr id="14338" name="Picture 2">
            <a:extLst>
              <a:ext uri="{FF2B5EF4-FFF2-40B4-BE49-F238E27FC236}">
                <a16:creationId xmlns:a16="http://schemas.microsoft.com/office/drawing/2014/main" id="{DC97F752-0921-46C5-9060-DECCB46364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5819" y="995972"/>
            <a:ext cx="3255407" cy="2200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56849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18FB7639-D810-4D4D-B015-77CD1367C36A}"/>
              </a:ext>
            </a:extLst>
          </p:cNvPr>
          <p:cNvSpPr>
            <a:spLocks noGrp="1"/>
          </p:cNvSpPr>
          <p:nvPr>
            <p:ph type="title"/>
          </p:nvPr>
        </p:nvSpPr>
        <p:spPr/>
        <p:txBody>
          <a:bodyPr/>
          <a:lstStyle/>
          <a:p>
            <a:r>
              <a:rPr lang="id-ID" dirty="0"/>
              <a:t>Random </a:t>
            </a:r>
            <a:r>
              <a:rPr lang="id-ID" dirty="0" err="1"/>
              <a:t>Forest</a:t>
            </a:r>
            <a:r>
              <a:rPr lang="id-ID" dirty="0"/>
              <a:t> adalah...</a:t>
            </a:r>
            <a:endParaRPr lang="en-US" dirty="0"/>
          </a:p>
        </p:txBody>
      </p:sp>
      <p:pic>
        <p:nvPicPr>
          <p:cNvPr id="4" name="Picture 2">
            <a:extLst>
              <a:ext uri="{FF2B5EF4-FFF2-40B4-BE49-F238E27FC236}">
                <a16:creationId xmlns:a16="http://schemas.microsoft.com/office/drawing/2014/main" id="{E4349D41-C5C5-453D-9F62-DB741EB8753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1487" y="1369219"/>
            <a:ext cx="2914650" cy="2964520"/>
          </a:xfrm>
          <a:prstGeom prst="rect">
            <a:avLst/>
          </a:prstGeom>
          <a:solidFill>
            <a:srgbClr val="FFFFFF"/>
          </a:solidFill>
        </p:spPr>
      </p:pic>
      <p:sp>
        <p:nvSpPr>
          <p:cNvPr id="5" name="Content Placeholder 3">
            <a:extLst>
              <a:ext uri="{FF2B5EF4-FFF2-40B4-BE49-F238E27FC236}">
                <a16:creationId xmlns:a16="http://schemas.microsoft.com/office/drawing/2014/main" id="{DD60DE94-457F-435E-B170-98DCAE9F7139}"/>
              </a:ext>
            </a:extLst>
          </p:cNvPr>
          <p:cNvSpPr txBox="1">
            <a:spLocks/>
          </p:cNvSpPr>
          <p:nvPr/>
        </p:nvSpPr>
        <p:spPr>
          <a:xfrm>
            <a:off x="3471863" y="1369219"/>
            <a:ext cx="291465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d-ID" sz="1600" dirty="0">
                <a:latin typeface="+mj-lt"/>
              </a:rPr>
              <a:t>Banyaknya pohon yang dibuat, akan menghasilkan akurasi yang beragam. </a:t>
            </a:r>
          </a:p>
          <a:p>
            <a:r>
              <a:rPr lang="id-ID" sz="1600" dirty="0">
                <a:latin typeface="+mj-lt"/>
              </a:rPr>
              <a:t>Akurasi yang mayoritas, akan dijadikan hasil akhir </a:t>
            </a:r>
            <a:r>
              <a:rPr lang="id-ID" sz="1600" dirty="0" err="1">
                <a:latin typeface="+mj-lt"/>
              </a:rPr>
              <a:t>random</a:t>
            </a:r>
            <a:r>
              <a:rPr lang="id-ID" sz="1600" dirty="0">
                <a:latin typeface="+mj-lt"/>
              </a:rPr>
              <a:t> </a:t>
            </a:r>
            <a:r>
              <a:rPr lang="id-ID" sz="1600" dirty="0" err="1">
                <a:latin typeface="+mj-lt"/>
              </a:rPr>
              <a:t>forest</a:t>
            </a:r>
            <a:r>
              <a:rPr lang="id-ID" sz="1600" dirty="0">
                <a:latin typeface="+mj-lt"/>
              </a:rPr>
              <a:t>.</a:t>
            </a:r>
            <a:endParaRPr lang="en-US" sz="1600" dirty="0">
              <a:latin typeface="+mj-lt"/>
            </a:endParaRPr>
          </a:p>
        </p:txBody>
      </p:sp>
    </p:spTree>
    <p:extLst>
      <p:ext uri="{BB962C8B-B14F-4D97-AF65-F5344CB8AC3E}">
        <p14:creationId xmlns:p14="http://schemas.microsoft.com/office/powerpoint/2010/main" val="4417159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FB4858A9-0376-4AE8-AF23-38A4D8364A73}"/>
              </a:ext>
            </a:extLst>
          </p:cNvPr>
          <p:cNvSpPr>
            <a:spLocks noGrp="1"/>
          </p:cNvSpPr>
          <p:nvPr>
            <p:ph type="title"/>
          </p:nvPr>
        </p:nvSpPr>
        <p:spPr/>
        <p:txBody>
          <a:bodyPr/>
          <a:lstStyle/>
          <a:p>
            <a:r>
              <a:rPr lang="id-ID" dirty="0"/>
              <a:t>Cara kerja RF</a:t>
            </a:r>
            <a:endParaRPr lang="en-US" dirty="0"/>
          </a:p>
        </p:txBody>
      </p:sp>
      <p:pic>
        <p:nvPicPr>
          <p:cNvPr id="11" name="Tampungan Konten 10">
            <a:extLst>
              <a:ext uri="{FF2B5EF4-FFF2-40B4-BE49-F238E27FC236}">
                <a16:creationId xmlns:a16="http://schemas.microsoft.com/office/drawing/2014/main" id="{77A2B3C8-B487-4EB3-A24A-B065278525FB}"/>
              </a:ext>
            </a:extLst>
          </p:cNvPr>
          <p:cNvPicPr>
            <a:picLocks noGrp="1" noChangeAspect="1"/>
          </p:cNvPicPr>
          <p:nvPr>
            <p:ph idx="1"/>
          </p:nvPr>
        </p:nvPicPr>
        <p:blipFill>
          <a:blip r:embed="rId3"/>
          <a:stretch>
            <a:fillRect/>
          </a:stretch>
        </p:blipFill>
        <p:spPr>
          <a:xfrm>
            <a:off x="1558853" y="2608130"/>
            <a:ext cx="3740295" cy="2137312"/>
          </a:xfrm>
        </p:spPr>
      </p:pic>
      <p:sp>
        <p:nvSpPr>
          <p:cNvPr id="13" name="Kotak Teks 12">
            <a:extLst>
              <a:ext uri="{FF2B5EF4-FFF2-40B4-BE49-F238E27FC236}">
                <a16:creationId xmlns:a16="http://schemas.microsoft.com/office/drawing/2014/main" id="{9DA18503-DD77-4BC2-8410-0FE56043BBCA}"/>
              </a:ext>
            </a:extLst>
          </p:cNvPr>
          <p:cNvSpPr txBox="1"/>
          <p:nvPr/>
        </p:nvSpPr>
        <p:spPr>
          <a:xfrm>
            <a:off x="62346" y="987337"/>
            <a:ext cx="6670531" cy="1754326"/>
          </a:xfrm>
          <a:prstGeom prst="rect">
            <a:avLst/>
          </a:prstGeom>
          <a:noFill/>
        </p:spPr>
        <p:txBody>
          <a:bodyPr wrap="square">
            <a:spAutoFit/>
          </a:bodyPr>
          <a:lstStyle/>
          <a:p>
            <a:pPr marL="214313" indent="-214313">
              <a:buFont typeface="Arial" panose="020B0604020202020204" pitchFamily="34" charset="0"/>
              <a:buChar char="•"/>
            </a:pPr>
            <a:r>
              <a:rPr lang="id-ID" sz="1200" dirty="0">
                <a:latin typeface="+mj-lt"/>
              </a:rPr>
              <a:t>Tentukan jumlah pohon yang akan dibuat. Dalam </a:t>
            </a:r>
            <a:r>
              <a:rPr lang="id-ID" sz="1200" dirty="0" err="1">
                <a:latin typeface="+mj-lt"/>
              </a:rPr>
              <a:t>python</a:t>
            </a:r>
            <a:r>
              <a:rPr lang="id-ID" sz="1200" dirty="0">
                <a:latin typeface="+mj-lt"/>
              </a:rPr>
              <a:t> disebut dengan </a:t>
            </a:r>
            <a:r>
              <a:rPr lang="id-ID" sz="1200" dirty="0" err="1">
                <a:latin typeface="+mj-lt"/>
              </a:rPr>
              <a:t>n_estimators</a:t>
            </a:r>
            <a:r>
              <a:rPr lang="id-ID" sz="1200" dirty="0">
                <a:latin typeface="+mj-lt"/>
              </a:rPr>
              <a:t>.</a:t>
            </a:r>
          </a:p>
          <a:p>
            <a:pPr marL="214313" indent="-214313">
              <a:buFont typeface="Arial" panose="020B0604020202020204" pitchFamily="34" charset="0"/>
              <a:buChar char="•"/>
            </a:pPr>
            <a:r>
              <a:rPr lang="id-ID" sz="1200" dirty="0">
                <a:latin typeface="+mj-lt"/>
              </a:rPr>
              <a:t>Lakukan </a:t>
            </a:r>
            <a:r>
              <a:rPr lang="id-ID" sz="1200" dirty="0" err="1">
                <a:latin typeface="+mj-lt"/>
              </a:rPr>
              <a:t>bagging</a:t>
            </a:r>
            <a:r>
              <a:rPr lang="id-ID" sz="1200" dirty="0">
                <a:latin typeface="+mj-lt"/>
              </a:rPr>
              <a:t>, yaitu mengambil sampel dari atribut dan sampel dari baris untuk dimodelkan dengan </a:t>
            </a:r>
            <a:r>
              <a:rPr lang="id-ID" sz="1200" dirty="0" err="1">
                <a:latin typeface="+mj-lt"/>
              </a:rPr>
              <a:t>decision</a:t>
            </a:r>
            <a:r>
              <a:rPr lang="id-ID" sz="1200" dirty="0">
                <a:latin typeface="+mj-lt"/>
              </a:rPr>
              <a:t> </a:t>
            </a:r>
            <a:r>
              <a:rPr lang="id-ID" sz="1200" dirty="0" err="1">
                <a:latin typeface="+mj-lt"/>
              </a:rPr>
              <a:t>tree</a:t>
            </a:r>
            <a:r>
              <a:rPr lang="id-ID" sz="1200" dirty="0">
                <a:latin typeface="+mj-lt"/>
              </a:rPr>
              <a:t> dan bangun sebanyak jumlah pohon yang ditentukan.</a:t>
            </a:r>
          </a:p>
          <a:p>
            <a:pPr marL="214313" indent="-214313">
              <a:buFont typeface="Arial" panose="020B0604020202020204" pitchFamily="34" charset="0"/>
              <a:buChar char="•"/>
            </a:pPr>
            <a:r>
              <a:rPr lang="id-ID" sz="1200" dirty="0">
                <a:latin typeface="+mj-lt"/>
              </a:rPr>
              <a:t>Biasanya menggunakan </a:t>
            </a:r>
            <a:r>
              <a:rPr lang="id-ID" sz="1200" dirty="0" err="1">
                <a:latin typeface="+mj-lt"/>
              </a:rPr>
              <a:t>gini</a:t>
            </a:r>
            <a:r>
              <a:rPr lang="id-ID" sz="1200" dirty="0">
                <a:latin typeface="+mj-lt"/>
              </a:rPr>
              <a:t> </a:t>
            </a:r>
            <a:r>
              <a:rPr lang="id-ID" sz="1200" dirty="0" err="1">
                <a:latin typeface="+mj-lt"/>
              </a:rPr>
              <a:t>split</a:t>
            </a:r>
            <a:r>
              <a:rPr lang="id-ID" sz="1200" dirty="0">
                <a:latin typeface="+mj-lt"/>
              </a:rPr>
              <a:t> indeks untuk membuat pohon. Menggunakan </a:t>
            </a:r>
            <a:r>
              <a:rPr lang="id-ID" sz="1200" dirty="0" err="1">
                <a:latin typeface="+mj-lt"/>
              </a:rPr>
              <a:t>information</a:t>
            </a:r>
            <a:r>
              <a:rPr lang="id-ID" sz="1200" dirty="0">
                <a:latin typeface="+mj-lt"/>
              </a:rPr>
              <a:t> gain pun tak masalah.</a:t>
            </a:r>
          </a:p>
          <a:p>
            <a:pPr marL="214313" indent="-214313">
              <a:buFont typeface="Arial" panose="020B0604020202020204" pitchFamily="34" charset="0"/>
              <a:buChar char="•"/>
            </a:pPr>
            <a:r>
              <a:rPr lang="id-ID" sz="1200" dirty="0">
                <a:latin typeface="+mj-lt"/>
              </a:rPr>
              <a:t>Lihat hasil prediksi mayoritas, itu yang akan menjadi hasil akhir dari </a:t>
            </a:r>
            <a:r>
              <a:rPr lang="id-ID" sz="1200" dirty="0" err="1">
                <a:latin typeface="+mj-lt"/>
              </a:rPr>
              <a:t>random</a:t>
            </a:r>
            <a:r>
              <a:rPr lang="id-ID" sz="1200" dirty="0">
                <a:latin typeface="+mj-lt"/>
              </a:rPr>
              <a:t> </a:t>
            </a:r>
            <a:r>
              <a:rPr lang="id-ID" sz="1200" dirty="0" err="1">
                <a:latin typeface="+mj-lt"/>
              </a:rPr>
              <a:t>forest</a:t>
            </a:r>
            <a:r>
              <a:rPr lang="id-ID" sz="1200" dirty="0">
                <a:latin typeface="+mj-lt"/>
              </a:rPr>
              <a:t>.</a:t>
            </a:r>
          </a:p>
          <a:p>
            <a:pPr marL="214313" indent="-214313">
              <a:buFont typeface="Arial" panose="020B0604020202020204" pitchFamily="34" charset="0"/>
              <a:buChar char="•"/>
            </a:pPr>
            <a:r>
              <a:rPr lang="id-ID" sz="1200" dirty="0">
                <a:latin typeface="+mj-lt"/>
              </a:rPr>
              <a:t>Jika pada kode, kita bisa membuat ratusan pohon. Pada teknik manual, kita bisa membuat beberapa sampel pohon sebagai gambaran.</a:t>
            </a:r>
          </a:p>
          <a:p>
            <a:pPr marL="214313" indent="-214313">
              <a:buFont typeface="Arial" panose="020B0604020202020204" pitchFamily="34" charset="0"/>
              <a:buChar char="•"/>
            </a:pPr>
            <a:endParaRPr lang="en-US" sz="1200" dirty="0">
              <a:latin typeface="+mj-lt"/>
            </a:endParaRPr>
          </a:p>
        </p:txBody>
      </p:sp>
    </p:spTree>
    <p:extLst>
      <p:ext uri="{BB962C8B-B14F-4D97-AF65-F5344CB8AC3E}">
        <p14:creationId xmlns:p14="http://schemas.microsoft.com/office/powerpoint/2010/main" val="22766141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F12F28A9-7FD5-4E68-8FBE-8604A3613731}"/>
              </a:ext>
            </a:extLst>
          </p:cNvPr>
          <p:cNvSpPr>
            <a:spLocks noGrp="1"/>
          </p:cNvSpPr>
          <p:nvPr>
            <p:ph type="title"/>
          </p:nvPr>
        </p:nvSpPr>
        <p:spPr/>
        <p:txBody>
          <a:bodyPr/>
          <a:lstStyle/>
          <a:p>
            <a:r>
              <a:rPr lang="id-ID" dirty="0"/>
              <a:t>Kenapa Random </a:t>
            </a:r>
            <a:r>
              <a:rPr lang="id-ID" dirty="0" err="1"/>
              <a:t>Forest</a:t>
            </a:r>
            <a:r>
              <a:rPr lang="id-ID" dirty="0"/>
              <a:t>?</a:t>
            </a:r>
            <a:endParaRPr lang="en-US" dirty="0"/>
          </a:p>
        </p:txBody>
      </p:sp>
      <p:sp>
        <p:nvSpPr>
          <p:cNvPr id="3" name="Tampungan Konten 2">
            <a:extLst>
              <a:ext uri="{FF2B5EF4-FFF2-40B4-BE49-F238E27FC236}">
                <a16:creationId xmlns:a16="http://schemas.microsoft.com/office/drawing/2014/main" id="{F9A57C58-DA04-45D9-B369-C85BD06CA459}"/>
              </a:ext>
            </a:extLst>
          </p:cNvPr>
          <p:cNvSpPr>
            <a:spLocks noGrp="1"/>
          </p:cNvSpPr>
          <p:nvPr>
            <p:ph idx="1"/>
          </p:nvPr>
        </p:nvSpPr>
        <p:spPr>
          <a:xfrm>
            <a:off x="471487" y="1369219"/>
            <a:ext cx="2957513" cy="3263504"/>
          </a:xfrm>
        </p:spPr>
        <p:txBody>
          <a:bodyPr>
            <a:normAutofit lnSpcReduction="10000"/>
          </a:bodyPr>
          <a:lstStyle/>
          <a:p>
            <a:r>
              <a:rPr lang="id-ID" sz="1350" dirty="0">
                <a:latin typeface="+mj-lt"/>
              </a:rPr>
              <a:t>Karena </a:t>
            </a:r>
            <a:r>
              <a:rPr lang="id-ID" sz="1350" dirty="0" err="1">
                <a:latin typeface="+mj-lt"/>
              </a:rPr>
              <a:t>decision</a:t>
            </a:r>
            <a:r>
              <a:rPr lang="id-ID" sz="1350" dirty="0">
                <a:latin typeface="+mj-lt"/>
              </a:rPr>
              <a:t> </a:t>
            </a:r>
            <a:r>
              <a:rPr lang="id-ID" sz="1350" dirty="0" err="1">
                <a:latin typeface="+mj-lt"/>
              </a:rPr>
              <a:t>tree</a:t>
            </a:r>
            <a:r>
              <a:rPr lang="id-ID" sz="1350" dirty="0">
                <a:latin typeface="+mj-lt"/>
              </a:rPr>
              <a:t> rentan </a:t>
            </a:r>
            <a:r>
              <a:rPr lang="id-ID" sz="1350" dirty="0" err="1">
                <a:latin typeface="+mj-lt"/>
              </a:rPr>
              <a:t>low</a:t>
            </a:r>
            <a:r>
              <a:rPr lang="id-ID" sz="1350" dirty="0">
                <a:latin typeface="+mj-lt"/>
              </a:rPr>
              <a:t> bias dan </a:t>
            </a:r>
            <a:r>
              <a:rPr lang="id-ID" sz="1350" dirty="0" err="1">
                <a:latin typeface="+mj-lt"/>
              </a:rPr>
              <a:t>high</a:t>
            </a:r>
            <a:r>
              <a:rPr lang="id-ID" sz="1350" dirty="0">
                <a:latin typeface="+mj-lt"/>
              </a:rPr>
              <a:t> </a:t>
            </a:r>
            <a:r>
              <a:rPr lang="id-ID" sz="1350" dirty="0" err="1">
                <a:latin typeface="+mj-lt"/>
              </a:rPr>
              <a:t>variance</a:t>
            </a:r>
            <a:r>
              <a:rPr lang="id-ID" sz="1350" dirty="0">
                <a:latin typeface="+mj-lt"/>
              </a:rPr>
              <a:t>.</a:t>
            </a:r>
          </a:p>
          <a:p>
            <a:r>
              <a:rPr lang="id-ID" sz="1350" dirty="0">
                <a:latin typeface="+mj-lt"/>
              </a:rPr>
              <a:t>Low bias: model dapat memprediksi aturan dengan ketat sehingga hampir tidak ada bias di dalamnya, karena sudah semua masuk ke dalam aturan.</a:t>
            </a:r>
          </a:p>
          <a:p>
            <a:r>
              <a:rPr lang="id-ID" sz="1350" dirty="0" err="1">
                <a:latin typeface="+mj-lt"/>
              </a:rPr>
              <a:t>High</a:t>
            </a:r>
            <a:r>
              <a:rPr lang="id-ID" sz="1350" dirty="0">
                <a:latin typeface="+mj-lt"/>
              </a:rPr>
              <a:t> </a:t>
            </a:r>
            <a:r>
              <a:rPr lang="id-ID" sz="1350" dirty="0" err="1">
                <a:latin typeface="+mj-lt"/>
              </a:rPr>
              <a:t>variance</a:t>
            </a:r>
            <a:r>
              <a:rPr lang="id-ID" sz="1350" dirty="0">
                <a:latin typeface="+mj-lt"/>
              </a:rPr>
              <a:t>: akibat dari </a:t>
            </a:r>
            <a:r>
              <a:rPr lang="id-ID" sz="1350" dirty="0" err="1">
                <a:latin typeface="+mj-lt"/>
              </a:rPr>
              <a:t>low</a:t>
            </a:r>
            <a:r>
              <a:rPr lang="id-ID" sz="1350" dirty="0">
                <a:latin typeface="+mj-lt"/>
              </a:rPr>
              <a:t> bias. Karena aturan sangat ketat, maka pohon yang dimodelkan semakin dalam, menyebabkan tingkat varians yang tinggi dan </a:t>
            </a:r>
            <a:r>
              <a:rPr lang="id-ID" sz="1350" dirty="0" err="1">
                <a:latin typeface="+mj-lt"/>
              </a:rPr>
              <a:t>overfitting</a:t>
            </a:r>
            <a:r>
              <a:rPr lang="id-ID" sz="1350" dirty="0">
                <a:latin typeface="+mj-lt"/>
              </a:rPr>
              <a:t>.</a:t>
            </a:r>
          </a:p>
          <a:p>
            <a:r>
              <a:rPr lang="id-ID" sz="1350" dirty="0">
                <a:latin typeface="+mj-lt"/>
              </a:rPr>
              <a:t>Dengan </a:t>
            </a:r>
            <a:r>
              <a:rPr lang="id-ID" sz="1350" dirty="0" err="1">
                <a:latin typeface="+mj-lt"/>
              </a:rPr>
              <a:t>random</a:t>
            </a:r>
            <a:r>
              <a:rPr lang="id-ID" sz="1350" dirty="0">
                <a:latin typeface="+mj-lt"/>
              </a:rPr>
              <a:t> </a:t>
            </a:r>
            <a:r>
              <a:rPr lang="id-ID" sz="1350" dirty="0" err="1">
                <a:latin typeface="+mj-lt"/>
              </a:rPr>
              <a:t>forest</a:t>
            </a:r>
            <a:r>
              <a:rPr lang="id-ID" sz="1350" dirty="0">
                <a:latin typeface="+mj-lt"/>
              </a:rPr>
              <a:t>, kita bisa mengatasi </a:t>
            </a:r>
            <a:r>
              <a:rPr lang="id-ID" sz="1350" dirty="0" err="1">
                <a:latin typeface="+mj-lt"/>
              </a:rPr>
              <a:t>low</a:t>
            </a:r>
            <a:r>
              <a:rPr lang="id-ID" sz="1350" dirty="0">
                <a:latin typeface="+mj-lt"/>
              </a:rPr>
              <a:t> bias dan </a:t>
            </a:r>
            <a:r>
              <a:rPr lang="id-ID" sz="1350" dirty="0" err="1">
                <a:latin typeface="+mj-lt"/>
              </a:rPr>
              <a:t>high</a:t>
            </a:r>
            <a:r>
              <a:rPr lang="id-ID" sz="1350" dirty="0">
                <a:latin typeface="+mj-lt"/>
              </a:rPr>
              <a:t> </a:t>
            </a:r>
            <a:r>
              <a:rPr lang="id-ID" sz="1350" dirty="0" err="1">
                <a:latin typeface="+mj-lt"/>
              </a:rPr>
              <a:t>variance</a:t>
            </a:r>
            <a:r>
              <a:rPr lang="id-ID" sz="1350" dirty="0">
                <a:latin typeface="+mj-lt"/>
              </a:rPr>
              <a:t>. Karena hanya diberikan beberapa atribut dan </a:t>
            </a:r>
            <a:r>
              <a:rPr lang="id-ID" sz="1350" dirty="0" err="1">
                <a:latin typeface="+mj-lt"/>
              </a:rPr>
              <a:t>tupel</a:t>
            </a:r>
            <a:r>
              <a:rPr lang="id-ID" sz="1350" dirty="0">
                <a:latin typeface="+mj-lt"/>
              </a:rPr>
              <a:t> sampel untuk setiap pohon.</a:t>
            </a:r>
            <a:endParaRPr lang="en-US" sz="1350" dirty="0">
              <a:latin typeface="+mj-lt"/>
            </a:endParaRPr>
          </a:p>
        </p:txBody>
      </p:sp>
      <p:pic>
        <p:nvPicPr>
          <p:cNvPr id="15362" name="Picture 2" descr="Techniques for handling underfitting and overfitting in Machine Learning |  by Manpreet Singh Minhas | Towards Data Science">
            <a:extLst>
              <a:ext uri="{FF2B5EF4-FFF2-40B4-BE49-F238E27FC236}">
                <a16:creationId xmlns:a16="http://schemas.microsoft.com/office/drawing/2014/main" id="{9D57D72D-F070-4D35-BF95-BC964705C5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1323325"/>
            <a:ext cx="3151539" cy="2496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41233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698BE203-492D-4F3A-A39A-8EC72F40DD7F}"/>
              </a:ext>
            </a:extLst>
          </p:cNvPr>
          <p:cNvSpPr>
            <a:spLocks noGrp="1"/>
          </p:cNvSpPr>
          <p:nvPr>
            <p:ph type="title"/>
          </p:nvPr>
        </p:nvSpPr>
        <p:spPr/>
        <p:txBody>
          <a:bodyPr/>
          <a:lstStyle/>
          <a:p>
            <a:r>
              <a:rPr lang="id-ID" dirty="0"/>
              <a:t>Lebih jelas...</a:t>
            </a:r>
            <a:endParaRPr lang="en-US" dirty="0"/>
          </a:p>
        </p:txBody>
      </p:sp>
      <p:pic>
        <p:nvPicPr>
          <p:cNvPr id="4" name="Tampungan Konten 10">
            <a:extLst>
              <a:ext uri="{FF2B5EF4-FFF2-40B4-BE49-F238E27FC236}">
                <a16:creationId xmlns:a16="http://schemas.microsoft.com/office/drawing/2014/main" id="{08E23650-B3CD-4BBA-9D0E-847C07BD81B7}"/>
              </a:ext>
            </a:extLst>
          </p:cNvPr>
          <p:cNvPicPr>
            <a:picLocks noGrp="1" noChangeAspect="1"/>
          </p:cNvPicPr>
          <p:nvPr>
            <p:ph idx="1"/>
          </p:nvPr>
        </p:nvPicPr>
        <p:blipFill>
          <a:blip r:embed="rId2"/>
          <a:stretch>
            <a:fillRect/>
          </a:stretch>
        </p:blipFill>
        <p:spPr>
          <a:xfrm>
            <a:off x="201324" y="2077912"/>
            <a:ext cx="3490913" cy="1994807"/>
          </a:xfrm>
        </p:spPr>
      </p:pic>
      <p:graphicFrame>
        <p:nvGraphicFramePr>
          <p:cNvPr id="5" name="Objek 4">
            <a:extLst>
              <a:ext uri="{FF2B5EF4-FFF2-40B4-BE49-F238E27FC236}">
                <a16:creationId xmlns:a16="http://schemas.microsoft.com/office/drawing/2014/main" id="{BC6ACF2F-B204-4519-B944-BACD9D32E0F5}"/>
              </a:ext>
            </a:extLst>
          </p:cNvPr>
          <p:cNvGraphicFramePr>
            <a:graphicFrameLocks noChangeAspect="1"/>
          </p:cNvGraphicFramePr>
          <p:nvPr/>
        </p:nvGraphicFramePr>
        <p:xfrm>
          <a:off x="3736830" y="1268017"/>
          <a:ext cx="2919846" cy="2876907"/>
        </p:xfrm>
        <a:graphic>
          <a:graphicData uri="http://schemas.openxmlformats.org/presentationml/2006/ole">
            <mc:AlternateContent xmlns:mc="http://schemas.openxmlformats.org/markup-compatibility/2006">
              <mc:Choice xmlns:v="urn:schemas-microsoft-com:vml" Requires="v">
                <p:oleObj name="Visio" r:id="rId3" imgW="5210600" imgH="5133986" progId="Visio.Drawing.15">
                  <p:embed/>
                </p:oleObj>
              </mc:Choice>
              <mc:Fallback>
                <p:oleObj name="Visio" r:id="rId3" imgW="5210600" imgH="5133986" progId="Visio.Drawing.15">
                  <p:embed/>
                  <p:pic>
                    <p:nvPicPr>
                      <p:cNvPr id="5" name="Objek 4">
                        <a:extLst>
                          <a:ext uri="{FF2B5EF4-FFF2-40B4-BE49-F238E27FC236}">
                            <a16:creationId xmlns:a16="http://schemas.microsoft.com/office/drawing/2014/main" id="{BC6ACF2F-B204-4519-B944-BACD9D32E0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6830" y="1268017"/>
                        <a:ext cx="2919846" cy="2876907"/>
                      </a:xfrm>
                      <a:prstGeom prst="rect">
                        <a:avLst/>
                      </a:prstGeom>
                      <a:noFill/>
                    </p:spPr>
                  </p:pic>
                </p:oleObj>
              </mc:Fallback>
            </mc:AlternateContent>
          </a:graphicData>
        </a:graphic>
      </p:graphicFrame>
      <p:sp>
        <p:nvSpPr>
          <p:cNvPr id="3" name="Busur 2">
            <a:extLst>
              <a:ext uri="{FF2B5EF4-FFF2-40B4-BE49-F238E27FC236}">
                <a16:creationId xmlns:a16="http://schemas.microsoft.com/office/drawing/2014/main" id="{88A933E0-97CB-4155-A3DC-5FE557C95A00}"/>
              </a:ext>
            </a:extLst>
          </p:cNvPr>
          <p:cNvSpPr/>
          <p:nvPr/>
        </p:nvSpPr>
        <p:spPr>
          <a:xfrm rot="20750426">
            <a:off x="2026530" y="1252121"/>
            <a:ext cx="2507672" cy="1482246"/>
          </a:xfrm>
          <a:prstGeom prst="arc">
            <a:avLst>
              <a:gd name="adj1" fmla="val 11194916"/>
              <a:gd name="adj2" fmla="val 20951364"/>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latin typeface="+mj-lt"/>
            </a:endParaRPr>
          </a:p>
        </p:txBody>
      </p:sp>
    </p:spTree>
    <p:extLst>
      <p:ext uri="{BB962C8B-B14F-4D97-AF65-F5344CB8AC3E}">
        <p14:creationId xmlns:p14="http://schemas.microsoft.com/office/powerpoint/2010/main" val="35948166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6FC876A0-4E04-40D1-B093-B1C14748F5C7}"/>
              </a:ext>
            </a:extLst>
          </p:cNvPr>
          <p:cNvSpPr>
            <a:spLocks noGrp="1"/>
          </p:cNvSpPr>
          <p:nvPr>
            <p:ph type="title"/>
          </p:nvPr>
        </p:nvSpPr>
        <p:spPr/>
        <p:txBody>
          <a:bodyPr/>
          <a:lstStyle/>
          <a:p>
            <a:r>
              <a:rPr lang="id-ID" dirty="0"/>
              <a:t>Contoh kasus</a:t>
            </a:r>
            <a:endParaRPr lang="en-US" dirty="0"/>
          </a:p>
        </p:txBody>
      </p:sp>
      <p:graphicFrame>
        <p:nvGraphicFramePr>
          <p:cNvPr id="4" name="Tampungan Konten 3">
            <a:extLst>
              <a:ext uri="{FF2B5EF4-FFF2-40B4-BE49-F238E27FC236}">
                <a16:creationId xmlns:a16="http://schemas.microsoft.com/office/drawing/2014/main" id="{DB4893FB-88D8-4C81-884A-80924DEF2B14}"/>
              </a:ext>
            </a:extLst>
          </p:cNvPr>
          <p:cNvGraphicFramePr>
            <a:graphicFrameLocks noGrp="1"/>
          </p:cNvGraphicFramePr>
          <p:nvPr>
            <p:ph idx="1"/>
          </p:nvPr>
        </p:nvGraphicFramePr>
        <p:xfrm>
          <a:off x="471488" y="1268017"/>
          <a:ext cx="5818477" cy="3158514"/>
        </p:xfrm>
        <a:graphic>
          <a:graphicData uri="http://schemas.openxmlformats.org/drawingml/2006/table">
            <a:tbl>
              <a:tblPr>
                <a:tableStyleId>{BDBED569-4797-4DF1-A0F4-6AAB3CD982D8}</a:tableStyleId>
              </a:tblPr>
              <a:tblGrid>
                <a:gridCol w="801972">
                  <a:extLst>
                    <a:ext uri="{9D8B030D-6E8A-4147-A177-3AD203B41FA5}">
                      <a16:colId xmlns:a16="http://schemas.microsoft.com/office/drawing/2014/main" val="1137135935"/>
                    </a:ext>
                  </a:extLst>
                </a:gridCol>
                <a:gridCol w="1520406">
                  <a:extLst>
                    <a:ext uri="{9D8B030D-6E8A-4147-A177-3AD203B41FA5}">
                      <a16:colId xmlns:a16="http://schemas.microsoft.com/office/drawing/2014/main" val="3342327332"/>
                    </a:ext>
                  </a:extLst>
                </a:gridCol>
                <a:gridCol w="969050">
                  <a:extLst>
                    <a:ext uri="{9D8B030D-6E8A-4147-A177-3AD203B41FA5}">
                      <a16:colId xmlns:a16="http://schemas.microsoft.com/office/drawing/2014/main" val="3943101230"/>
                    </a:ext>
                  </a:extLst>
                </a:gridCol>
                <a:gridCol w="534648">
                  <a:extLst>
                    <a:ext uri="{9D8B030D-6E8A-4147-A177-3AD203B41FA5}">
                      <a16:colId xmlns:a16="http://schemas.microsoft.com/office/drawing/2014/main" val="4061120681"/>
                    </a:ext>
                  </a:extLst>
                </a:gridCol>
                <a:gridCol w="1992401">
                  <a:extLst>
                    <a:ext uri="{9D8B030D-6E8A-4147-A177-3AD203B41FA5}">
                      <a16:colId xmlns:a16="http://schemas.microsoft.com/office/drawing/2014/main" val="358791058"/>
                    </a:ext>
                  </a:extLst>
                </a:gridCol>
              </a:tblGrid>
              <a:tr h="358534">
                <a:tc>
                  <a:txBody>
                    <a:bodyPr/>
                    <a:lstStyle/>
                    <a:p>
                      <a:pPr algn="ctr" fontAlgn="b"/>
                      <a:r>
                        <a:rPr lang="en-US" sz="1400" u="none" strike="noStrike" dirty="0">
                          <a:effectLst/>
                        </a:rPr>
                        <a:t>id</a:t>
                      </a:r>
                      <a:endParaRPr lang="en-US" sz="1400" b="1" i="0" u="none" strike="noStrike" dirty="0">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temperatur badan</a:t>
                      </a:r>
                      <a:endParaRPr lang="en-US" sz="1400" b="1"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sesak nafas</a:t>
                      </a:r>
                      <a:endParaRPr lang="en-US" sz="1400" b="1"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batuk</a:t>
                      </a:r>
                      <a:endParaRPr lang="en-US" sz="1400" b="1"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diagnosis sakit covid-19</a:t>
                      </a:r>
                      <a:endParaRPr lang="en-US" sz="1400" b="1" i="0" u="none" strike="noStrike">
                        <a:solidFill>
                          <a:srgbClr val="000000"/>
                        </a:solidFill>
                        <a:effectLst/>
                        <a:latin typeface="Calibri" panose="020F0502020204030204" pitchFamily="34" charset="0"/>
                      </a:endParaRPr>
                    </a:p>
                  </a:txBody>
                  <a:tcPr marL="7144" marR="7144" marT="7144" marB="0" anchor="ctr"/>
                </a:tc>
                <a:extLst>
                  <a:ext uri="{0D108BD9-81ED-4DB2-BD59-A6C34878D82A}">
                    <a16:rowId xmlns:a16="http://schemas.microsoft.com/office/drawing/2014/main" val="3629604467"/>
                  </a:ext>
                </a:extLst>
              </a:tr>
              <a:tr h="341461">
                <a:tc>
                  <a:txBody>
                    <a:bodyPr/>
                    <a:lstStyle/>
                    <a:p>
                      <a:pPr algn="ctr" fontAlgn="b"/>
                      <a:r>
                        <a:rPr lang="en-US" sz="1400" u="none" strike="noStrike">
                          <a:effectLst/>
                        </a:rPr>
                        <a:t>1</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tinggi</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ya</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tidak</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ya</a:t>
                      </a:r>
                      <a:endParaRPr lang="en-US" sz="1400" b="0" i="0" u="none" strike="noStrike">
                        <a:solidFill>
                          <a:srgbClr val="000000"/>
                        </a:solidFill>
                        <a:effectLst/>
                        <a:latin typeface="Calibri" panose="020F0502020204030204" pitchFamily="34" charset="0"/>
                      </a:endParaRPr>
                    </a:p>
                  </a:txBody>
                  <a:tcPr marL="7144" marR="7144" marT="7144" marB="0" anchor="ctr"/>
                </a:tc>
                <a:extLst>
                  <a:ext uri="{0D108BD9-81ED-4DB2-BD59-A6C34878D82A}">
                    <a16:rowId xmlns:a16="http://schemas.microsoft.com/office/drawing/2014/main" val="1556817420"/>
                  </a:ext>
                </a:extLst>
              </a:tr>
              <a:tr h="358534">
                <a:tc>
                  <a:txBody>
                    <a:bodyPr/>
                    <a:lstStyle/>
                    <a:p>
                      <a:pPr algn="ctr" fontAlgn="b"/>
                      <a:r>
                        <a:rPr lang="en-US" sz="1400" u="none" strike="noStrike">
                          <a:effectLst/>
                        </a:rPr>
                        <a:t>2</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normal</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ya</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ya</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ya</a:t>
                      </a:r>
                      <a:endParaRPr lang="en-US" sz="1400" b="0" i="0" u="none" strike="noStrike">
                        <a:solidFill>
                          <a:srgbClr val="000000"/>
                        </a:solidFill>
                        <a:effectLst/>
                        <a:latin typeface="Calibri" panose="020F0502020204030204" pitchFamily="34" charset="0"/>
                      </a:endParaRPr>
                    </a:p>
                  </a:txBody>
                  <a:tcPr marL="7144" marR="7144" marT="7144" marB="0" anchor="ctr"/>
                </a:tc>
                <a:extLst>
                  <a:ext uri="{0D108BD9-81ED-4DB2-BD59-A6C34878D82A}">
                    <a16:rowId xmlns:a16="http://schemas.microsoft.com/office/drawing/2014/main" val="958919987"/>
                  </a:ext>
                </a:extLst>
              </a:tr>
              <a:tr h="341461">
                <a:tc>
                  <a:txBody>
                    <a:bodyPr/>
                    <a:lstStyle/>
                    <a:p>
                      <a:pPr algn="ctr" fontAlgn="b"/>
                      <a:r>
                        <a:rPr lang="en-US" sz="1400" u="none" strike="noStrike">
                          <a:effectLst/>
                        </a:rPr>
                        <a:t>3</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normal</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tidak</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tidak</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tidak</a:t>
                      </a:r>
                      <a:endParaRPr lang="en-US" sz="1400" b="0" i="0" u="none" strike="noStrike">
                        <a:solidFill>
                          <a:srgbClr val="000000"/>
                        </a:solidFill>
                        <a:effectLst/>
                        <a:latin typeface="Calibri" panose="020F0502020204030204" pitchFamily="34" charset="0"/>
                      </a:endParaRPr>
                    </a:p>
                  </a:txBody>
                  <a:tcPr marL="7144" marR="7144" marT="7144" marB="0" anchor="ctr"/>
                </a:tc>
                <a:extLst>
                  <a:ext uri="{0D108BD9-81ED-4DB2-BD59-A6C34878D82A}">
                    <a16:rowId xmlns:a16="http://schemas.microsoft.com/office/drawing/2014/main" val="604405277"/>
                  </a:ext>
                </a:extLst>
              </a:tr>
              <a:tr h="341461">
                <a:tc>
                  <a:txBody>
                    <a:bodyPr/>
                    <a:lstStyle/>
                    <a:p>
                      <a:pPr algn="ctr" fontAlgn="b"/>
                      <a:r>
                        <a:rPr lang="en-US" sz="1400" u="none" strike="noStrike">
                          <a:effectLst/>
                        </a:rPr>
                        <a:t>4</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tinggi</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tidak</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ya</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tidak</a:t>
                      </a:r>
                      <a:endParaRPr lang="en-US" sz="1400" b="0" i="0" u="none" strike="noStrike">
                        <a:solidFill>
                          <a:srgbClr val="000000"/>
                        </a:solidFill>
                        <a:effectLst/>
                        <a:latin typeface="Calibri" panose="020F0502020204030204" pitchFamily="34" charset="0"/>
                      </a:endParaRPr>
                    </a:p>
                  </a:txBody>
                  <a:tcPr marL="7144" marR="7144" marT="7144" marB="0" anchor="ctr"/>
                </a:tc>
                <a:extLst>
                  <a:ext uri="{0D108BD9-81ED-4DB2-BD59-A6C34878D82A}">
                    <a16:rowId xmlns:a16="http://schemas.microsoft.com/office/drawing/2014/main" val="1781005107"/>
                  </a:ext>
                </a:extLst>
              </a:tr>
              <a:tr h="358534">
                <a:tc>
                  <a:txBody>
                    <a:bodyPr/>
                    <a:lstStyle/>
                    <a:p>
                      <a:pPr algn="ctr" fontAlgn="b"/>
                      <a:r>
                        <a:rPr lang="en-US" sz="1400" u="none" strike="noStrike">
                          <a:effectLst/>
                        </a:rPr>
                        <a:t>5</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tinggi</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ya</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tidak</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ya</a:t>
                      </a:r>
                      <a:endParaRPr lang="en-US" sz="1400" b="0" i="0" u="none" strike="noStrike">
                        <a:solidFill>
                          <a:srgbClr val="000000"/>
                        </a:solidFill>
                        <a:effectLst/>
                        <a:latin typeface="Calibri" panose="020F0502020204030204" pitchFamily="34" charset="0"/>
                      </a:endParaRPr>
                    </a:p>
                  </a:txBody>
                  <a:tcPr marL="7144" marR="7144" marT="7144" marB="0" anchor="ctr"/>
                </a:tc>
                <a:extLst>
                  <a:ext uri="{0D108BD9-81ED-4DB2-BD59-A6C34878D82A}">
                    <a16:rowId xmlns:a16="http://schemas.microsoft.com/office/drawing/2014/main" val="1286062981"/>
                  </a:ext>
                </a:extLst>
              </a:tr>
              <a:tr h="358534">
                <a:tc>
                  <a:txBody>
                    <a:bodyPr/>
                    <a:lstStyle/>
                    <a:p>
                      <a:pPr algn="ctr" fontAlgn="b"/>
                      <a:r>
                        <a:rPr lang="en-US" sz="1400" u="none" strike="noStrike">
                          <a:effectLst/>
                        </a:rPr>
                        <a:t>6</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normal</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ya</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tidak</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ya</a:t>
                      </a:r>
                      <a:endParaRPr lang="en-US" sz="1400" b="0" i="0" u="none" strike="noStrike">
                        <a:solidFill>
                          <a:srgbClr val="000000"/>
                        </a:solidFill>
                        <a:effectLst/>
                        <a:latin typeface="Calibri" panose="020F0502020204030204" pitchFamily="34" charset="0"/>
                      </a:endParaRPr>
                    </a:p>
                  </a:txBody>
                  <a:tcPr marL="7144" marR="7144" marT="7144" marB="0" anchor="ctr"/>
                </a:tc>
                <a:extLst>
                  <a:ext uri="{0D108BD9-81ED-4DB2-BD59-A6C34878D82A}">
                    <a16:rowId xmlns:a16="http://schemas.microsoft.com/office/drawing/2014/main" val="1118155593"/>
                  </a:ext>
                </a:extLst>
              </a:tr>
              <a:tr h="341461">
                <a:tc>
                  <a:txBody>
                    <a:bodyPr/>
                    <a:lstStyle/>
                    <a:p>
                      <a:pPr algn="ctr" fontAlgn="b"/>
                      <a:r>
                        <a:rPr lang="en-US" sz="1400" u="none" strike="noStrike">
                          <a:effectLst/>
                        </a:rPr>
                        <a:t>7</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tinggi</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ya</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ya</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ya</a:t>
                      </a:r>
                      <a:endParaRPr lang="en-US" sz="1400" b="0" i="0" u="none" strike="noStrike">
                        <a:solidFill>
                          <a:srgbClr val="000000"/>
                        </a:solidFill>
                        <a:effectLst/>
                        <a:latin typeface="Calibri" panose="020F0502020204030204" pitchFamily="34" charset="0"/>
                      </a:endParaRPr>
                    </a:p>
                  </a:txBody>
                  <a:tcPr marL="7144" marR="7144" marT="7144" marB="0" anchor="ctr"/>
                </a:tc>
                <a:extLst>
                  <a:ext uri="{0D108BD9-81ED-4DB2-BD59-A6C34878D82A}">
                    <a16:rowId xmlns:a16="http://schemas.microsoft.com/office/drawing/2014/main" val="2200243163"/>
                  </a:ext>
                </a:extLst>
              </a:tr>
              <a:tr h="358534">
                <a:tc>
                  <a:txBody>
                    <a:bodyPr/>
                    <a:lstStyle/>
                    <a:p>
                      <a:pPr algn="ctr" fontAlgn="b"/>
                      <a:r>
                        <a:rPr lang="en-US" sz="1400" u="none" strike="noStrike">
                          <a:effectLst/>
                        </a:rPr>
                        <a:t>8</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normal</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tidak</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ya</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dirty="0" err="1">
                          <a:effectLst/>
                        </a:rPr>
                        <a:t>tidak</a:t>
                      </a:r>
                      <a:endParaRPr lang="en-US" sz="1400" b="0" i="0" u="none" strike="noStrike" dirty="0">
                        <a:solidFill>
                          <a:srgbClr val="000000"/>
                        </a:solidFill>
                        <a:effectLst/>
                        <a:latin typeface="Calibri" panose="020F0502020204030204" pitchFamily="34" charset="0"/>
                      </a:endParaRPr>
                    </a:p>
                  </a:txBody>
                  <a:tcPr marL="7144" marR="7144" marT="7144" marB="0" anchor="ctr"/>
                </a:tc>
                <a:extLst>
                  <a:ext uri="{0D108BD9-81ED-4DB2-BD59-A6C34878D82A}">
                    <a16:rowId xmlns:a16="http://schemas.microsoft.com/office/drawing/2014/main" val="3549893430"/>
                  </a:ext>
                </a:extLst>
              </a:tr>
            </a:tbl>
          </a:graphicData>
        </a:graphic>
      </p:graphicFrame>
    </p:spTree>
    <p:extLst>
      <p:ext uri="{BB962C8B-B14F-4D97-AF65-F5344CB8AC3E}">
        <p14:creationId xmlns:p14="http://schemas.microsoft.com/office/powerpoint/2010/main" val="9640302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D84345EE-32D5-4CD3-872B-C4DF936D1647}"/>
              </a:ext>
            </a:extLst>
          </p:cNvPr>
          <p:cNvSpPr>
            <a:spLocks noGrp="1"/>
          </p:cNvSpPr>
          <p:nvPr>
            <p:ph type="title"/>
          </p:nvPr>
        </p:nvSpPr>
        <p:spPr/>
        <p:txBody>
          <a:bodyPr/>
          <a:lstStyle/>
          <a:p>
            <a:r>
              <a:rPr lang="id-ID" dirty="0"/>
              <a:t>Iterasi Pohon 1</a:t>
            </a:r>
            <a:endParaRPr lang="en-US" dirty="0"/>
          </a:p>
        </p:txBody>
      </p:sp>
      <p:sp>
        <p:nvSpPr>
          <p:cNvPr id="3" name="Tampungan Konten 2">
            <a:extLst>
              <a:ext uri="{FF2B5EF4-FFF2-40B4-BE49-F238E27FC236}">
                <a16:creationId xmlns:a16="http://schemas.microsoft.com/office/drawing/2014/main" id="{962DA0E4-B095-42D0-BEF8-B7BDD510EFCA}"/>
              </a:ext>
            </a:extLst>
          </p:cNvPr>
          <p:cNvSpPr>
            <a:spLocks noGrp="1"/>
          </p:cNvSpPr>
          <p:nvPr>
            <p:ph idx="1"/>
          </p:nvPr>
        </p:nvSpPr>
        <p:spPr/>
        <p:txBody>
          <a:bodyPr>
            <a:normAutofit/>
          </a:bodyPr>
          <a:lstStyle/>
          <a:p>
            <a:pPr marL="0" indent="0">
              <a:buNone/>
            </a:pPr>
            <a:r>
              <a:rPr lang="en-US" sz="1050" dirty="0">
                <a:latin typeface="+mj-lt"/>
              </a:rPr>
              <a:t>Kita </a:t>
            </a:r>
            <a:r>
              <a:rPr lang="en-US" sz="1050" dirty="0" err="1">
                <a:latin typeface="+mj-lt"/>
              </a:rPr>
              <a:t>asumsikan</a:t>
            </a:r>
            <a:r>
              <a:rPr lang="en-US" sz="1050" dirty="0">
                <a:latin typeface="+mj-lt"/>
              </a:rPr>
              <a:t> </a:t>
            </a:r>
            <a:r>
              <a:rPr lang="en-US" sz="1050" dirty="0" err="1">
                <a:latin typeface="+mj-lt"/>
              </a:rPr>
              <a:t>bahwa</a:t>
            </a:r>
            <a:r>
              <a:rPr lang="en-US" sz="1050" dirty="0">
                <a:latin typeface="+mj-lt"/>
              </a:rPr>
              <a:t> </a:t>
            </a:r>
            <a:r>
              <a:rPr lang="en-US" sz="1050" dirty="0" err="1">
                <a:latin typeface="+mj-lt"/>
              </a:rPr>
              <a:t>pohon</a:t>
            </a:r>
            <a:r>
              <a:rPr lang="en-US" sz="1050" dirty="0">
                <a:latin typeface="+mj-lt"/>
              </a:rPr>
              <a:t> yang </a:t>
            </a:r>
            <a:r>
              <a:rPr lang="en-US" sz="1050" dirty="0" err="1">
                <a:latin typeface="+mj-lt"/>
              </a:rPr>
              <a:t>akan</a:t>
            </a:r>
            <a:r>
              <a:rPr lang="en-US" sz="1050" dirty="0">
                <a:latin typeface="+mj-lt"/>
              </a:rPr>
              <a:t> </a:t>
            </a:r>
            <a:r>
              <a:rPr lang="en-US" sz="1050" dirty="0" err="1">
                <a:latin typeface="+mj-lt"/>
              </a:rPr>
              <a:t>dibuat</a:t>
            </a:r>
            <a:r>
              <a:rPr lang="en-US" sz="1050" dirty="0">
                <a:latin typeface="+mj-lt"/>
              </a:rPr>
              <a:t> </a:t>
            </a:r>
            <a:r>
              <a:rPr lang="en-US" sz="1050" dirty="0" err="1">
                <a:latin typeface="+mj-lt"/>
              </a:rPr>
              <a:t>sebanyak</a:t>
            </a:r>
            <a:r>
              <a:rPr lang="en-US" sz="1050" dirty="0">
                <a:latin typeface="+mj-lt"/>
              </a:rPr>
              <a:t> 3 </a:t>
            </a:r>
            <a:r>
              <a:rPr lang="en-US" sz="1050" dirty="0" err="1">
                <a:latin typeface="+mj-lt"/>
              </a:rPr>
              <a:t>pohon</a:t>
            </a:r>
            <a:r>
              <a:rPr lang="en-US" sz="1050" dirty="0">
                <a:latin typeface="+mj-lt"/>
              </a:rPr>
              <a:t>. Karena dataset </a:t>
            </a:r>
            <a:r>
              <a:rPr lang="en-US" sz="1050" dirty="0" err="1">
                <a:latin typeface="+mj-lt"/>
              </a:rPr>
              <a:t>memiliki</a:t>
            </a:r>
            <a:r>
              <a:rPr lang="en-US" sz="1050" dirty="0">
                <a:latin typeface="+mj-lt"/>
              </a:rPr>
              <a:t> </a:t>
            </a:r>
            <a:r>
              <a:rPr lang="en-US" sz="1050" dirty="0" err="1">
                <a:latin typeface="+mj-lt"/>
              </a:rPr>
              <a:t>tupel</a:t>
            </a:r>
            <a:r>
              <a:rPr lang="en-US" sz="1050" dirty="0">
                <a:latin typeface="+mj-lt"/>
              </a:rPr>
              <a:t> yang </a:t>
            </a:r>
            <a:r>
              <a:rPr lang="en-US" sz="1050" dirty="0" err="1">
                <a:latin typeface="+mj-lt"/>
              </a:rPr>
              <a:t>sedikit</a:t>
            </a:r>
            <a:r>
              <a:rPr lang="en-US" sz="1050" dirty="0">
                <a:latin typeface="+mj-lt"/>
              </a:rPr>
              <a:t>, </a:t>
            </a:r>
            <a:r>
              <a:rPr lang="en-US" sz="1050" dirty="0" err="1">
                <a:latin typeface="+mj-lt"/>
              </a:rPr>
              <a:t>maka</a:t>
            </a:r>
            <a:r>
              <a:rPr lang="en-US" sz="1050" dirty="0">
                <a:latin typeface="+mj-lt"/>
              </a:rPr>
              <a:t> </a:t>
            </a:r>
            <a:r>
              <a:rPr lang="en-US" sz="1050" dirty="0" err="1">
                <a:latin typeface="+mj-lt"/>
              </a:rPr>
              <a:t>pohon</a:t>
            </a:r>
            <a:r>
              <a:rPr lang="en-US" sz="1050" dirty="0">
                <a:latin typeface="+mj-lt"/>
              </a:rPr>
              <a:t> </a:t>
            </a:r>
            <a:r>
              <a:rPr lang="en-US" sz="1050" dirty="0" err="1">
                <a:latin typeface="+mj-lt"/>
              </a:rPr>
              <a:t>pertama</a:t>
            </a:r>
            <a:r>
              <a:rPr lang="en-US" sz="1050" dirty="0">
                <a:latin typeface="+mj-lt"/>
              </a:rPr>
              <a:t> </a:t>
            </a:r>
            <a:r>
              <a:rPr lang="en-US" sz="1050" dirty="0" err="1">
                <a:latin typeface="+mj-lt"/>
              </a:rPr>
              <a:t>bisa</a:t>
            </a:r>
            <a:r>
              <a:rPr lang="en-US" sz="1050" dirty="0">
                <a:latin typeface="+mj-lt"/>
              </a:rPr>
              <a:t> </a:t>
            </a:r>
            <a:r>
              <a:rPr lang="en-US" sz="1050" dirty="0" err="1">
                <a:latin typeface="+mj-lt"/>
              </a:rPr>
              <a:t>kita</a:t>
            </a:r>
            <a:r>
              <a:rPr lang="en-US" sz="1050" dirty="0">
                <a:latin typeface="+mj-lt"/>
              </a:rPr>
              <a:t> </a:t>
            </a:r>
            <a:r>
              <a:rPr lang="en-US" sz="1050" dirty="0" err="1">
                <a:latin typeface="+mj-lt"/>
              </a:rPr>
              <a:t>buat</a:t>
            </a:r>
            <a:r>
              <a:rPr lang="en-US" sz="1050" dirty="0">
                <a:latin typeface="+mj-lt"/>
              </a:rPr>
              <a:t> </a:t>
            </a:r>
            <a:r>
              <a:rPr lang="en-US" sz="1050" dirty="0" err="1">
                <a:latin typeface="+mj-lt"/>
              </a:rPr>
              <a:t>dengan</a:t>
            </a:r>
            <a:r>
              <a:rPr lang="en-US" sz="1050" dirty="0">
                <a:latin typeface="+mj-lt"/>
              </a:rPr>
              <a:t> </a:t>
            </a:r>
            <a:r>
              <a:rPr lang="en-US" sz="1050" dirty="0" err="1">
                <a:latin typeface="+mj-lt"/>
              </a:rPr>
              <a:t>melibatkan</a:t>
            </a:r>
            <a:r>
              <a:rPr lang="en-US" sz="1050" dirty="0">
                <a:latin typeface="+mj-lt"/>
              </a:rPr>
              <a:t> </a:t>
            </a:r>
            <a:r>
              <a:rPr lang="en-US" sz="1050" dirty="0" err="1">
                <a:latin typeface="+mj-lt"/>
              </a:rPr>
              <a:t>seluruh</a:t>
            </a:r>
            <a:r>
              <a:rPr lang="en-US" sz="1050" dirty="0">
                <a:latin typeface="+mj-lt"/>
              </a:rPr>
              <a:t> </a:t>
            </a:r>
            <a:r>
              <a:rPr lang="en-US" sz="1050" dirty="0" err="1">
                <a:latin typeface="+mj-lt"/>
              </a:rPr>
              <a:t>atribut</a:t>
            </a:r>
            <a:r>
              <a:rPr lang="en-US" sz="1050" dirty="0">
                <a:latin typeface="+mj-lt"/>
              </a:rPr>
              <a:t> dan </a:t>
            </a:r>
            <a:r>
              <a:rPr lang="en-US" sz="1050" dirty="0" err="1">
                <a:latin typeface="+mj-lt"/>
              </a:rPr>
              <a:t>hilangkan</a:t>
            </a:r>
            <a:r>
              <a:rPr lang="en-US" sz="1050" dirty="0">
                <a:latin typeface="+mj-lt"/>
              </a:rPr>
              <a:t> baris </a:t>
            </a:r>
            <a:r>
              <a:rPr lang="en-US" sz="1050" dirty="0" err="1">
                <a:latin typeface="+mj-lt"/>
              </a:rPr>
              <a:t>nomor</a:t>
            </a:r>
            <a:r>
              <a:rPr lang="en-US" sz="1050" dirty="0">
                <a:latin typeface="+mj-lt"/>
              </a:rPr>
              <a:t> 5. Pada </a:t>
            </a:r>
            <a:r>
              <a:rPr lang="en-US" sz="1050" dirty="0" err="1">
                <a:latin typeface="+mj-lt"/>
              </a:rPr>
              <a:t>kasus</a:t>
            </a:r>
            <a:r>
              <a:rPr lang="en-US" sz="1050" dirty="0">
                <a:latin typeface="+mj-lt"/>
              </a:rPr>
              <a:t> </a:t>
            </a:r>
            <a:r>
              <a:rPr lang="en-US" sz="1050" dirty="0" err="1">
                <a:latin typeface="+mj-lt"/>
              </a:rPr>
              <a:t>ini</a:t>
            </a:r>
            <a:r>
              <a:rPr lang="en-US" sz="1050" dirty="0">
                <a:latin typeface="+mj-lt"/>
              </a:rPr>
              <a:t>, </a:t>
            </a:r>
            <a:r>
              <a:rPr lang="en-US" sz="1050" dirty="0" err="1">
                <a:latin typeface="+mj-lt"/>
              </a:rPr>
              <a:t>pencarian</a:t>
            </a:r>
            <a:r>
              <a:rPr lang="en-US" sz="1050" dirty="0">
                <a:latin typeface="+mj-lt"/>
              </a:rPr>
              <a:t> root </a:t>
            </a:r>
            <a:r>
              <a:rPr lang="en-US" sz="1050" dirty="0" err="1">
                <a:latin typeface="+mj-lt"/>
              </a:rPr>
              <a:t>atau</a:t>
            </a:r>
            <a:r>
              <a:rPr lang="en-US" sz="1050" dirty="0">
                <a:latin typeface="+mj-lt"/>
              </a:rPr>
              <a:t> </a:t>
            </a:r>
            <a:r>
              <a:rPr lang="en-US" sz="1050" dirty="0" err="1">
                <a:latin typeface="+mj-lt"/>
              </a:rPr>
              <a:t>atribut</a:t>
            </a:r>
            <a:r>
              <a:rPr lang="en-US" sz="1050" dirty="0">
                <a:latin typeface="+mj-lt"/>
              </a:rPr>
              <a:t> </a:t>
            </a:r>
            <a:r>
              <a:rPr lang="en-US" sz="1050" dirty="0" err="1">
                <a:latin typeface="+mj-lt"/>
              </a:rPr>
              <a:t>terbaik</a:t>
            </a:r>
            <a:r>
              <a:rPr lang="en-US" sz="1050" dirty="0">
                <a:latin typeface="+mj-lt"/>
              </a:rPr>
              <a:t> </a:t>
            </a:r>
            <a:r>
              <a:rPr lang="en-US" sz="1050" dirty="0" err="1">
                <a:latin typeface="+mj-lt"/>
              </a:rPr>
              <a:t>akan</a:t>
            </a:r>
            <a:r>
              <a:rPr lang="en-US" sz="1050" dirty="0">
                <a:latin typeface="+mj-lt"/>
              </a:rPr>
              <a:t> </a:t>
            </a:r>
            <a:r>
              <a:rPr lang="en-US" sz="1050" dirty="0" err="1">
                <a:latin typeface="+mj-lt"/>
              </a:rPr>
              <a:t>dilakukan</a:t>
            </a:r>
            <a:r>
              <a:rPr lang="en-US" sz="1050" dirty="0">
                <a:latin typeface="+mj-lt"/>
              </a:rPr>
              <a:t> </a:t>
            </a:r>
            <a:r>
              <a:rPr lang="en-US" sz="1050" dirty="0" err="1">
                <a:latin typeface="+mj-lt"/>
              </a:rPr>
              <a:t>dengan</a:t>
            </a:r>
            <a:r>
              <a:rPr lang="en-US" sz="1050" dirty="0">
                <a:latin typeface="+mj-lt"/>
              </a:rPr>
              <a:t> </a:t>
            </a:r>
            <a:r>
              <a:rPr lang="en-US" sz="1050" dirty="0" err="1">
                <a:latin typeface="+mj-lt"/>
              </a:rPr>
              <a:t>menggunakan</a:t>
            </a:r>
            <a:r>
              <a:rPr lang="en-US" sz="1050" dirty="0">
                <a:latin typeface="+mj-lt"/>
              </a:rPr>
              <a:t> </a:t>
            </a:r>
            <a:r>
              <a:rPr lang="en-US" sz="1050" dirty="0" err="1">
                <a:latin typeface="+mj-lt"/>
              </a:rPr>
              <a:t>gini</a:t>
            </a:r>
            <a:r>
              <a:rPr lang="en-US" sz="1050" dirty="0">
                <a:latin typeface="+mj-lt"/>
              </a:rPr>
              <a:t> </a:t>
            </a:r>
            <a:r>
              <a:rPr lang="en-US" sz="1050" dirty="0" err="1">
                <a:latin typeface="+mj-lt"/>
              </a:rPr>
              <a:t>indeks</a:t>
            </a:r>
            <a:r>
              <a:rPr lang="en-US" sz="1050" dirty="0">
                <a:latin typeface="+mj-lt"/>
              </a:rPr>
              <a:t>, </a:t>
            </a:r>
            <a:r>
              <a:rPr lang="en-US" sz="1050" dirty="0" err="1">
                <a:latin typeface="+mj-lt"/>
              </a:rPr>
              <a:t>tidak</a:t>
            </a:r>
            <a:r>
              <a:rPr lang="en-US" sz="1050" dirty="0">
                <a:latin typeface="+mj-lt"/>
              </a:rPr>
              <a:t> </a:t>
            </a:r>
            <a:r>
              <a:rPr lang="en-US" sz="1050" dirty="0" err="1">
                <a:latin typeface="+mj-lt"/>
              </a:rPr>
              <a:t>dengan</a:t>
            </a:r>
            <a:r>
              <a:rPr lang="en-US" sz="1050" dirty="0">
                <a:latin typeface="+mj-lt"/>
              </a:rPr>
              <a:t> information gain </a:t>
            </a:r>
            <a:r>
              <a:rPr lang="en-US" sz="1050" dirty="0" err="1">
                <a:latin typeface="+mj-lt"/>
              </a:rPr>
              <a:t>atau</a:t>
            </a:r>
            <a:r>
              <a:rPr lang="en-US" sz="1050" dirty="0">
                <a:latin typeface="+mj-lt"/>
              </a:rPr>
              <a:t> gain </a:t>
            </a:r>
            <a:r>
              <a:rPr lang="en-US" sz="1050" dirty="0" err="1">
                <a:latin typeface="+mj-lt"/>
              </a:rPr>
              <a:t>rasio</a:t>
            </a:r>
            <a:r>
              <a:rPr lang="en-US" sz="1050" dirty="0">
                <a:latin typeface="+mj-lt"/>
              </a:rPr>
              <a:t>. </a:t>
            </a:r>
            <a:r>
              <a:rPr lang="en-US" sz="1050" dirty="0" err="1">
                <a:latin typeface="+mj-lt"/>
              </a:rPr>
              <a:t>Tujuan</a:t>
            </a:r>
            <a:r>
              <a:rPr lang="en-US" sz="1050" dirty="0">
                <a:latin typeface="+mj-lt"/>
              </a:rPr>
              <a:t> </a:t>
            </a:r>
            <a:r>
              <a:rPr lang="en-US" sz="1050" dirty="0" err="1">
                <a:latin typeface="+mj-lt"/>
              </a:rPr>
              <a:t>dari</a:t>
            </a:r>
            <a:r>
              <a:rPr lang="en-US" sz="1050" dirty="0">
                <a:latin typeface="+mj-lt"/>
              </a:rPr>
              <a:t> </a:t>
            </a:r>
            <a:r>
              <a:rPr lang="en-US" sz="1050" dirty="0" err="1">
                <a:latin typeface="+mj-lt"/>
              </a:rPr>
              <a:t>tugas</a:t>
            </a:r>
            <a:r>
              <a:rPr lang="en-US" sz="1050" dirty="0">
                <a:latin typeface="+mj-lt"/>
              </a:rPr>
              <a:t> </a:t>
            </a:r>
            <a:r>
              <a:rPr lang="en-US" sz="1050" dirty="0" err="1">
                <a:latin typeface="+mj-lt"/>
              </a:rPr>
              <a:t>ini</a:t>
            </a:r>
            <a:r>
              <a:rPr lang="en-US" sz="1050" dirty="0">
                <a:latin typeface="+mj-lt"/>
              </a:rPr>
              <a:t> </a:t>
            </a:r>
            <a:r>
              <a:rPr lang="en-US" sz="1050" dirty="0" err="1">
                <a:latin typeface="+mj-lt"/>
              </a:rPr>
              <a:t>adalah</a:t>
            </a:r>
            <a:r>
              <a:rPr lang="en-US" sz="1050" dirty="0">
                <a:latin typeface="+mj-lt"/>
              </a:rPr>
              <a:t> </a:t>
            </a:r>
            <a:r>
              <a:rPr lang="en-US" sz="1050" dirty="0" err="1">
                <a:latin typeface="+mj-lt"/>
              </a:rPr>
              <a:t>mencari</a:t>
            </a:r>
            <a:r>
              <a:rPr lang="en-US" sz="1050" dirty="0">
                <a:latin typeface="+mj-lt"/>
              </a:rPr>
              <a:t> </a:t>
            </a:r>
            <a:r>
              <a:rPr lang="en-US" sz="1050" dirty="0" err="1">
                <a:latin typeface="+mj-lt"/>
              </a:rPr>
              <a:t>atribut</a:t>
            </a:r>
            <a:r>
              <a:rPr lang="en-US" sz="1050" dirty="0">
                <a:latin typeface="+mj-lt"/>
              </a:rPr>
              <a:t> </a:t>
            </a:r>
            <a:r>
              <a:rPr lang="en-US" sz="1050" dirty="0" err="1">
                <a:latin typeface="+mj-lt"/>
              </a:rPr>
              <a:t>terbaik</a:t>
            </a:r>
            <a:r>
              <a:rPr lang="en-US" sz="1050" dirty="0">
                <a:latin typeface="+mj-lt"/>
              </a:rPr>
              <a:t> </a:t>
            </a:r>
            <a:r>
              <a:rPr lang="en-US" sz="1050" dirty="0" err="1">
                <a:latin typeface="+mj-lt"/>
              </a:rPr>
              <a:t>dari</a:t>
            </a:r>
            <a:r>
              <a:rPr lang="en-US" sz="1050" dirty="0">
                <a:latin typeface="+mj-lt"/>
              </a:rPr>
              <a:t> </a:t>
            </a:r>
            <a:r>
              <a:rPr lang="en-US" sz="1050" dirty="0" err="1">
                <a:latin typeface="+mj-lt"/>
              </a:rPr>
              <a:t>berbagai</a:t>
            </a:r>
            <a:r>
              <a:rPr lang="en-US" sz="1050" dirty="0">
                <a:latin typeface="+mj-lt"/>
              </a:rPr>
              <a:t> </a:t>
            </a:r>
            <a:r>
              <a:rPr lang="en-US" sz="1050" dirty="0" err="1">
                <a:latin typeface="+mj-lt"/>
              </a:rPr>
              <a:t>pohon</a:t>
            </a:r>
            <a:r>
              <a:rPr lang="en-US" sz="1050" dirty="0">
                <a:latin typeface="+mj-lt"/>
              </a:rPr>
              <a:t> yang </a:t>
            </a:r>
            <a:r>
              <a:rPr lang="en-US" sz="1050" dirty="0" err="1">
                <a:latin typeface="+mj-lt"/>
              </a:rPr>
              <a:t>dibangun</a:t>
            </a:r>
            <a:r>
              <a:rPr lang="en-US" sz="1050" dirty="0">
                <a:latin typeface="+mj-lt"/>
              </a:rPr>
              <a:t> (best split). </a:t>
            </a:r>
          </a:p>
        </p:txBody>
      </p:sp>
      <p:graphicFrame>
        <p:nvGraphicFramePr>
          <p:cNvPr id="4" name="Tampungan Konten 3">
            <a:extLst>
              <a:ext uri="{FF2B5EF4-FFF2-40B4-BE49-F238E27FC236}">
                <a16:creationId xmlns:a16="http://schemas.microsoft.com/office/drawing/2014/main" id="{0C2F54B0-23F0-4957-B4EC-2943AAF85030}"/>
              </a:ext>
            </a:extLst>
          </p:cNvPr>
          <p:cNvGraphicFramePr>
            <a:graphicFrameLocks/>
          </p:cNvGraphicFramePr>
          <p:nvPr/>
        </p:nvGraphicFramePr>
        <p:xfrm>
          <a:off x="471488" y="2272145"/>
          <a:ext cx="5818477" cy="2299856"/>
        </p:xfrm>
        <a:graphic>
          <a:graphicData uri="http://schemas.openxmlformats.org/drawingml/2006/table">
            <a:tbl>
              <a:tblPr>
                <a:tableStyleId>{BDBED569-4797-4DF1-A0F4-6AAB3CD982D8}</a:tableStyleId>
              </a:tblPr>
              <a:tblGrid>
                <a:gridCol w="801972">
                  <a:extLst>
                    <a:ext uri="{9D8B030D-6E8A-4147-A177-3AD203B41FA5}">
                      <a16:colId xmlns:a16="http://schemas.microsoft.com/office/drawing/2014/main" val="1137135935"/>
                    </a:ext>
                  </a:extLst>
                </a:gridCol>
                <a:gridCol w="1520406">
                  <a:extLst>
                    <a:ext uri="{9D8B030D-6E8A-4147-A177-3AD203B41FA5}">
                      <a16:colId xmlns:a16="http://schemas.microsoft.com/office/drawing/2014/main" val="3342327332"/>
                    </a:ext>
                  </a:extLst>
                </a:gridCol>
                <a:gridCol w="969050">
                  <a:extLst>
                    <a:ext uri="{9D8B030D-6E8A-4147-A177-3AD203B41FA5}">
                      <a16:colId xmlns:a16="http://schemas.microsoft.com/office/drawing/2014/main" val="3943101230"/>
                    </a:ext>
                  </a:extLst>
                </a:gridCol>
                <a:gridCol w="534648">
                  <a:extLst>
                    <a:ext uri="{9D8B030D-6E8A-4147-A177-3AD203B41FA5}">
                      <a16:colId xmlns:a16="http://schemas.microsoft.com/office/drawing/2014/main" val="4061120681"/>
                    </a:ext>
                  </a:extLst>
                </a:gridCol>
                <a:gridCol w="1992401">
                  <a:extLst>
                    <a:ext uri="{9D8B030D-6E8A-4147-A177-3AD203B41FA5}">
                      <a16:colId xmlns:a16="http://schemas.microsoft.com/office/drawing/2014/main" val="358791058"/>
                    </a:ext>
                  </a:extLst>
                </a:gridCol>
              </a:tblGrid>
              <a:tr h="294494">
                <a:tc>
                  <a:txBody>
                    <a:bodyPr/>
                    <a:lstStyle/>
                    <a:p>
                      <a:pPr algn="ctr" fontAlgn="b"/>
                      <a:r>
                        <a:rPr lang="en-US" sz="1400" u="none" strike="noStrike" dirty="0">
                          <a:effectLst/>
                        </a:rPr>
                        <a:t>id</a:t>
                      </a:r>
                      <a:endParaRPr lang="en-US" sz="1400" b="1" i="0" u="none" strike="noStrike" dirty="0">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temperatur badan</a:t>
                      </a:r>
                      <a:endParaRPr lang="en-US" sz="1400" b="1"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sesak nafas</a:t>
                      </a:r>
                      <a:endParaRPr lang="en-US" sz="1400" b="1"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batuk</a:t>
                      </a:r>
                      <a:endParaRPr lang="en-US" sz="1400" b="1"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diagnosis sakit covid-19</a:t>
                      </a:r>
                      <a:endParaRPr lang="en-US" sz="1400" b="1" i="0" u="none" strike="noStrike">
                        <a:solidFill>
                          <a:srgbClr val="000000"/>
                        </a:solidFill>
                        <a:effectLst/>
                        <a:latin typeface="Calibri" panose="020F0502020204030204" pitchFamily="34" charset="0"/>
                      </a:endParaRPr>
                    </a:p>
                  </a:txBody>
                  <a:tcPr marL="7144" marR="7144" marT="7144" marB="0" anchor="ctr"/>
                </a:tc>
                <a:extLst>
                  <a:ext uri="{0D108BD9-81ED-4DB2-BD59-A6C34878D82A}">
                    <a16:rowId xmlns:a16="http://schemas.microsoft.com/office/drawing/2014/main" val="3629604467"/>
                  </a:ext>
                </a:extLst>
              </a:tr>
              <a:tr h="280470">
                <a:tc>
                  <a:txBody>
                    <a:bodyPr/>
                    <a:lstStyle/>
                    <a:p>
                      <a:pPr algn="ctr" fontAlgn="b"/>
                      <a:r>
                        <a:rPr lang="en-US" sz="1400" u="none" strike="noStrike">
                          <a:effectLst/>
                        </a:rPr>
                        <a:t>1</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tinggi</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ya</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tidak</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ya</a:t>
                      </a:r>
                      <a:endParaRPr lang="en-US" sz="1400" b="0" i="0" u="none" strike="noStrike">
                        <a:solidFill>
                          <a:srgbClr val="000000"/>
                        </a:solidFill>
                        <a:effectLst/>
                        <a:latin typeface="Calibri" panose="020F0502020204030204" pitchFamily="34" charset="0"/>
                      </a:endParaRPr>
                    </a:p>
                  </a:txBody>
                  <a:tcPr marL="7144" marR="7144" marT="7144" marB="0" anchor="ctr"/>
                </a:tc>
                <a:extLst>
                  <a:ext uri="{0D108BD9-81ED-4DB2-BD59-A6C34878D82A}">
                    <a16:rowId xmlns:a16="http://schemas.microsoft.com/office/drawing/2014/main" val="1556817420"/>
                  </a:ext>
                </a:extLst>
              </a:tr>
              <a:tr h="294494">
                <a:tc>
                  <a:txBody>
                    <a:bodyPr/>
                    <a:lstStyle/>
                    <a:p>
                      <a:pPr algn="ctr" fontAlgn="b"/>
                      <a:r>
                        <a:rPr lang="en-US" sz="1400" u="none" strike="noStrike" dirty="0">
                          <a:effectLst/>
                        </a:rPr>
                        <a:t>2</a:t>
                      </a:r>
                      <a:endParaRPr lang="en-US" sz="1400" b="0" i="0" u="none" strike="noStrike" dirty="0">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normal</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ya</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ya</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ya</a:t>
                      </a:r>
                      <a:endParaRPr lang="en-US" sz="1400" b="0" i="0" u="none" strike="noStrike">
                        <a:solidFill>
                          <a:srgbClr val="000000"/>
                        </a:solidFill>
                        <a:effectLst/>
                        <a:latin typeface="Calibri" panose="020F0502020204030204" pitchFamily="34" charset="0"/>
                      </a:endParaRPr>
                    </a:p>
                  </a:txBody>
                  <a:tcPr marL="7144" marR="7144" marT="7144" marB="0" anchor="ctr"/>
                </a:tc>
                <a:extLst>
                  <a:ext uri="{0D108BD9-81ED-4DB2-BD59-A6C34878D82A}">
                    <a16:rowId xmlns:a16="http://schemas.microsoft.com/office/drawing/2014/main" val="958919987"/>
                  </a:ext>
                </a:extLst>
              </a:tr>
              <a:tr h="280470">
                <a:tc>
                  <a:txBody>
                    <a:bodyPr/>
                    <a:lstStyle/>
                    <a:p>
                      <a:pPr algn="ctr" fontAlgn="b"/>
                      <a:r>
                        <a:rPr lang="en-US" sz="1400" u="none" strike="noStrike">
                          <a:effectLst/>
                        </a:rPr>
                        <a:t>3</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normal</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tidak</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tidak</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tidak</a:t>
                      </a:r>
                      <a:endParaRPr lang="en-US" sz="1400" b="0" i="0" u="none" strike="noStrike">
                        <a:solidFill>
                          <a:srgbClr val="000000"/>
                        </a:solidFill>
                        <a:effectLst/>
                        <a:latin typeface="Calibri" panose="020F0502020204030204" pitchFamily="34" charset="0"/>
                      </a:endParaRPr>
                    </a:p>
                  </a:txBody>
                  <a:tcPr marL="7144" marR="7144" marT="7144" marB="0" anchor="ctr"/>
                </a:tc>
                <a:extLst>
                  <a:ext uri="{0D108BD9-81ED-4DB2-BD59-A6C34878D82A}">
                    <a16:rowId xmlns:a16="http://schemas.microsoft.com/office/drawing/2014/main" val="604405277"/>
                  </a:ext>
                </a:extLst>
              </a:tr>
              <a:tr h="280470">
                <a:tc>
                  <a:txBody>
                    <a:bodyPr/>
                    <a:lstStyle/>
                    <a:p>
                      <a:pPr algn="ctr" fontAlgn="b"/>
                      <a:r>
                        <a:rPr lang="en-US" sz="1400" u="none" strike="noStrike">
                          <a:effectLst/>
                        </a:rPr>
                        <a:t>4</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tinggi</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tidak</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ya</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tidak</a:t>
                      </a:r>
                      <a:endParaRPr lang="en-US" sz="1400" b="0" i="0" u="none" strike="noStrike">
                        <a:solidFill>
                          <a:srgbClr val="000000"/>
                        </a:solidFill>
                        <a:effectLst/>
                        <a:latin typeface="Calibri" panose="020F0502020204030204" pitchFamily="34" charset="0"/>
                      </a:endParaRPr>
                    </a:p>
                  </a:txBody>
                  <a:tcPr marL="7144" marR="7144" marT="7144" marB="0" anchor="ctr"/>
                </a:tc>
                <a:extLst>
                  <a:ext uri="{0D108BD9-81ED-4DB2-BD59-A6C34878D82A}">
                    <a16:rowId xmlns:a16="http://schemas.microsoft.com/office/drawing/2014/main" val="1781005107"/>
                  </a:ext>
                </a:extLst>
              </a:tr>
              <a:tr h="294494">
                <a:tc>
                  <a:txBody>
                    <a:bodyPr/>
                    <a:lstStyle/>
                    <a:p>
                      <a:pPr algn="ctr" fontAlgn="b"/>
                      <a:r>
                        <a:rPr lang="en-US" sz="1400" u="none" strike="noStrike" dirty="0">
                          <a:effectLst/>
                        </a:rPr>
                        <a:t>6</a:t>
                      </a:r>
                      <a:endParaRPr lang="en-US" sz="1400" b="0" i="0" u="none" strike="noStrike" dirty="0">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normal</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ya</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tidak</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dirty="0" err="1">
                          <a:effectLst/>
                        </a:rPr>
                        <a:t>ya</a:t>
                      </a:r>
                      <a:endParaRPr lang="en-US" sz="1400" b="0" i="0" u="none" strike="noStrike" dirty="0">
                        <a:solidFill>
                          <a:srgbClr val="000000"/>
                        </a:solidFill>
                        <a:effectLst/>
                        <a:latin typeface="Calibri" panose="020F0502020204030204" pitchFamily="34" charset="0"/>
                      </a:endParaRPr>
                    </a:p>
                  </a:txBody>
                  <a:tcPr marL="7144" marR="7144" marT="7144" marB="0" anchor="ctr"/>
                </a:tc>
                <a:extLst>
                  <a:ext uri="{0D108BD9-81ED-4DB2-BD59-A6C34878D82A}">
                    <a16:rowId xmlns:a16="http://schemas.microsoft.com/office/drawing/2014/main" val="1118155593"/>
                  </a:ext>
                </a:extLst>
              </a:tr>
              <a:tr h="280470">
                <a:tc>
                  <a:txBody>
                    <a:bodyPr/>
                    <a:lstStyle/>
                    <a:p>
                      <a:pPr algn="ctr" fontAlgn="b"/>
                      <a:r>
                        <a:rPr lang="en-US" sz="1400" u="none" strike="noStrike">
                          <a:effectLst/>
                        </a:rPr>
                        <a:t>7</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tinggi</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ya</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ya</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ya</a:t>
                      </a:r>
                      <a:endParaRPr lang="en-US" sz="1400" b="0" i="0" u="none" strike="noStrike">
                        <a:solidFill>
                          <a:srgbClr val="000000"/>
                        </a:solidFill>
                        <a:effectLst/>
                        <a:latin typeface="Calibri" panose="020F0502020204030204" pitchFamily="34" charset="0"/>
                      </a:endParaRPr>
                    </a:p>
                  </a:txBody>
                  <a:tcPr marL="7144" marR="7144" marT="7144" marB="0" anchor="ctr"/>
                </a:tc>
                <a:extLst>
                  <a:ext uri="{0D108BD9-81ED-4DB2-BD59-A6C34878D82A}">
                    <a16:rowId xmlns:a16="http://schemas.microsoft.com/office/drawing/2014/main" val="2200243163"/>
                  </a:ext>
                </a:extLst>
              </a:tr>
              <a:tr h="294494">
                <a:tc>
                  <a:txBody>
                    <a:bodyPr/>
                    <a:lstStyle/>
                    <a:p>
                      <a:pPr algn="ctr" fontAlgn="b"/>
                      <a:r>
                        <a:rPr lang="en-US" sz="1400" u="none" strike="noStrike">
                          <a:effectLst/>
                        </a:rPr>
                        <a:t>8</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normal</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tidak</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a:effectLst/>
                        </a:rPr>
                        <a:t>ya</a:t>
                      </a:r>
                      <a:endParaRPr lang="en-US" sz="1400" b="0" i="0" u="none" strike="noStrike">
                        <a:solidFill>
                          <a:srgbClr val="000000"/>
                        </a:solidFill>
                        <a:effectLst/>
                        <a:latin typeface="Calibri" panose="020F0502020204030204" pitchFamily="34" charset="0"/>
                      </a:endParaRPr>
                    </a:p>
                  </a:txBody>
                  <a:tcPr marL="7144" marR="7144" marT="7144" marB="0" anchor="ctr"/>
                </a:tc>
                <a:tc>
                  <a:txBody>
                    <a:bodyPr/>
                    <a:lstStyle/>
                    <a:p>
                      <a:pPr algn="ctr" fontAlgn="b"/>
                      <a:r>
                        <a:rPr lang="en-US" sz="1400" u="none" strike="noStrike" dirty="0" err="1">
                          <a:effectLst/>
                        </a:rPr>
                        <a:t>tidak</a:t>
                      </a:r>
                      <a:endParaRPr lang="en-US" sz="1400" b="0" i="0" u="none" strike="noStrike" dirty="0">
                        <a:solidFill>
                          <a:srgbClr val="000000"/>
                        </a:solidFill>
                        <a:effectLst/>
                        <a:latin typeface="Calibri" panose="020F0502020204030204" pitchFamily="34" charset="0"/>
                      </a:endParaRPr>
                    </a:p>
                  </a:txBody>
                  <a:tcPr marL="7144" marR="7144" marT="7144" marB="0" anchor="ctr"/>
                </a:tc>
                <a:extLst>
                  <a:ext uri="{0D108BD9-81ED-4DB2-BD59-A6C34878D82A}">
                    <a16:rowId xmlns:a16="http://schemas.microsoft.com/office/drawing/2014/main" val="3549893430"/>
                  </a:ext>
                </a:extLst>
              </a:tr>
            </a:tbl>
          </a:graphicData>
        </a:graphic>
      </p:graphicFrame>
    </p:spTree>
    <p:extLst>
      <p:ext uri="{BB962C8B-B14F-4D97-AF65-F5344CB8AC3E}">
        <p14:creationId xmlns:p14="http://schemas.microsoft.com/office/powerpoint/2010/main" val="7132165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D84345EE-32D5-4CD3-872B-C4DF936D1647}"/>
              </a:ext>
            </a:extLst>
          </p:cNvPr>
          <p:cNvSpPr>
            <a:spLocks noGrp="1"/>
          </p:cNvSpPr>
          <p:nvPr>
            <p:ph type="title"/>
          </p:nvPr>
        </p:nvSpPr>
        <p:spPr/>
        <p:txBody>
          <a:bodyPr/>
          <a:lstStyle/>
          <a:p>
            <a:r>
              <a:rPr lang="id-ID" dirty="0"/>
              <a:t>Iterasi Pohon 1</a:t>
            </a:r>
            <a:endParaRPr lang="en-US" dirty="0"/>
          </a:p>
        </p:txBody>
      </p:sp>
      <p:sp>
        <p:nvSpPr>
          <p:cNvPr id="3" name="Tampungan Konten 2">
            <a:extLst>
              <a:ext uri="{FF2B5EF4-FFF2-40B4-BE49-F238E27FC236}">
                <a16:creationId xmlns:a16="http://schemas.microsoft.com/office/drawing/2014/main" id="{962DA0E4-B095-42D0-BEF8-B7BDD510EFCA}"/>
              </a:ext>
            </a:extLst>
          </p:cNvPr>
          <p:cNvSpPr>
            <a:spLocks noGrp="1"/>
          </p:cNvSpPr>
          <p:nvPr>
            <p:ph idx="1"/>
          </p:nvPr>
        </p:nvSpPr>
        <p:spPr/>
        <p:txBody>
          <a:bodyPr>
            <a:normAutofit/>
          </a:bodyPr>
          <a:lstStyle/>
          <a:p>
            <a:r>
              <a:rPr lang="id-ID" sz="1600" dirty="0">
                <a:latin typeface="+mj-lt"/>
              </a:rPr>
              <a:t>Ubahlah menjadi tabel kontingensi</a:t>
            </a:r>
          </a:p>
          <a:p>
            <a:pPr marL="0" indent="0">
              <a:buNone/>
            </a:pPr>
            <a:endParaRPr lang="en-US" sz="1600" dirty="0">
              <a:latin typeface="+mj-lt"/>
            </a:endParaRPr>
          </a:p>
        </p:txBody>
      </p:sp>
      <p:sp>
        <p:nvSpPr>
          <p:cNvPr id="7" name="Tampungan Konten 2">
            <a:extLst>
              <a:ext uri="{FF2B5EF4-FFF2-40B4-BE49-F238E27FC236}">
                <a16:creationId xmlns:a16="http://schemas.microsoft.com/office/drawing/2014/main" id="{B8A008A0-EFDD-4ECB-9F28-70B49F7146D3}"/>
              </a:ext>
            </a:extLst>
          </p:cNvPr>
          <p:cNvSpPr txBox="1">
            <a:spLocks/>
          </p:cNvSpPr>
          <p:nvPr/>
        </p:nvSpPr>
        <p:spPr>
          <a:xfrm>
            <a:off x="471488" y="1369218"/>
            <a:ext cx="5915025"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100" dirty="0">
              <a:latin typeface="+mj-lt"/>
            </a:endParaRPr>
          </a:p>
        </p:txBody>
      </p:sp>
      <p:graphicFrame>
        <p:nvGraphicFramePr>
          <p:cNvPr id="4" name="Tabel 3">
            <a:extLst>
              <a:ext uri="{FF2B5EF4-FFF2-40B4-BE49-F238E27FC236}">
                <a16:creationId xmlns:a16="http://schemas.microsoft.com/office/drawing/2014/main" id="{7463A291-8D91-42A8-AF69-C56AB8350232}"/>
              </a:ext>
            </a:extLst>
          </p:cNvPr>
          <p:cNvGraphicFramePr>
            <a:graphicFrameLocks noGrp="1"/>
          </p:cNvGraphicFramePr>
          <p:nvPr/>
        </p:nvGraphicFramePr>
        <p:xfrm>
          <a:off x="222106" y="1857000"/>
          <a:ext cx="3206895" cy="2126182"/>
        </p:xfrm>
        <a:graphic>
          <a:graphicData uri="http://schemas.openxmlformats.org/drawingml/2006/table">
            <a:tbl>
              <a:tblPr firstRow="1" firstCol="1" bandRow="1">
                <a:tableStyleId>{5C22544A-7EE6-4342-B048-85BDC9FD1C3A}</a:tableStyleId>
              </a:tblPr>
              <a:tblGrid>
                <a:gridCol w="1207791">
                  <a:extLst>
                    <a:ext uri="{9D8B030D-6E8A-4147-A177-3AD203B41FA5}">
                      <a16:colId xmlns:a16="http://schemas.microsoft.com/office/drawing/2014/main" val="3533605743"/>
                    </a:ext>
                  </a:extLst>
                </a:gridCol>
                <a:gridCol w="666368">
                  <a:extLst>
                    <a:ext uri="{9D8B030D-6E8A-4147-A177-3AD203B41FA5}">
                      <a16:colId xmlns:a16="http://schemas.microsoft.com/office/drawing/2014/main" val="790338906"/>
                    </a:ext>
                  </a:extLst>
                </a:gridCol>
                <a:gridCol w="666368">
                  <a:extLst>
                    <a:ext uri="{9D8B030D-6E8A-4147-A177-3AD203B41FA5}">
                      <a16:colId xmlns:a16="http://schemas.microsoft.com/office/drawing/2014/main" val="4107319179"/>
                    </a:ext>
                  </a:extLst>
                </a:gridCol>
                <a:gridCol w="666368">
                  <a:extLst>
                    <a:ext uri="{9D8B030D-6E8A-4147-A177-3AD203B41FA5}">
                      <a16:colId xmlns:a16="http://schemas.microsoft.com/office/drawing/2014/main" val="1685347264"/>
                    </a:ext>
                  </a:extLst>
                </a:gridCol>
              </a:tblGrid>
              <a:tr h="192392">
                <a:tc rowSpan="2">
                  <a:txBody>
                    <a:bodyPr/>
                    <a:lstStyle/>
                    <a:p>
                      <a:pPr algn="ctr">
                        <a:lnSpc>
                          <a:spcPct val="115000"/>
                        </a:lnSpc>
                        <a:spcAft>
                          <a:spcPts val="800"/>
                        </a:spcAft>
                      </a:pPr>
                      <a:r>
                        <a:rPr lang="id-ID" sz="900">
                          <a:effectLst/>
                        </a:rPr>
                        <a:t>Temp. Badan</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gridSpan="3">
                  <a:txBody>
                    <a:bodyPr/>
                    <a:lstStyle/>
                    <a:p>
                      <a:pPr algn="ctr">
                        <a:lnSpc>
                          <a:spcPct val="115000"/>
                        </a:lnSpc>
                        <a:spcAft>
                          <a:spcPts val="800"/>
                        </a:spcAft>
                      </a:pPr>
                      <a:r>
                        <a:rPr lang="id-ID" sz="900">
                          <a:effectLst/>
                        </a:rPr>
                        <a:t>Diagnosis</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09055674"/>
                  </a:ext>
                </a:extLst>
              </a:tr>
              <a:tr h="194366">
                <a:tc vMerge="1">
                  <a:txBody>
                    <a:bodyPr/>
                    <a:lstStyle/>
                    <a:p>
                      <a:endParaRPr lang="en-US"/>
                    </a:p>
                  </a:txBody>
                  <a:tcPr/>
                </a:tc>
                <a:tc>
                  <a:txBody>
                    <a:bodyPr/>
                    <a:lstStyle/>
                    <a:p>
                      <a:pPr algn="ctr">
                        <a:lnSpc>
                          <a:spcPct val="115000"/>
                        </a:lnSpc>
                        <a:spcAft>
                          <a:spcPts val="800"/>
                        </a:spcAft>
                      </a:pPr>
                      <a:r>
                        <a:rPr lang="id-ID" sz="900">
                          <a:effectLst/>
                        </a:rPr>
                        <a:t>ya</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tidak</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Total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3257696891"/>
                  </a:ext>
                </a:extLst>
              </a:tr>
              <a:tr h="192392">
                <a:tc>
                  <a:txBody>
                    <a:bodyPr/>
                    <a:lstStyle/>
                    <a:p>
                      <a:pPr algn="ctr">
                        <a:lnSpc>
                          <a:spcPct val="115000"/>
                        </a:lnSpc>
                        <a:spcAft>
                          <a:spcPts val="800"/>
                        </a:spcAft>
                      </a:pPr>
                      <a:r>
                        <a:rPr lang="id-ID" sz="900">
                          <a:effectLst/>
                        </a:rPr>
                        <a:t>tinggi</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2</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1</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3</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701187048"/>
                  </a:ext>
                </a:extLst>
              </a:tr>
              <a:tr h="192392">
                <a:tc>
                  <a:txBody>
                    <a:bodyPr/>
                    <a:lstStyle/>
                    <a:p>
                      <a:pPr algn="ctr">
                        <a:lnSpc>
                          <a:spcPct val="115000"/>
                        </a:lnSpc>
                        <a:spcAft>
                          <a:spcPts val="800"/>
                        </a:spcAft>
                      </a:pPr>
                      <a:r>
                        <a:rPr lang="id-ID" sz="900">
                          <a:effectLst/>
                        </a:rPr>
                        <a:t>normal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900">
                          <a:effectLst/>
                        </a:rPr>
                        <a:t>2</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900">
                          <a:effectLst/>
                        </a:rPr>
                        <a:t>2</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900">
                          <a:effectLst/>
                        </a:rPr>
                        <a:t>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270893155"/>
                  </a:ext>
                </a:extLst>
              </a:tr>
              <a:tr h="194366">
                <a:tc>
                  <a:txBody>
                    <a:bodyPr/>
                    <a:lstStyle/>
                    <a:p>
                      <a:pPr algn="ctr">
                        <a:lnSpc>
                          <a:spcPct val="115000"/>
                        </a:lnSpc>
                        <a:spcAft>
                          <a:spcPts val="800"/>
                        </a:spcAft>
                      </a:pPr>
                      <a:r>
                        <a:rPr lang="id-ID" sz="900">
                          <a:effectLst/>
                        </a:rPr>
                        <a:t>Total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3</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7</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1745674644"/>
                  </a:ext>
                </a:extLst>
              </a:tr>
              <a:tr h="194366">
                <a:tc>
                  <a:txBody>
                    <a:bodyPr/>
                    <a:lstStyle/>
                    <a:p>
                      <a:pPr>
                        <a:lnSpc>
                          <a:spcPct val="107000"/>
                        </a:lnSpc>
                      </a:pPr>
                      <a:endParaRPr lang="en-US" sz="800">
                        <a:effectLst/>
                        <a:latin typeface="Calibri" panose="020F0502020204030204" pitchFamily="34" charset="0"/>
                        <a:cs typeface="Arial" panose="020B0604020202020204" pitchFamily="34" charset="0"/>
                      </a:endParaRPr>
                    </a:p>
                  </a:txBody>
                  <a:tcPr marL="51435" marR="51435" marT="0" marB="0" anchor="b"/>
                </a:tc>
                <a:tc>
                  <a:txBody>
                    <a:bodyPr/>
                    <a:lstStyle/>
                    <a:p>
                      <a:pPr>
                        <a:lnSpc>
                          <a:spcPct val="107000"/>
                        </a:lnSpc>
                      </a:pPr>
                      <a:endParaRPr lang="en-US" sz="800">
                        <a:effectLst/>
                        <a:latin typeface="Calibri" panose="020F0502020204030204" pitchFamily="34" charset="0"/>
                        <a:cs typeface="Arial" panose="020B0604020202020204" pitchFamily="34" charset="0"/>
                      </a:endParaRPr>
                    </a:p>
                  </a:txBody>
                  <a:tcPr marL="51435" marR="51435" marT="0" marB="0" anchor="b"/>
                </a:tc>
                <a:tc>
                  <a:txBody>
                    <a:bodyPr/>
                    <a:lstStyle/>
                    <a:p>
                      <a:pPr>
                        <a:lnSpc>
                          <a:spcPct val="107000"/>
                        </a:lnSpc>
                      </a:pPr>
                      <a:endParaRPr lang="en-US" sz="800">
                        <a:effectLst/>
                        <a:latin typeface="Calibri" panose="020F0502020204030204" pitchFamily="34" charset="0"/>
                        <a:cs typeface="Arial" panose="020B0604020202020204" pitchFamily="34" charset="0"/>
                      </a:endParaRPr>
                    </a:p>
                  </a:txBody>
                  <a:tcPr marL="51435" marR="51435" marT="0" marB="0" anchor="b"/>
                </a:tc>
                <a:tc>
                  <a:txBody>
                    <a:bodyPr/>
                    <a:lstStyle/>
                    <a:p>
                      <a:pPr>
                        <a:lnSpc>
                          <a:spcPct val="107000"/>
                        </a:lnSpc>
                      </a:pPr>
                      <a:endParaRPr lang="en-US" sz="800">
                        <a:effectLst/>
                        <a:latin typeface="Calibri" panose="020F0502020204030204" pitchFamily="34" charset="0"/>
                        <a:cs typeface="Arial" panose="020B0604020202020204" pitchFamily="34" charset="0"/>
                      </a:endParaRPr>
                    </a:p>
                  </a:txBody>
                  <a:tcPr marL="51435" marR="51435" marT="0" marB="0" anchor="b"/>
                </a:tc>
                <a:extLst>
                  <a:ext uri="{0D108BD9-81ED-4DB2-BD59-A6C34878D82A}">
                    <a16:rowId xmlns:a16="http://schemas.microsoft.com/office/drawing/2014/main" val="1475089960"/>
                  </a:ext>
                </a:extLst>
              </a:tr>
              <a:tr h="192392">
                <a:tc rowSpan="2">
                  <a:txBody>
                    <a:bodyPr/>
                    <a:lstStyle/>
                    <a:p>
                      <a:pPr algn="ctr">
                        <a:lnSpc>
                          <a:spcPct val="115000"/>
                        </a:lnSpc>
                        <a:spcAft>
                          <a:spcPts val="800"/>
                        </a:spcAft>
                      </a:pPr>
                      <a:r>
                        <a:rPr lang="id-ID" sz="900">
                          <a:effectLst/>
                        </a:rPr>
                        <a:t>Sesak Nafas</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gridSpan="3">
                  <a:txBody>
                    <a:bodyPr/>
                    <a:lstStyle/>
                    <a:p>
                      <a:pPr algn="ctr">
                        <a:lnSpc>
                          <a:spcPct val="115000"/>
                        </a:lnSpc>
                        <a:spcAft>
                          <a:spcPts val="800"/>
                        </a:spcAft>
                      </a:pPr>
                      <a:r>
                        <a:rPr lang="id-ID" sz="900">
                          <a:effectLst/>
                        </a:rPr>
                        <a:t>Diagnosis</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18975653"/>
                  </a:ext>
                </a:extLst>
              </a:tr>
              <a:tr h="194366">
                <a:tc vMerge="1">
                  <a:txBody>
                    <a:bodyPr/>
                    <a:lstStyle/>
                    <a:p>
                      <a:endParaRPr lang="en-US"/>
                    </a:p>
                  </a:txBody>
                  <a:tcPr/>
                </a:tc>
                <a:tc>
                  <a:txBody>
                    <a:bodyPr/>
                    <a:lstStyle/>
                    <a:p>
                      <a:pPr algn="ctr">
                        <a:lnSpc>
                          <a:spcPct val="115000"/>
                        </a:lnSpc>
                        <a:spcAft>
                          <a:spcPts val="800"/>
                        </a:spcAft>
                      </a:pPr>
                      <a:r>
                        <a:rPr lang="id-ID" sz="900">
                          <a:effectLst/>
                        </a:rPr>
                        <a:t>ya</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tidak</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Total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1892734546"/>
                  </a:ext>
                </a:extLst>
              </a:tr>
              <a:tr h="192392">
                <a:tc>
                  <a:txBody>
                    <a:bodyPr/>
                    <a:lstStyle/>
                    <a:p>
                      <a:pPr algn="ctr">
                        <a:lnSpc>
                          <a:spcPct val="115000"/>
                        </a:lnSpc>
                        <a:spcAft>
                          <a:spcPts val="800"/>
                        </a:spcAft>
                      </a:pPr>
                      <a:r>
                        <a:rPr lang="id-ID" sz="900">
                          <a:effectLst/>
                        </a:rPr>
                        <a:t>ya</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1789074250"/>
                  </a:ext>
                </a:extLst>
              </a:tr>
              <a:tr h="192392">
                <a:tc>
                  <a:txBody>
                    <a:bodyPr/>
                    <a:lstStyle/>
                    <a:p>
                      <a:pPr algn="ctr">
                        <a:lnSpc>
                          <a:spcPct val="115000"/>
                        </a:lnSpc>
                        <a:spcAft>
                          <a:spcPts val="800"/>
                        </a:spcAft>
                      </a:pPr>
                      <a:r>
                        <a:rPr lang="id-ID" sz="900">
                          <a:effectLst/>
                        </a:rPr>
                        <a:t>tidak</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900">
                          <a:effectLst/>
                        </a:rPr>
                        <a:t>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900">
                          <a:effectLst/>
                        </a:rPr>
                        <a:t>3</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900">
                          <a:effectLst/>
                        </a:rPr>
                        <a:t>3</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67654195"/>
                  </a:ext>
                </a:extLst>
              </a:tr>
              <a:tr h="194366">
                <a:tc>
                  <a:txBody>
                    <a:bodyPr/>
                    <a:lstStyle/>
                    <a:p>
                      <a:pPr algn="ctr">
                        <a:lnSpc>
                          <a:spcPct val="115000"/>
                        </a:lnSpc>
                        <a:spcAft>
                          <a:spcPts val="800"/>
                        </a:spcAft>
                      </a:pPr>
                      <a:r>
                        <a:rPr lang="id-ID" sz="900">
                          <a:effectLst/>
                        </a:rPr>
                        <a:t>Total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3</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dirty="0">
                          <a:effectLst/>
                        </a:rPr>
                        <a:t>7</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3914681575"/>
                  </a:ext>
                </a:extLst>
              </a:tr>
            </a:tbl>
          </a:graphicData>
        </a:graphic>
      </p:graphicFrame>
      <p:graphicFrame>
        <p:nvGraphicFramePr>
          <p:cNvPr id="5" name="Tabel 4">
            <a:extLst>
              <a:ext uri="{FF2B5EF4-FFF2-40B4-BE49-F238E27FC236}">
                <a16:creationId xmlns:a16="http://schemas.microsoft.com/office/drawing/2014/main" id="{736DE995-4D86-4DFF-A97D-6E2942CCEBD9}"/>
              </a:ext>
            </a:extLst>
          </p:cNvPr>
          <p:cNvGraphicFramePr>
            <a:graphicFrameLocks noGrp="1"/>
          </p:cNvGraphicFramePr>
          <p:nvPr/>
        </p:nvGraphicFramePr>
        <p:xfrm>
          <a:off x="3575773" y="1857490"/>
          <a:ext cx="3206895" cy="1741398"/>
        </p:xfrm>
        <a:graphic>
          <a:graphicData uri="http://schemas.openxmlformats.org/drawingml/2006/table">
            <a:tbl>
              <a:tblPr firstRow="1" firstCol="1" bandRow="1">
                <a:tableStyleId>{5C22544A-7EE6-4342-B048-85BDC9FD1C3A}</a:tableStyleId>
              </a:tblPr>
              <a:tblGrid>
                <a:gridCol w="1207791">
                  <a:extLst>
                    <a:ext uri="{9D8B030D-6E8A-4147-A177-3AD203B41FA5}">
                      <a16:colId xmlns:a16="http://schemas.microsoft.com/office/drawing/2014/main" val="741626289"/>
                    </a:ext>
                  </a:extLst>
                </a:gridCol>
                <a:gridCol w="666368">
                  <a:extLst>
                    <a:ext uri="{9D8B030D-6E8A-4147-A177-3AD203B41FA5}">
                      <a16:colId xmlns:a16="http://schemas.microsoft.com/office/drawing/2014/main" val="1536651507"/>
                    </a:ext>
                  </a:extLst>
                </a:gridCol>
                <a:gridCol w="666368">
                  <a:extLst>
                    <a:ext uri="{9D8B030D-6E8A-4147-A177-3AD203B41FA5}">
                      <a16:colId xmlns:a16="http://schemas.microsoft.com/office/drawing/2014/main" val="1395806018"/>
                    </a:ext>
                  </a:extLst>
                </a:gridCol>
                <a:gridCol w="666368">
                  <a:extLst>
                    <a:ext uri="{9D8B030D-6E8A-4147-A177-3AD203B41FA5}">
                      <a16:colId xmlns:a16="http://schemas.microsoft.com/office/drawing/2014/main" val="2033854447"/>
                    </a:ext>
                  </a:extLst>
                </a:gridCol>
              </a:tblGrid>
              <a:tr h="192392">
                <a:tc rowSpan="2">
                  <a:txBody>
                    <a:bodyPr/>
                    <a:lstStyle/>
                    <a:p>
                      <a:pPr algn="ctr">
                        <a:lnSpc>
                          <a:spcPct val="115000"/>
                        </a:lnSpc>
                        <a:spcAft>
                          <a:spcPts val="800"/>
                        </a:spcAft>
                      </a:pPr>
                      <a:r>
                        <a:rPr lang="id-ID" sz="900">
                          <a:effectLst/>
                        </a:rPr>
                        <a:t>Batuk</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gridSpan="3">
                  <a:txBody>
                    <a:bodyPr/>
                    <a:lstStyle/>
                    <a:p>
                      <a:pPr algn="ctr">
                        <a:lnSpc>
                          <a:spcPct val="115000"/>
                        </a:lnSpc>
                        <a:spcAft>
                          <a:spcPts val="800"/>
                        </a:spcAft>
                      </a:pPr>
                      <a:r>
                        <a:rPr lang="id-ID" sz="900" dirty="0">
                          <a:effectLst/>
                        </a:rPr>
                        <a:t>Diagnosis</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22471102"/>
                  </a:ext>
                </a:extLst>
              </a:tr>
              <a:tr h="194366">
                <a:tc vMerge="1">
                  <a:txBody>
                    <a:bodyPr/>
                    <a:lstStyle/>
                    <a:p>
                      <a:endParaRPr lang="en-US"/>
                    </a:p>
                  </a:txBody>
                  <a:tcPr/>
                </a:tc>
                <a:tc>
                  <a:txBody>
                    <a:bodyPr/>
                    <a:lstStyle/>
                    <a:p>
                      <a:pPr algn="ctr">
                        <a:lnSpc>
                          <a:spcPct val="115000"/>
                        </a:lnSpc>
                        <a:spcAft>
                          <a:spcPts val="800"/>
                        </a:spcAft>
                      </a:pPr>
                      <a:r>
                        <a:rPr lang="id-ID" sz="900">
                          <a:effectLst/>
                        </a:rPr>
                        <a:t>ya</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tidak</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Total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1195651377"/>
                  </a:ext>
                </a:extLst>
              </a:tr>
              <a:tr h="192392">
                <a:tc>
                  <a:txBody>
                    <a:bodyPr/>
                    <a:lstStyle/>
                    <a:p>
                      <a:pPr algn="ctr">
                        <a:lnSpc>
                          <a:spcPct val="115000"/>
                        </a:lnSpc>
                        <a:spcAft>
                          <a:spcPts val="800"/>
                        </a:spcAft>
                      </a:pPr>
                      <a:r>
                        <a:rPr lang="id-ID" sz="900">
                          <a:effectLst/>
                        </a:rPr>
                        <a:t>ya</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2</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2</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533313960"/>
                  </a:ext>
                </a:extLst>
              </a:tr>
              <a:tr h="192392">
                <a:tc>
                  <a:txBody>
                    <a:bodyPr/>
                    <a:lstStyle/>
                    <a:p>
                      <a:pPr algn="ctr">
                        <a:lnSpc>
                          <a:spcPct val="115000"/>
                        </a:lnSpc>
                        <a:spcAft>
                          <a:spcPts val="800"/>
                        </a:spcAft>
                      </a:pPr>
                      <a:r>
                        <a:rPr lang="id-ID" sz="900">
                          <a:effectLst/>
                        </a:rPr>
                        <a:t>tidak</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2</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900">
                          <a:effectLst/>
                        </a:rPr>
                        <a:t>1</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3</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3052669183"/>
                  </a:ext>
                </a:extLst>
              </a:tr>
              <a:tr h="194366">
                <a:tc>
                  <a:txBody>
                    <a:bodyPr/>
                    <a:lstStyle/>
                    <a:p>
                      <a:pPr algn="ctr">
                        <a:lnSpc>
                          <a:spcPct val="115000"/>
                        </a:lnSpc>
                        <a:spcAft>
                          <a:spcPts val="800"/>
                        </a:spcAft>
                      </a:pPr>
                      <a:r>
                        <a:rPr lang="id-ID" sz="900">
                          <a:effectLst/>
                        </a:rPr>
                        <a:t>Total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3</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7</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4088480957"/>
                  </a:ext>
                </a:extLst>
              </a:tr>
              <a:tr h="194366">
                <a:tc rowSpan="4">
                  <a:txBody>
                    <a:bodyPr/>
                    <a:lstStyle/>
                    <a:p>
                      <a:pPr>
                        <a:lnSpc>
                          <a:spcPct val="107000"/>
                        </a:lnSpc>
                      </a:pPr>
                      <a:endParaRPr lang="en-US" sz="800" dirty="0">
                        <a:effectLst/>
                        <a:latin typeface="Calibri" panose="020F0502020204030204" pitchFamily="34" charset="0"/>
                        <a:cs typeface="Arial" panose="020B0604020202020204" pitchFamily="34" charset="0"/>
                      </a:endParaRPr>
                    </a:p>
                  </a:txBody>
                  <a:tcPr marL="51435" marR="51435" marT="0" marB="0" anchor="b"/>
                </a:tc>
                <a:tc>
                  <a:txBody>
                    <a:bodyPr/>
                    <a:lstStyle/>
                    <a:p>
                      <a:pPr>
                        <a:lnSpc>
                          <a:spcPct val="107000"/>
                        </a:lnSpc>
                      </a:pPr>
                      <a:endParaRPr lang="en-US" sz="800">
                        <a:effectLst/>
                        <a:latin typeface="Calibri" panose="020F0502020204030204" pitchFamily="34" charset="0"/>
                        <a:cs typeface="Arial" panose="020B0604020202020204" pitchFamily="34" charset="0"/>
                      </a:endParaRPr>
                    </a:p>
                  </a:txBody>
                  <a:tcPr marL="51435" marR="51435" marT="0" marB="0" anchor="b"/>
                </a:tc>
                <a:tc>
                  <a:txBody>
                    <a:bodyPr/>
                    <a:lstStyle/>
                    <a:p>
                      <a:pPr>
                        <a:lnSpc>
                          <a:spcPct val="107000"/>
                        </a:lnSpc>
                      </a:pPr>
                      <a:endParaRPr lang="en-US" sz="800">
                        <a:effectLst/>
                        <a:latin typeface="Calibri" panose="020F0502020204030204" pitchFamily="34" charset="0"/>
                        <a:cs typeface="Arial" panose="020B0604020202020204" pitchFamily="34" charset="0"/>
                      </a:endParaRPr>
                    </a:p>
                  </a:txBody>
                  <a:tcPr marL="51435" marR="51435" marT="0" marB="0" anchor="b"/>
                </a:tc>
                <a:tc>
                  <a:txBody>
                    <a:bodyPr/>
                    <a:lstStyle/>
                    <a:p>
                      <a:pPr>
                        <a:lnSpc>
                          <a:spcPct val="107000"/>
                        </a:lnSpc>
                      </a:pPr>
                      <a:endParaRPr lang="en-US" sz="800">
                        <a:effectLst/>
                        <a:latin typeface="Calibri" panose="020F0502020204030204" pitchFamily="34" charset="0"/>
                        <a:cs typeface="Arial" panose="020B0604020202020204" pitchFamily="34" charset="0"/>
                      </a:endParaRPr>
                    </a:p>
                  </a:txBody>
                  <a:tcPr marL="51435" marR="51435" marT="0" marB="0" anchor="b"/>
                </a:tc>
                <a:extLst>
                  <a:ext uri="{0D108BD9-81ED-4DB2-BD59-A6C34878D82A}">
                    <a16:rowId xmlns:a16="http://schemas.microsoft.com/office/drawing/2014/main" val="2565180284"/>
                  </a:ext>
                </a:extLst>
              </a:tr>
              <a:tr h="192392">
                <a:tc vMerge="1">
                  <a:txBody>
                    <a:bodyPr/>
                    <a:lstStyle/>
                    <a:p>
                      <a:pPr>
                        <a:lnSpc>
                          <a:spcPct val="107000"/>
                        </a:lnSpc>
                      </a:pPr>
                      <a:endParaRPr lang="en-US" sz="1100" dirty="0">
                        <a:effectLst/>
                        <a:latin typeface="Calibri" panose="020F0502020204030204" pitchFamily="34" charset="0"/>
                        <a:cs typeface="Arial" panose="020B0604020202020204" pitchFamily="34" charset="0"/>
                      </a:endParaRPr>
                    </a:p>
                  </a:txBody>
                  <a:tcPr marL="68580" marR="68580" marT="0" marB="0" anchor="b"/>
                </a:tc>
                <a:tc gridSpan="3">
                  <a:txBody>
                    <a:bodyPr/>
                    <a:lstStyle/>
                    <a:p>
                      <a:pPr algn="ctr">
                        <a:lnSpc>
                          <a:spcPct val="115000"/>
                        </a:lnSpc>
                        <a:spcAft>
                          <a:spcPts val="800"/>
                        </a:spcAft>
                      </a:pPr>
                      <a:r>
                        <a:rPr lang="id-ID" sz="900">
                          <a:effectLst/>
                        </a:rPr>
                        <a:t>Diagnosis</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55269151"/>
                  </a:ext>
                </a:extLst>
              </a:tr>
              <a:tr h="194366">
                <a:tc vMerge="1">
                  <a:txBody>
                    <a:bodyPr/>
                    <a:lstStyle/>
                    <a:p>
                      <a:pPr>
                        <a:lnSpc>
                          <a:spcPct val="107000"/>
                        </a:lnSpc>
                      </a:pPr>
                      <a:endParaRPr lang="en-US" sz="1100" dirty="0">
                        <a:effectLst/>
                        <a:latin typeface="Calibri" panose="020F0502020204030204" pitchFamily="34" charset="0"/>
                        <a:cs typeface="Arial" panose="020B0604020202020204" pitchFamily="34" charset="0"/>
                      </a:endParaRPr>
                    </a:p>
                  </a:txBody>
                  <a:tcPr marL="68580" marR="68580" marT="0" marB="0" anchor="b"/>
                </a:tc>
                <a:tc>
                  <a:txBody>
                    <a:bodyPr/>
                    <a:lstStyle/>
                    <a:p>
                      <a:pPr algn="ctr">
                        <a:lnSpc>
                          <a:spcPct val="115000"/>
                        </a:lnSpc>
                        <a:spcAft>
                          <a:spcPts val="800"/>
                        </a:spcAft>
                      </a:pPr>
                      <a:r>
                        <a:rPr lang="id-ID" sz="900">
                          <a:effectLst/>
                        </a:rPr>
                        <a:t>ya</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tidak</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Total</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739265432"/>
                  </a:ext>
                </a:extLst>
              </a:tr>
              <a:tr h="194366">
                <a:tc vMerge="1">
                  <a:txBody>
                    <a:bodyPr/>
                    <a:lstStyle/>
                    <a:p>
                      <a:pPr>
                        <a:lnSpc>
                          <a:spcPct val="107000"/>
                        </a:lnSpc>
                      </a:pPr>
                      <a:endParaRPr lang="en-US" sz="1100" dirty="0">
                        <a:effectLst/>
                        <a:latin typeface="Calibri" panose="020F0502020204030204" pitchFamily="34" charset="0"/>
                        <a:cs typeface="Arial" panose="020B0604020202020204" pitchFamily="34" charset="0"/>
                      </a:endParaRPr>
                    </a:p>
                  </a:txBody>
                  <a:tcPr marL="68580" marR="68580" marT="0" marB="0" anchor="b"/>
                </a:tc>
                <a:tc>
                  <a:txBody>
                    <a:bodyPr/>
                    <a:lstStyle/>
                    <a:p>
                      <a:pPr algn="ctr">
                        <a:lnSpc>
                          <a:spcPct val="115000"/>
                        </a:lnSpc>
                        <a:spcAft>
                          <a:spcPts val="800"/>
                        </a:spcAft>
                      </a:pPr>
                      <a:r>
                        <a:rPr lang="id-ID" sz="900">
                          <a:effectLst/>
                        </a:rPr>
                        <a:t>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a:effectLst/>
                        </a:rPr>
                        <a:t>3</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900" dirty="0">
                          <a:effectLst/>
                        </a:rPr>
                        <a:t>7</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1107422632"/>
                  </a:ext>
                </a:extLst>
              </a:tr>
            </a:tbl>
          </a:graphicData>
        </a:graphic>
      </p:graphicFrame>
    </p:spTree>
    <p:extLst>
      <p:ext uri="{BB962C8B-B14F-4D97-AF65-F5344CB8AC3E}">
        <p14:creationId xmlns:p14="http://schemas.microsoft.com/office/powerpoint/2010/main" val="19483248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D84345EE-32D5-4CD3-872B-C4DF936D1647}"/>
              </a:ext>
            </a:extLst>
          </p:cNvPr>
          <p:cNvSpPr>
            <a:spLocks noGrp="1"/>
          </p:cNvSpPr>
          <p:nvPr>
            <p:ph type="title"/>
          </p:nvPr>
        </p:nvSpPr>
        <p:spPr/>
        <p:txBody>
          <a:bodyPr/>
          <a:lstStyle/>
          <a:p>
            <a:r>
              <a:rPr lang="id-ID" dirty="0"/>
              <a:t>Iterasi Pohon 1</a:t>
            </a:r>
            <a:endParaRPr lang="en-US"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962DA0E4-B095-42D0-BEF8-B7BDD510EFCA}"/>
                  </a:ext>
                </a:extLst>
              </p:cNvPr>
              <p:cNvSpPr>
                <a:spLocks noGrp="1"/>
              </p:cNvSpPr>
              <p:nvPr>
                <p:ph idx="1"/>
              </p:nvPr>
            </p:nvSpPr>
            <p:spPr/>
            <p:txBody>
              <a:bodyPr>
                <a:noAutofit/>
              </a:bodyPr>
              <a:lstStyle/>
              <a:p>
                <a:r>
                  <a:rPr lang="id-ID" sz="1200" dirty="0">
                    <a:latin typeface="+mj-lt"/>
                    <a:ea typeface="Calibri" panose="020F0502020204030204" pitchFamily="34" charset="0"/>
                    <a:cs typeface="Arial" panose="020B0604020202020204" pitchFamily="34" charset="0"/>
                  </a:rPr>
                  <a:t>Selanjutnya, hitung </a:t>
                </a:r>
                <a:r>
                  <a:rPr lang="id-ID" sz="1200" dirty="0" err="1">
                    <a:latin typeface="+mj-lt"/>
                    <a:ea typeface="Calibri" panose="020F0502020204030204" pitchFamily="34" charset="0"/>
                    <a:cs typeface="Arial" panose="020B0604020202020204" pitchFamily="34" charset="0"/>
                  </a:rPr>
                  <a:t>gini</a:t>
                </a:r>
                <a:r>
                  <a:rPr lang="id-ID" sz="1200" dirty="0">
                    <a:latin typeface="+mj-lt"/>
                    <a:ea typeface="Calibri" panose="020F0502020204030204" pitchFamily="34" charset="0"/>
                    <a:cs typeface="Arial" panose="020B0604020202020204" pitchFamily="34" charset="0"/>
                  </a:rPr>
                  <a:t> indeks dari setiap kelas dari atribut yang tersedia dengan rumus:</a:t>
                </a:r>
                <a:endParaRPr lang="en-US" sz="1200" dirty="0">
                  <a:latin typeface="+mj-lt"/>
                  <a:ea typeface="Calibri" panose="020F050202020403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id-ID" sz="1200" i="1">
                          <a:latin typeface="Cambria Math" panose="02040503050406030204" pitchFamily="18" charset="0"/>
                          <a:ea typeface="Calibri" panose="020F0502020204030204" pitchFamily="34" charset="0"/>
                          <a:cs typeface="Arial" panose="020B0604020202020204" pitchFamily="34" charset="0"/>
                        </a:rPr>
                        <m:t>𝐺𝑖𝑛𝑖</m:t>
                      </m:r>
                      <m:r>
                        <a:rPr lang="id-ID" sz="1200" i="1">
                          <a:latin typeface="Cambria Math" panose="02040503050406030204" pitchFamily="18" charset="0"/>
                          <a:ea typeface="Calibri" panose="020F0502020204030204" pitchFamily="34" charset="0"/>
                          <a:cs typeface="Arial" panose="020B0604020202020204" pitchFamily="34" charset="0"/>
                        </a:rPr>
                        <m:t>=1−</m:t>
                      </m:r>
                      <m:nary>
                        <m:naryPr>
                          <m:chr m:val="∑"/>
                          <m:limLoc m:val="undOvr"/>
                          <m:ctrlPr>
                            <a:rPr lang="en-US" sz="1200" i="1">
                              <a:latin typeface="Cambria Math" panose="02040503050406030204" pitchFamily="18" charset="0"/>
                            </a:rPr>
                          </m:ctrlPr>
                        </m:naryPr>
                        <m:sub>
                          <m:r>
                            <a:rPr lang="id-ID" sz="1200" i="1">
                              <a:latin typeface="Cambria Math" panose="02040503050406030204" pitchFamily="18" charset="0"/>
                              <a:ea typeface="Calibri" panose="020F0502020204030204" pitchFamily="34" charset="0"/>
                              <a:cs typeface="Arial" panose="020B0604020202020204" pitchFamily="34" charset="0"/>
                            </a:rPr>
                            <m:t>𝑖</m:t>
                          </m:r>
                          <m:r>
                            <a:rPr lang="id-ID" sz="1200" i="1">
                              <a:latin typeface="Cambria Math" panose="02040503050406030204" pitchFamily="18" charset="0"/>
                              <a:ea typeface="Calibri" panose="020F0502020204030204" pitchFamily="34" charset="0"/>
                              <a:cs typeface="Arial" panose="020B0604020202020204" pitchFamily="34" charset="0"/>
                            </a:rPr>
                            <m:t>=1</m:t>
                          </m:r>
                        </m:sub>
                        <m:sup>
                          <m:r>
                            <a:rPr lang="id-ID" sz="1200" i="1">
                              <a:latin typeface="Cambria Math" panose="02040503050406030204" pitchFamily="18" charset="0"/>
                              <a:ea typeface="Calibri" panose="020F0502020204030204" pitchFamily="34" charset="0"/>
                              <a:cs typeface="Arial" panose="020B0604020202020204" pitchFamily="34" charset="0"/>
                            </a:rPr>
                            <m:t>𝐶</m:t>
                          </m:r>
                        </m:sup>
                        <m:e>
                          <m:sSup>
                            <m:sSupPr>
                              <m:ctrlPr>
                                <a:rPr lang="en-US" sz="1200" i="1">
                                  <a:latin typeface="Cambria Math" panose="02040503050406030204" pitchFamily="18" charset="0"/>
                                </a:rPr>
                              </m:ctrlPr>
                            </m:sSupPr>
                            <m:e>
                              <m:r>
                                <a:rPr lang="id-ID" sz="1200" i="1">
                                  <a:latin typeface="Cambria Math" panose="02040503050406030204" pitchFamily="18" charset="0"/>
                                  <a:ea typeface="Calibri" panose="020F0502020204030204" pitchFamily="34" charset="0"/>
                                  <a:cs typeface="Arial" panose="020B0604020202020204" pitchFamily="34" charset="0"/>
                                </a:rPr>
                                <m:t>(</m:t>
                              </m:r>
                              <m:sSub>
                                <m:sSubPr>
                                  <m:ctrlPr>
                                    <a:rPr lang="en-US" sz="1200" i="1">
                                      <a:latin typeface="Cambria Math" panose="02040503050406030204" pitchFamily="18" charset="0"/>
                                    </a:rPr>
                                  </m:ctrlPr>
                                </m:sSubPr>
                                <m:e>
                                  <m:r>
                                    <a:rPr lang="id-ID" sz="1200" i="1">
                                      <a:latin typeface="Cambria Math" panose="02040503050406030204" pitchFamily="18" charset="0"/>
                                      <a:ea typeface="Calibri" panose="020F0502020204030204" pitchFamily="34" charset="0"/>
                                      <a:cs typeface="Arial" panose="020B0604020202020204" pitchFamily="34" charset="0"/>
                                    </a:rPr>
                                    <m:t>𝑝</m:t>
                                  </m:r>
                                </m:e>
                                <m:sub>
                                  <m:r>
                                    <a:rPr lang="id-ID" sz="1200" i="1">
                                      <a:latin typeface="Cambria Math" panose="02040503050406030204" pitchFamily="18" charset="0"/>
                                      <a:ea typeface="Calibri" panose="020F0502020204030204" pitchFamily="34" charset="0"/>
                                      <a:cs typeface="Arial" panose="020B0604020202020204" pitchFamily="34" charset="0"/>
                                    </a:rPr>
                                    <m:t>𝑖</m:t>
                                  </m:r>
                                </m:sub>
                              </m:sSub>
                              <m:r>
                                <a:rPr lang="id-ID" sz="1200" i="1">
                                  <a:latin typeface="Cambria Math" panose="02040503050406030204" pitchFamily="18" charset="0"/>
                                  <a:ea typeface="Calibri" panose="020F0502020204030204" pitchFamily="34" charset="0"/>
                                  <a:cs typeface="Arial" panose="020B0604020202020204" pitchFamily="34" charset="0"/>
                                </a:rPr>
                                <m:t>)</m:t>
                              </m:r>
                            </m:e>
                            <m:sup>
                              <m:r>
                                <a:rPr lang="id-ID" sz="1200" i="1">
                                  <a:latin typeface="Cambria Math" panose="02040503050406030204" pitchFamily="18" charset="0"/>
                                  <a:ea typeface="Calibri" panose="020F0502020204030204" pitchFamily="34" charset="0"/>
                                  <a:cs typeface="Arial" panose="020B0604020202020204" pitchFamily="34" charset="0"/>
                                </a:rPr>
                                <m:t>2</m:t>
                              </m:r>
                            </m:sup>
                          </m:sSup>
                        </m:e>
                      </m:nary>
                    </m:oMath>
                  </m:oMathPara>
                </a14:m>
                <a:endParaRPr lang="id-ID" sz="1200" dirty="0">
                  <a:latin typeface="+mj-lt"/>
                </a:endParaRPr>
              </a:p>
              <a:p>
                <a:pPr marL="0" indent="0">
                  <a:buNone/>
                </a:pPr>
                <a:r>
                  <a:rPr lang="id-ID" sz="1200" dirty="0">
                    <a:latin typeface="+mj-lt"/>
                    <a:ea typeface="Times New Roman" panose="02020603050405020304" pitchFamily="18" charset="0"/>
                    <a:cs typeface="Arial" panose="020B0604020202020204" pitchFamily="34" charset="0"/>
                  </a:rPr>
                  <a:t>Maka untuk setiap atribut, kita bisa mendapatkan </a:t>
                </a:r>
                <a:r>
                  <a:rPr lang="id-ID" sz="1200" dirty="0" err="1">
                    <a:latin typeface="+mj-lt"/>
                    <a:ea typeface="Times New Roman" panose="02020603050405020304" pitchFamily="18" charset="0"/>
                    <a:cs typeface="Arial" panose="020B0604020202020204" pitchFamily="34" charset="0"/>
                  </a:rPr>
                  <a:t>gini</a:t>
                </a:r>
                <a:r>
                  <a:rPr lang="id-ID" sz="1200" dirty="0">
                    <a:latin typeface="+mj-lt"/>
                    <a:ea typeface="Times New Roman" panose="02020603050405020304" pitchFamily="18" charset="0"/>
                    <a:cs typeface="Arial" panose="020B0604020202020204" pitchFamily="34" charset="0"/>
                  </a:rPr>
                  <a:t> indeks:</a:t>
                </a:r>
                <a:endParaRPr lang="en-US" sz="1200" dirty="0">
                  <a:latin typeface="+mj-lt"/>
                  <a:ea typeface="Calibri" panose="020F0502020204030204" pitchFamily="34" charset="0"/>
                  <a:cs typeface="Arial" panose="020B0604020202020204" pitchFamily="34" charset="0"/>
                </a:endParaRPr>
              </a:p>
              <a:p>
                <a14:m>
                  <m:oMath xmlns:m="http://schemas.openxmlformats.org/officeDocument/2006/math">
                    <m:r>
                      <a:rPr lang="id-ID" sz="1200" i="1">
                        <a:latin typeface="Cambria Math" panose="02040503050406030204" pitchFamily="18" charset="0"/>
                      </a:rPr>
                      <m:t>𝑇𝑒𝑚𝑝</m:t>
                    </m:r>
                    <m:r>
                      <a:rPr lang="id-ID" sz="1200" i="1">
                        <a:latin typeface="Cambria Math" panose="02040503050406030204" pitchFamily="18" charset="0"/>
                      </a:rPr>
                      <m:t>. </m:t>
                    </m:r>
                    <m:r>
                      <a:rPr lang="id-ID" sz="1200" i="1">
                        <a:latin typeface="Cambria Math" panose="02040503050406030204" pitchFamily="18" charset="0"/>
                      </a:rPr>
                      <m:t>𝐵𝑎𝑑𝑎𝑛</m:t>
                    </m:r>
                    <m:r>
                      <a:rPr lang="id-ID" sz="1200" i="1">
                        <a:latin typeface="Cambria Math" panose="02040503050406030204" pitchFamily="18" charset="0"/>
                      </a:rPr>
                      <m:t>|</m:t>
                    </m:r>
                    <m:r>
                      <a:rPr lang="id-ID" sz="1200" i="1">
                        <a:latin typeface="Cambria Math" panose="02040503050406030204" pitchFamily="18" charset="0"/>
                      </a:rPr>
                      <m:t>𝑇𝑖𝑛𝑔𝑔𝑖</m:t>
                    </m:r>
                    <m:r>
                      <m:rPr>
                        <m:aln/>
                      </m:rPr>
                      <a:rPr lang="id-ID" sz="1200" i="1">
                        <a:latin typeface="Cambria Math" panose="02040503050406030204" pitchFamily="18" charset="0"/>
                      </a:rPr>
                      <m:t>=</m:t>
                    </m:r>
                    <m:r>
                      <a:rPr lang="id-ID" sz="1200" i="1">
                        <a:latin typeface="Cambria Math" panose="02040503050406030204" pitchFamily="18" charset="0"/>
                      </a:rPr>
                      <m:t>1−</m:t>
                    </m:r>
                    <m:sSup>
                      <m:sSupPr>
                        <m:ctrlPr>
                          <a:rPr lang="en-US" sz="1200" i="1">
                            <a:latin typeface="Cambria Math" panose="02040503050406030204" pitchFamily="18" charset="0"/>
                          </a:rPr>
                        </m:ctrlPr>
                      </m:sSupPr>
                      <m:e>
                        <m:d>
                          <m:dPr>
                            <m:ctrlPr>
                              <a:rPr lang="en-US" sz="1200" i="1">
                                <a:latin typeface="Cambria Math" panose="02040503050406030204" pitchFamily="18" charset="0"/>
                              </a:rPr>
                            </m:ctrlPr>
                          </m:dPr>
                          <m:e>
                            <m:f>
                              <m:fPr>
                                <m:ctrlPr>
                                  <a:rPr lang="en-US" sz="1200" i="1">
                                    <a:latin typeface="Cambria Math" panose="02040503050406030204" pitchFamily="18" charset="0"/>
                                  </a:rPr>
                                </m:ctrlPr>
                              </m:fPr>
                              <m:num>
                                <m:r>
                                  <a:rPr lang="id-ID" sz="1200" i="1">
                                    <a:latin typeface="Cambria Math" panose="02040503050406030204" pitchFamily="18" charset="0"/>
                                  </a:rPr>
                                  <m:t>2</m:t>
                                </m:r>
                              </m:num>
                              <m:den>
                                <m:r>
                                  <a:rPr lang="id-ID" sz="1200" i="1">
                                    <a:latin typeface="Cambria Math" panose="02040503050406030204" pitchFamily="18" charset="0"/>
                                  </a:rPr>
                                  <m:t>3</m:t>
                                </m:r>
                              </m:den>
                            </m:f>
                          </m:e>
                        </m:d>
                      </m:e>
                      <m:sup>
                        <m:r>
                          <a:rPr lang="id-ID" sz="1200" i="1">
                            <a:latin typeface="Cambria Math" panose="02040503050406030204" pitchFamily="18" charset="0"/>
                          </a:rPr>
                          <m:t>2</m:t>
                        </m:r>
                      </m:sup>
                    </m:sSup>
                    <m:r>
                      <a:rPr lang="id-ID" sz="1200" i="1">
                        <a:latin typeface="Cambria Math" panose="02040503050406030204" pitchFamily="18" charset="0"/>
                      </a:rPr>
                      <m:t>+</m:t>
                    </m:r>
                    <m:sSup>
                      <m:sSupPr>
                        <m:ctrlPr>
                          <a:rPr lang="en-US" sz="1200" i="1">
                            <a:latin typeface="Cambria Math" panose="02040503050406030204" pitchFamily="18" charset="0"/>
                          </a:rPr>
                        </m:ctrlPr>
                      </m:sSupPr>
                      <m:e>
                        <m:d>
                          <m:dPr>
                            <m:ctrlPr>
                              <a:rPr lang="en-US" sz="1200" i="1">
                                <a:latin typeface="Cambria Math" panose="02040503050406030204" pitchFamily="18" charset="0"/>
                              </a:rPr>
                            </m:ctrlPr>
                          </m:dPr>
                          <m:e>
                            <m:f>
                              <m:fPr>
                                <m:ctrlPr>
                                  <a:rPr lang="en-US" sz="1200" i="1">
                                    <a:latin typeface="Cambria Math" panose="02040503050406030204" pitchFamily="18" charset="0"/>
                                  </a:rPr>
                                </m:ctrlPr>
                              </m:fPr>
                              <m:num>
                                <m:r>
                                  <a:rPr lang="id-ID" sz="1200" i="1">
                                    <a:latin typeface="Cambria Math" panose="02040503050406030204" pitchFamily="18" charset="0"/>
                                  </a:rPr>
                                  <m:t>1</m:t>
                                </m:r>
                              </m:num>
                              <m:den>
                                <m:r>
                                  <a:rPr lang="id-ID" sz="1200" i="1">
                                    <a:latin typeface="Cambria Math" panose="02040503050406030204" pitchFamily="18" charset="0"/>
                                  </a:rPr>
                                  <m:t>3</m:t>
                                </m:r>
                              </m:den>
                            </m:f>
                          </m:e>
                        </m:d>
                      </m:e>
                      <m:sup>
                        <m:r>
                          <a:rPr lang="id-ID" sz="1200" i="1">
                            <a:latin typeface="Cambria Math" panose="02040503050406030204" pitchFamily="18" charset="0"/>
                          </a:rPr>
                          <m:t>2</m:t>
                        </m:r>
                      </m:sup>
                    </m:sSup>
                    <m:r>
                      <a:rPr lang="id-ID" sz="1200" i="1">
                        <a:latin typeface="Cambria Math" panose="02040503050406030204" pitchFamily="18" charset="0"/>
                      </a:rPr>
                      <m:t>=0.44</m:t>
                    </m:r>
                  </m:oMath>
                </a14:m>
                <a:br>
                  <a:rPr lang="en-US" sz="1200" dirty="0">
                    <a:latin typeface="+mj-lt"/>
                  </a:rPr>
                </a:br>
                <a14:m>
                  <m:oMath xmlns:m="http://schemas.openxmlformats.org/officeDocument/2006/math">
                    <m:r>
                      <a:rPr lang="id-ID" sz="1200" i="1">
                        <a:latin typeface="Cambria Math" panose="02040503050406030204" pitchFamily="18" charset="0"/>
                      </a:rPr>
                      <m:t>𝑇𝑒𝑚𝑝</m:t>
                    </m:r>
                    <m:r>
                      <a:rPr lang="id-ID" sz="1200" i="1">
                        <a:latin typeface="Cambria Math" panose="02040503050406030204" pitchFamily="18" charset="0"/>
                      </a:rPr>
                      <m:t>. </m:t>
                    </m:r>
                    <m:r>
                      <a:rPr lang="id-ID" sz="1200" i="1">
                        <a:latin typeface="Cambria Math" panose="02040503050406030204" pitchFamily="18" charset="0"/>
                      </a:rPr>
                      <m:t>𝐵𝑎𝑑𝑎𝑛</m:t>
                    </m:r>
                    <m:r>
                      <a:rPr lang="id-ID" sz="1200" i="1">
                        <a:latin typeface="Cambria Math" panose="02040503050406030204" pitchFamily="18" charset="0"/>
                      </a:rPr>
                      <m:t>|</m:t>
                    </m:r>
                    <m:r>
                      <a:rPr lang="id-ID" sz="1200" i="1">
                        <a:latin typeface="Cambria Math" panose="02040503050406030204" pitchFamily="18" charset="0"/>
                      </a:rPr>
                      <m:t>𝑁𝑜𝑟𝑚𝑎𝑙</m:t>
                    </m:r>
                    <m:r>
                      <m:rPr>
                        <m:aln/>
                      </m:rPr>
                      <a:rPr lang="id-ID" sz="1200" i="1">
                        <a:latin typeface="Cambria Math" panose="02040503050406030204" pitchFamily="18" charset="0"/>
                      </a:rPr>
                      <m:t>=</m:t>
                    </m:r>
                    <m:r>
                      <a:rPr lang="id-ID" sz="1200" i="1">
                        <a:latin typeface="Cambria Math" panose="02040503050406030204" pitchFamily="18" charset="0"/>
                      </a:rPr>
                      <m:t>1−</m:t>
                    </m:r>
                    <m:sSup>
                      <m:sSupPr>
                        <m:ctrlPr>
                          <a:rPr lang="en-US" sz="1200" i="1">
                            <a:latin typeface="Cambria Math" panose="02040503050406030204" pitchFamily="18" charset="0"/>
                          </a:rPr>
                        </m:ctrlPr>
                      </m:sSupPr>
                      <m:e>
                        <m:d>
                          <m:dPr>
                            <m:ctrlPr>
                              <a:rPr lang="en-US" sz="1200" i="1">
                                <a:latin typeface="Cambria Math" panose="02040503050406030204" pitchFamily="18" charset="0"/>
                              </a:rPr>
                            </m:ctrlPr>
                          </m:dPr>
                          <m:e>
                            <m:f>
                              <m:fPr>
                                <m:ctrlPr>
                                  <a:rPr lang="en-US" sz="1200" i="1">
                                    <a:latin typeface="Cambria Math" panose="02040503050406030204" pitchFamily="18" charset="0"/>
                                  </a:rPr>
                                </m:ctrlPr>
                              </m:fPr>
                              <m:num>
                                <m:r>
                                  <a:rPr lang="id-ID" sz="1200" i="1">
                                    <a:latin typeface="Cambria Math" panose="02040503050406030204" pitchFamily="18" charset="0"/>
                                  </a:rPr>
                                  <m:t>2</m:t>
                                </m:r>
                              </m:num>
                              <m:den>
                                <m:r>
                                  <a:rPr lang="id-ID" sz="1200" i="1">
                                    <a:latin typeface="Cambria Math" panose="02040503050406030204" pitchFamily="18" charset="0"/>
                                  </a:rPr>
                                  <m:t>4</m:t>
                                </m:r>
                              </m:den>
                            </m:f>
                          </m:e>
                        </m:d>
                      </m:e>
                      <m:sup>
                        <m:r>
                          <a:rPr lang="id-ID" sz="1200" i="1">
                            <a:latin typeface="Cambria Math" panose="02040503050406030204" pitchFamily="18" charset="0"/>
                          </a:rPr>
                          <m:t>2</m:t>
                        </m:r>
                      </m:sup>
                    </m:sSup>
                    <m:r>
                      <a:rPr lang="id-ID" sz="1200" i="1">
                        <a:latin typeface="Cambria Math" panose="02040503050406030204" pitchFamily="18" charset="0"/>
                      </a:rPr>
                      <m:t>+</m:t>
                    </m:r>
                    <m:sSup>
                      <m:sSupPr>
                        <m:ctrlPr>
                          <a:rPr lang="en-US" sz="1200" i="1">
                            <a:latin typeface="Cambria Math" panose="02040503050406030204" pitchFamily="18" charset="0"/>
                          </a:rPr>
                        </m:ctrlPr>
                      </m:sSupPr>
                      <m:e>
                        <m:d>
                          <m:dPr>
                            <m:ctrlPr>
                              <a:rPr lang="en-US" sz="1200" i="1">
                                <a:latin typeface="Cambria Math" panose="02040503050406030204" pitchFamily="18" charset="0"/>
                              </a:rPr>
                            </m:ctrlPr>
                          </m:dPr>
                          <m:e>
                            <m:f>
                              <m:fPr>
                                <m:ctrlPr>
                                  <a:rPr lang="en-US" sz="1200" i="1">
                                    <a:latin typeface="Cambria Math" panose="02040503050406030204" pitchFamily="18" charset="0"/>
                                  </a:rPr>
                                </m:ctrlPr>
                              </m:fPr>
                              <m:num>
                                <m:r>
                                  <a:rPr lang="id-ID" sz="1200" i="1">
                                    <a:latin typeface="Cambria Math" panose="02040503050406030204" pitchFamily="18" charset="0"/>
                                  </a:rPr>
                                  <m:t>2</m:t>
                                </m:r>
                              </m:num>
                              <m:den>
                                <m:r>
                                  <a:rPr lang="id-ID" sz="1200" i="1">
                                    <a:latin typeface="Cambria Math" panose="02040503050406030204" pitchFamily="18" charset="0"/>
                                  </a:rPr>
                                  <m:t>4</m:t>
                                </m:r>
                              </m:den>
                            </m:f>
                          </m:e>
                        </m:d>
                      </m:e>
                      <m:sup>
                        <m:r>
                          <a:rPr lang="id-ID" sz="1200" i="1">
                            <a:latin typeface="Cambria Math" panose="02040503050406030204" pitchFamily="18" charset="0"/>
                          </a:rPr>
                          <m:t>2</m:t>
                        </m:r>
                      </m:sup>
                    </m:sSup>
                    <m:r>
                      <a:rPr lang="id-ID" sz="1200" i="1">
                        <a:latin typeface="Cambria Math" panose="02040503050406030204" pitchFamily="18" charset="0"/>
                      </a:rPr>
                      <m:t>=0.5</m:t>
                    </m:r>
                  </m:oMath>
                </a14:m>
                <a:br>
                  <a:rPr lang="en-US" sz="1200" dirty="0">
                    <a:latin typeface="+mj-lt"/>
                  </a:rPr>
                </a:br>
                <a14:m>
                  <m:oMath xmlns:m="http://schemas.openxmlformats.org/officeDocument/2006/math">
                    <m:r>
                      <a:rPr lang="id-ID" sz="1200" i="1">
                        <a:latin typeface="Cambria Math" panose="02040503050406030204" pitchFamily="18" charset="0"/>
                      </a:rPr>
                      <m:t>𝑆𝑒𝑠𝑎𝑘</m:t>
                    </m:r>
                    <m:r>
                      <a:rPr lang="id-ID" sz="1200" i="1">
                        <a:latin typeface="Cambria Math" panose="02040503050406030204" pitchFamily="18" charset="0"/>
                      </a:rPr>
                      <m:t> </m:t>
                    </m:r>
                    <m:r>
                      <a:rPr lang="id-ID" sz="1200" i="1">
                        <a:latin typeface="Cambria Math" panose="02040503050406030204" pitchFamily="18" charset="0"/>
                      </a:rPr>
                      <m:t>𝑁𝑎𝑓𝑎𝑠</m:t>
                    </m:r>
                    <m:r>
                      <a:rPr lang="id-ID" sz="1200" i="1">
                        <a:latin typeface="Cambria Math" panose="02040503050406030204" pitchFamily="18" charset="0"/>
                      </a:rPr>
                      <m:t>|</m:t>
                    </m:r>
                    <m:r>
                      <a:rPr lang="id-ID" sz="1200" i="1">
                        <a:latin typeface="Cambria Math" panose="02040503050406030204" pitchFamily="18" charset="0"/>
                      </a:rPr>
                      <m:t>𝑌𝑎</m:t>
                    </m:r>
                    <m:r>
                      <m:rPr>
                        <m:aln/>
                      </m:rPr>
                      <a:rPr lang="id-ID" sz="1200" i="1">
                        <a:latin typeface="Cambria Math" panose="02040503050406030204" pitchFamily="18" charset="0"/>
                      </a:rPr>
                      <m:t>=</m:t>
                    </m:r>
                    <m:r>
                      <a:rPr lang="id-ID" sz="1200" i="1">
                        <a:latin typeface="Cambria Math" panose="02040503050406030204" pitchFamily="18" charset="0"/>
                      </a:rPr>
                      <m:t>1−</m:t>
                    </m:r>
                    <m:sSup>
                      <m:sSupPr>
                        <m:ctrlPr>
                          <a:rPr lang="en-US" sz="1200" i="1">
                            <a:latin typeface="Cambria Math" panose="02040503050406030204" pitchFamily="18" charset="0"/>
                          </a:rPr>
                        </m:ctrlPr>
                      </m:sSupPr>
                      <m:e>
                        <m:d>
                          <m:dPr>
                            <m:ctrlPr>
                              <a:rPr lang="en-US" sz="1200" i="1">
                                <a:latin typeface="Cambria Math" panose="02040503050406030204" pitchFamily="18" charset="0"/>
                              </a:rPr>
                            </m:ctrlPr>
                          </m:dPr>
                          <m:e>
                            <m:f>
                              <m:fPr>
                                <m:ctrlPr>
                                  <a:rPr lang="en-US" sz="1200" i="1">
                                    <a:latin typeface="Cambria Math" panose="02040503050406030204" pitchFamily="18" charset="0"/>
                                  </a:rPr>
                                </m:ctrlPr>
                              </m:fPr>
                              <m:num>
                                <m:r>
                                  <a:rPr lang="id-ID" sz="1200" i="1">
                                    <a:latin typeface="Cambria Math" panose="02040503050406030204" pitchFamily="18" charset="0"/>
                                  </a:rPr>
                                  <m:t>4</m:t>
                                </m:r>
                              </m:num>
                              <m:den>
                                <m:r>
                                  <a:rPr lang="id-ID" sz="1200" i="1">
                                    <a:latin typeface="Cambria Math" panose="02040503050406030204" pitchFamily="18" charset="0"/>
                                  </a:rPr>
                                  <m:t>4</m:t>
                                </m:r>
                              </m:den>
                            </m:f>
                          </m:e>
                        </m:d>
                      </m:e>
                      <m:sup>
                        <m:r>
                          <a:rPr lang="id-ID" sz="1200" i="1">
                            <a:latin typeface="Cambria Math" panose="02040503050406030204" pitchFamily="18" charset="0"/>
                          </a:rPr>
                          <m:t>2</m:t>
                        </m:r>
                      </m:sup>
                    </m:sSup>
                    <m:r>
                      <a:rPr lang="id-ID" sz="1200" i="1">
                        <a:latin typeface="Cambria Math" panose="02040503050406030204" pitchFamily="18" charset="0"/>
                      </a:rPr>
                      <m:t>+</m:t>
                    </m:r>
                    <m:sSup>
                      <m:sSupPr>
                        <m:ctrlPr>
                          <a:rPr lang="en-US" sz="1200" i="1">
                            <a:latin typeface="Cambria Math" panose="02040503050406030204" pitchFamily="18" charset="0"/>
                          </a:rPr>
                        </m:ctrlPr>
                      </m:sSupPr>
                      <m:e>
                        <m:d>
                          <m:dPr>
                            <m:ctrlPr>
                              <a:rPr lang="en-US" sz="1200" i="1">
                                <a:latin typeface="Cambria Math" panose="02040503050406030204" pitchFamily="18" charset="0"/>
                              </a:rPr>
                            </m:ctrlPr>
                          </m:dPr>
                          <m:e>
                            <m:f>
                              <m:fPr>
                                <m:ctrlPr>
                                  <a:rPr lang="en-US" sz="1200" i="1">
                                    <a:latin typeface="Cambria Math" panose="02040503050406030204" pitchFamily="18" charset="0"/>
                                  </a:rPr>
                                </m:ctrlPr>
                              </m:fPr>
                              <m:num>
                                <m:r>
                                  <a:rPr lang="id-ID" sz="1200" i="1">
                                    <a:latin typeface="Cambria Math" panose="02040503050406030204" pitchFamily="18" charset="0"/>
                                  </a:rPr>
                                  <m:t>0</m:t>
                                </m:r>
                              </m:num>
                              <m:den>
                                <m:r>
                                  <a:rPr lang="id-ID" sz="1200" i="1">
                                    <a:latin typeface="Cambria Math" panose="02040503050406030204" pitchFamily="18" charset="0"/>
                                  </a:rPr>
                                  <m:t>4</m:t>
                                </m:r>
                              </m:den>
                            </m:f>
                          </m:e>
                        </m:d>
                      </m:e>
                      <m:sup>
                        <m:r>
                          <a:rPr lang="id-ID" sz="1200" i="1">
                            <a:latin typeface="Cambria Math" panose="02040503050406030204" pitchFamily="18" charset="0"/>
                          </a:rPr>
                          <m:t>2</m:t>
                        </m:r>
                      </m:sup>
                    </m:sSup>
                    <m:r>
                      <a:rPr lang="id-ID" sz="1200" i="1">
                        <a:latin typeface="Cambria Math" panose="02040503050406030204" pitchFamily="18" charset="0"/>
                      </a:rPr>
                      <m:t>=0</m:t>
                    </m:r>
                  </m:oMath>
                </a14:m>
                <a:br>
                  <a:rPr lang="en-US" sz="1200" dirty="0">
                    <a:latin typeface="+mj-lt"/>
                  </a:rPr>
                </a:br>
                <a14:m>
                  <m:oMath xmlns:m="http://schemas.openxmlformats.org/officeDocument/2006/math">
                    <m:r>
                      <a:rPr lang="id-ID" sz="1200" i="1">
                        <a:latin typeface="Cambria Math" panose="02040503050406030204" pitchFamily="18" charset="0"/>
                      </a:rPr>
                      <m:t>𝑆𝑒𝑠𝑎𝑘</m:t>
                    </m:r>
                    <m:r>
                      <a:rPr lang="id-ID" sz="1200" i="1">
                        <a:latin typeface="Cambria Math" panose="02040503050406030204" pitchFamily="18" charset="0"/>
                      </a:rPr>
                      <m:t> </m:t>
                    </m:r>
                    <m:r>
                      <a:rPr lang="id-ID" sz="1200" i="1">
                        <a:latin typeface="Cambria Math" panose="02040503050406030204" pitchFamily="18" charset="0"/>
                      </a:rPr>
                      <m:t>𝑁𝑎𝑓𝑎𝑠</m:t>
                    </m:r>
                    <m:r>
                      <a:rPr lang="id-ID" sz="1200" i="1">
                        <a:latin typeface="Cambria Math" panose="02040503050406030204" pitchFamily="18" charset="0"/>
                      </a:rPr>
                      <m:t>|</m:t>
                    </m:r>
                    <m:r>
                      <a:rPr lang="id-ID" sz="1200" i="1">
                        <a:latin typeface="Cambria Math" panose="02040503050406030204" pitchFamily="18" charset="0"/>
                      </a:rPr>
                      <m:t>𝑇𝑖𝑑𝑎𝑘</m:t>
                    </m:r>
                    <m:r>
                      <m:rPr>
                        <m:aln/>
                      </m:rPr>
                      <a:rPr lang="id-ID" sz="1200" i="1">
                        <a:latin typeface="Cambria Math" panose="02040503050406030204" pitchFamily="18" charset="0"/>
                      </a:rPr>
                      <m:t>=</m:t>
                    </m:r>
                    <m:r>
                      <a:rPr lang="id-ID" sz="1200" i="1">
                        <a:latin typeface="Cambria Math" panose="02040503050406030204" pitchFamily="18" charset="0"/>
                      </a:rPr>
                      <m:t>1−</m:t>
                    </m:r>
                    <m:sSup>
                      <m:sSupPr>
                        <m:ctrlPr>
                          <a:rPr lang="en-US" sz="1200" i="1">
                            <a:latin typeface="Cambria Math" panose="02040503050406030204" pitchFamily="18" charset="0"/>
                          </a:rPr>
                        </m:ctrlPr>
                      </m:sSupPr>
                      <m:e>
                        <m:d>
                          <m:dPr>
                            <m:ctrlPr>
                              <a:rPr lang="en-US" sz="1200" i="1">
                                <a:latin typeface="Cambria Math" panose="02040503050406030204" pitchFamily="18" charset="0"/>
                              </a:rPr>
                            </m:ctrlPr>
                          </m:dPr>
                          <m:e>
                            <m:f>
                              <m:fPr>
                                <m:ctrlPr>
                                  <a:rPr lang="en-US" sz="1200" i="1">
                                    <a:latin typeface="Cambria Math" panose="02040503050406030204" pitchFamily="18" charset="0"/>
                                  </a:rPr>
                                </m:ctrlPr>
                              </m:fPr>
                              <m:num>
                                <m:r>
                                  <a:rPr lang="id-ID" sz="1200" i="1">
                                    <a:latin typeface="Cambria Math" panose="02040503050406030204" pitchFamily="18" charset="0"/>
                                  </a:rPr>
                                  <m:t>0</m:t>
                                </m:r>
                              </m:num>
                              <m:den>
                                <m:r>
                                  <a:rPr lang="id-ID" sz="1200" i="1">
                                    <a:latin typeface="Cambria Math" panose="02040503050406030204" pitchFamily="18" charset="0"/>
                                  </a:rPr>
                                  <m:t>3</m:t>
                                </m:r>
                              </m:den>
                            </m:f>
                          </m:e>
                        </m:d>
                      </m:e>
                      <m:sup>
                        <m:r>
                          <a:rPr lang="id-ID" sz="1200" i="1">
                            <a:latin typeface="Cambria Math" panose="02040503050406030204" pitchFamily="18" charset="0"/>
                          </a:rPr>
                          <m:t>2</m:t>
                        </m:r>
                      </m:sup>
                    </m:sSup>
                    <m:r>
                      <a:rPr lang="id-ID" sz="1200" i="1">
                        <a:latin typeface="Cambria Math" panose="02040503050406030204" pitchFamily="18" charset="0"/>
                      </a:rPr>
                      <m:t>+</m:t>
                    </m:r>
                    <m:sSup>
                      <m:sSupPr>
                        <m:ctrlPr>
                          <a:rPr lang="en-US" sz="1200" i="1">
                            <a:latin typeface="Cambria Math" panose="02040503050406030204" pitchFamily="18" charset="0"/>
                          </a:rPr>
                        </m:ctrlPr>
                      </m:sSupPr>
                      <m:e>
                        <m:d>
                          <m:dPr>
                            <m:ctrlPr>
                              <a:rPr lang="en-US" sz="1200" i="1">
                                <a:latin typeface="Cambria Math" panose="02040503050406030204" pitchFamily="18" charset="0"/>
                              </a:rPr>
                            </m:ctrlPr>
                          </m:dPr>
                          <m:e>
                            <m:f>
                              <m:fPr>
                                <m:ctrlPr>
                                  <a:rPr lang="en-US" sz="1200" i="1">
                                    <a:latin typeface="Cambria Math" panose="02040503050406030204" pitchFamily="18" charset="0"/>
                                  </a:rPr>
                                </m:ctrlPr>
                              </m:fPr>
                              <m:num>
                                <m:r>
                                  <a:rPr lang="id-ID" sz="1200" i="1">
                                    <a:latin typeface="Cambria Math" panose="02040503050406030204" pitchFamily="18" charset="0"/>
                                  </a:rPr>
                                  <m:t>3</m:t>
                                </m:r>
                              </m:num>
                              <m:den>
                                <m:r>
                                  <a:rPr lang="id-ID" sz="1200" i="1">
                                    <a:latin typeface="Cambria Math" panose="02040503050406030204" pitchFamily="18" charset="0"/>
                                  </a:rPr>
                                  <m:t>3</m:t>
                                </m:r>
                              </m:den>
                            </m:f>
                          </m:e>
                        </m:d>
                      </m:e>
                      <m:sup>
                        <m:r>
                          <a:rPr lang="id-ID" sz="1200" i="1">
                            <a:latin typeface="Cambria Math" panose="02040503050406030204" pitchFamily="18" charset="0"/>
                          </a:rPr>
                          <m:t>2</m:t>
                        </m:r>
                      </m:sup>
                    </m:sSup>
                    <m:r>
                      <a:rPr lang="id-ID" sz="1200" i="1">
                        <a:latin typeface="Cambria Math" panose="02040503050406030204" pitchFamily="18" charset="0"/>
                      </a:rPr>
                      <m:t>=0</m:t>
                    </m:r>
                  </m:oMath>
                </a14:m>
                <a:br>
                  <a:rPr lang="en-US" sz="1200" dirty="0">
                    <a:latin typeface="+mj-lt"/>
                  </a:rPr>
                </a:br>
                <a14:m>
                  <m:oMath xmlns:m="http://schemas.openxmlformats.org/officeDocument/2006/math">
                    <m:r>
                      <a:rPr lang="id-ID" sz="1200" i="1">
                        <a:latin typeface="Cambria Math" panose="02040503050406030204" pitchFamily="18" charset="0"/>
                      </a:rPr>
                      <m:t>𝐵𝑎𝑡𝑢𝑘</m:t>
                    </m:r>
                    <m:r>
                      <a:rPr lang="id-ID" sz="1200" i="1">
                        <a:latin typeface="Cambria Math" panose="02040503050406030204" pitchFamily="18" charset="0"/>
                      </a:rPr>
                      <m:t>|</m:t>
                    </m:r>
                    <m:r>
                      <a:rPr lang="id-ID" sz="1200" i="1">
                        <a:latin typeface="Cambria Math" panose="02040503050406030204" pitchFamily="18" charset="0"/>
                      </a:rPr>
                      <m:t>𝑌𝑎</m:t>
                    </m:r>
                    <m:r>
                      <m:rPr>
                        <m:aln/>
                      </m:rPr>
                      <a:rPr lang="id-ID" sz="1200" i="1">
                        <a:latin typeface="Cambria Math" panose="02040503050406030204" pitchFamily="18" charset="0"/>
                      </a:rPr>
                      <m:t>=</m:t>
                    </m:r>
                    <m:r>
                      <a:rPr lang="id-ID" sz="1200" i="1">
                        <a:latin typeface="Cambria Math" panose="02040503050406030204" pitchFamily="18" charset="0"/>
                      </a:rPr>
                      <m:t>1−</m:t>
                    </m:r>
                    <m:sSup>
                      <m:sSupPr>
                        <m:ctrlPr>
                          <a:rPr lang="en-US" sz="1200" i="1">
                            <a:latin typeface="Cambria Math" panose="02040503050406030204" pitchFamily="18" charset="0"/>
                          </a:rPr>
                        </m:ctrlPr>
                      </m:sSupPr>
                      <m:e>
                        <m:d>
                          <m:dPr>
                            <m:ctrlPr>
                              <a:rPr lang="en-US" sz="1200" i="1">
                                <a:latin typeface="Cambria Math" panose="02040503050406030204" pitchFamily="18" charset="0"/>
                              </a:rPr>
                            </m:ctrlPr>
                          </m:dPr>
                          <m:e>
                            <m:f>
                              <m:fPr>
                                <m:ctrlPr>
                                  <a:rPr lang="en-US" sz="1200" i="1">
                                    <a:latin typeface="Cambria Math" panose="02040503050406030204" pitchFamily="18" charset="0"/>
                                  </a:rPr>
                                </m:ctrlPr>
                              </m:fPr>
                              <m:num>
                                <m:r>
                                  <a:rPr lang="id-ID" sz="1200" i="1">
                                    <a:latin typeface="Cambria Math" panose="02040503050406030204" pitchFamily="18" charset="0"/>
                                  </a:rPr>
                                  <m:t>2</m:t>
                                </m:r>
                              </m:num>
                              <m:den>
                                <m:r>
                                  <a:rPr lang="id-ID" sz="1200" i="1">
                                    <a:latin typeface="Cambria Math" panose="02040503050406030204" pitchFamily="18" charset="0"/>
                                  </a:rPr>
                                  <m:t>4</m:t>
                                </m:r>
                              </m:den>
                            </m:f>
                          </m:e>
                        </m:d>
                      </m:e>
                      <m:sup>
                        <m:r>
                          <a:rPr lang="id-ID" sz="1200" i="1">
                            <a:latin typeface="Cambria Math" panose="02040503050406030204" pitchFamily="18" charset="0"/>
                          </a:rPr>
                          <m:t>2</m:t>
                        </m:r>
                      </m:sup>
                    </m:sSup>
                    <m:r>
                      <a:rPr lang="id-ID" sz="1200" i="1">
                        <a:latin typeface="Cambria Math" panose="02040503050406030204" pitchFamily="18" charset="0"/>
                      </a:rPr>
                      <m:t>+</m:t>
                    </m:r>
                    <m:sSup>
                      <m:sSupPr>
                        <m:ctrlPr>
                          <a:rPr lang="en-US" sz="1200" i="1">
                            <a:latin typeface="Cambria Math" panose="02040503050406030204" pitchFamily="18" charset="0"/>
                          </a:rPr>
                        </m:ctrlPr>
                      </m:sSupPr>
                      <m:e>
                        <m:d>
                          <m:dPr>
                            <m:ctrlPr>
                              <a:rPr lang="en-US" sz="1200" i="1">
                                <a:latin typeface="Cambria Math" panose="02040503050406030204" pitchFamily="18" charset="0"/>
                              </a:rPr>
                            </m:ctrlPr>
                          </m:dPr>
                          <m:e>
                            <m:f>
                              <m:fPr>
                                <m:ctrlPr>
                                  <a:rPr lang="en-US" sz="1200" i="1">
                                    <a:latin typeface="Cambria Math" panose="02040503050406030204" pitchFamily="18" charset="0"/>
                                  </a:rPr>
                                </m:ctrlPr>
                              </m:fPr>
                              <m:num>
                                <m:r>
                                  <a:rPr lang="id-ID" sz="1200" i="1">
                                    <a:latin typeface="Cambria Math" panose="02040503050406030204" pitchFamily="18" charset="0"/>
                                  </a:rPr>
                                  <m:t>2</m:t>
                                </m:r>
                              </m:num>
                              <m:den>
                                <m:r>
                                  <a:rPr lang="id-ID" sz="1200" i="1">
                                    <a:latin typeface="Cambria Math" panose="02040503050406030204" pitchFamily="18" charset="0"/>
                                  </a:rPr>
                                  <m:t>4</m:t>
                                </m:r>
                              </m:den>
                            </m:f>
                          </m:e>
                        </m:d>
                      </m:e>
                      <m:sup>
                        <m:r>
                          <a:rPr lang="id-ID" sz="1200" i="1">
                            <a:latin typeface="Cambria Math" panose="02040503050406030204" pitchFamily="18" charset="0"/>
                          </a:rPr>
                          <m:t>2</m:t>
                        </m:r>
                      </m:sup>
                    </m:sSup>
                    <m:r>
                      <a:rPr lang="id-ID" sz="1200" i="1">
                        <a:latin typeface="Cambria Math" panose="02040503050406030204" pitchFamily="18" charset="0"/>
                      </a:rPr>
                      <m:t>=0.5</m:t>
                    </m:r>
                  </m:oMath>
                </a14:m>
                <a:br>
                  <a:rPr lang="en-US" sz="1200" dirty="0">
                    <a:latin typeface="+mj-lt"/>
                  </a:rPr>
                </a:br>
                <a14:m>
                  <m:oMath xmlns:m="http://schemas.openxmlformats.org/officeDocument/2006/math">
                    <m:r>
                      <a:rPr lang="id-ID" sz="1200" i="1">
                        <a:latin typeface="Cambria Math" panose="02040503050406030204" pitchFamily="18" charset="0"/>
                      </a:rPr>
                      <m:t>𝐵𝑎𝑡𝑢𝑘</m:t>
                    </m:r>
                    <m:r>
                      <a:rPr lang="id-ID" sz="1200" i="1">
                        <a:latin typeface="Cambria Math" panose="02040503050406030204" pitchFamily="18" charset="0"/>
                      </a:rPr>
                      <m:t>|</m:t>
                    </m:r>
                    <m:r>
                      <a:rPr lang="id-ID" sz="1200" i="1">
                        <a:latin typeface="Cambria Math" panose="02040503050406030204" pitchFamily="18" charset="0"/>
                      </a:rPr>
                      <m:t>𝑇𝑖𝑑𝑎𝑘</m:t>
                    </m:r>
                    <m:r>
                      <m:rPr>
                        <m:aln/>
                      </m:rPr>
                      <a:rPr lang="id-ID" sz="1200" i="1">
                        <a:latin typeface="Cambria Math" panose="02040503050406030204" pitchFamily="18" charset="0"/>
                      </a:rPr>
                      <m:t>=</m:t>
                    </m:r>
                    <m:r>
                      <a:rPr lang="id-ID" sz="1200" i="1">
                        <a:latin typeface="Cambria Math" panose="02040503050406030204" pitchFamily="18" charset="0"/>
                      </a:rPr>
                      <m:t>1−</m:t>
                    </m:r>
                    <m:sSup>
                      <m:sSupPr>
                        <m:ctrlPr>
                          <a:rPr lang="en-US" sz="1200" i="1">
                            <a:latin typeface="Cambria Math" panose="02040503050406030204" pitchFamily="18" charset="0"/>
                          </a:rPr>
                        </m:ctrlPr>
                      </m:sSupPr>
                      <m:e>
                        <m:d>
                          <m:dPr>
                            <m:ctrlPr>
                              <a:rPr lang="en-US" sz="1200" i="1">
                                <a:latin typeface="Cambria Math" panose="02040503050406030204" pitchFamily="18" charset="0"/>
                              </a:rPr>
                            </m:ctrlPr>
                          </m:dPr>
                          <m:e>
                            <m:f>
                              <m:fPr>
                                <m:ctrlPr>
                                  <a:rPr lang="en-US" sz="1200" i="1">
                                    <a:latin typeface="Cambria Math" panose="02040503050406030204" pitchFamily="18" charset="0"/>
                                  </a:rPr>
                                </m:ctrlPr>
                              </m:fPr>
                              <m:num>
                                <m:r>
                                  <a:rPr lang="id-ID" sz="1200" i="1">
                                    <a:latin typeface="Cambria Math" panose="02040503050406030204" pitchFamily="18" charset="0"/>
                                  </a:rPr>
                                  <m:t>2</m:t>
                                </m:r>
                              </m:num>
                              <m:den>
                                <m:r>
                                  <a:rPr lang="id-ID" sz="1200" i="1">
                                    <a:latin typeface="Cambria Math" panose="02040503050406030204" pitchFamily="18" charset="0"/>
                                  </a:rPr>
                                  <m:t>3</m:t>
                                </m:r>
                              </m:den>
                            </m:f>
                          </m:e>
                        </m:d>
                      </m:e>
                      <m:sup>
                        <m:r>
                          <a:rPr lang="id-ID" sz="1200" i="1">
                            <a:latin typeface="Cambria Math" panose="02040503050406030204" pitchFamily="18" charset="0"/>
                          </a:rPr>
                          <m:t>2</m:t>
                        </m:r>
                      </m:sup>
                    </m:sSup>
                    <m:r>
                      <a:rPr lang="id-ID" sz="1200" i="1">
                        <a:latin typeface="Cambria Math" panose="02040503050406030204" pitchFamily="18" charset="0"/>
                      </a:rPr>
                      <m:t>+</m:t>
                    </m:r>
                    <m:sSup>
                      <m:sSupPr>
                        <m:ctrlPr>
                          <a:rPr lang="en-US" sz="1200" i="1">
                            <a:latin typeface="Cambria Math" panose="02040503050406030204" pitchFamily="18" charset="0"/>
                          </a:rPr>
                        </m:ctrlPr>
                      </m:sSupPr>
                      <m:e>
                        <m:d>
                          <m:dPr>
                            <m:ctrlPr>
                              <a:rPr lang="en-US" sz="1200" i="1">
                                <a:latin typeface="Cambria Math" panose="02040503050406030204" pitchFamily="18" charset="0"/>
                              </a:rPr>
                            </m:ctrlPr>
                          </m:dPr>
                          <m:e>
                            <m:f>
                              <m:fPr>
                                <m:ctrlPr>
                                  <a:rPr lang="en-US" sz="1200" i="1">
                                    <a:latin typeface="Cambria Math" panose="02040503050406030204" pitchFamily="18" charset="0"/>
                                  </a:rPr>
                                </m:ctrlPr>
                              </m:fPr>
                              <m:num>
                                <m:r>
                                  <a:rPr lang="id-ID" sz="1200" i="1">
                                    <a:latin typeface="Cambria Math" panose="02040503050406030204" pitchFamily="18" charset="0"/>
                                  </a:rPr>
                                  <m:t>1</m:t>
                                </m:r>
                              </m:num>
                              <m:den>
                                <m:r>
                                  <a:rPr lang="id-ID" sz="1200" i="1">
                                    <a:latin typeface="Cambria Math" panose="02040503050406030204" pitchFamily="18" charset="0"/>
                                  </a:rPr>
                                  <m:t>3</m:t>
                                </m:r>
                              </m:den>
                            </m:f>
                          </m:e>
                        </m:d>
                      </m:e>
                      <m:sup>
                        <m:r>
                          <a:rPr lang="id-ID" sz="1200" i="1">
                            <a:latin typeface="Cambria Math" panose="02040503050406030204" pitchFamily="18" charset="0"/>
                          </a:rPr>
                          <m:t>2</m:t>
                        </m:r>
                      </m:sup>
                    </m:sSup>
                    <m:r>
                      <a:rPr lang="id-ID" sz="1200" i="1">
                        <a:latin typeface="Cambria Math" panose="02040503050406030204" pitchFamily="18" charset="0"/>
                      </a:rPr>
                      <m:t>=0.44</m:t>
                    </m:r>
                  </m:oMath>
                </a14:m>
                <a:endParaRPr lang="en-US" sz="1200" dirty="0">
                  <a:latin typeface="+mj-lt"/>
                </a:endParaRPr>
              </a:p>
              <a:p>
                <a:pPr marL="0" indent="0">
                  <a:buNone/>
                </a:pPr>
                <a:endParaRPr lang="en-US" sz="1200" dirty="0">
                  <a:latin typeface="+mj-lt"/>
                </a:endParaRPr>
              </a:p>
            </p:txBody>
          </p:sp>
        </mc:Choice>
        <mc:Fallback xmlns="">
          <p:sp>
            <p:nvSpPr>
              <p:cNvPr id="3" name="Tampungan Konten 2">
                <a:extLst>
                  <a:ext uri="{FF2B5EF4-FFF2-40B4-BE49-F238E27FC236}">
                    <a16:creationId xmlns:a16="http://schemas.microsoft.com/office/drawing/2014/main" id="{962DA0E4-B095-42D0-BEF8-B7BDD510EFCA}"/>
                  </a:ext>
                </a:extLst>
              </p:cNvPr>
              <p:cNvSpPr>
                <a:spLocks noGrp="1" noRot="1" noChangeAspect="1" noMove="1" noResize="1" noEditPoints="1" noAdjustHandles="1" noChangeArrowheads="1" noChangeShapeType="1" noTextEdit="1"/>
              </p:cNvSpPr>
              <p:nvPr>
                <p:ph idx="1"/>
              </p:nvPr>
            </p:nvSpPr>
            <p:spPr>
              <a:blipFill>
                <a:blip r:embed="rId2"/>
                <a:stretch>
                  <a:fillRect t="-13271" b="-2617"/>
                </a:stretch>
              </a:blipFill>
            </p:spPr>
            <p:txBody>
              <a:bodyPr/>
              <a:lstStyle/>
              <a:p>
                <a:r>
                  <a:rPr lang="en-US">
                    <a:noFill/>
                  </a:rPr>
                  <a:t> </a:t>
                </a:r>
              </a:p>
            </p:txBody>
          </p:sp>
        </mc:Fallback>
      </mc:AlternateContent>
    </p:spTree>
    <p:extLst>
      <p:ext uri="{BB962C8B-B14F-4D97-AF65-F5344CB8AC3E}">
        <p14:creationId xmlns:p14="http://schemas.microsoft.com/office/powerpoint/2010/main" val="34964697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D84345EE-32D5-4CD3-872B-C4DF936D1647}"/>
              </a:ext>
            </a:extLst>
          </p:cNvPr>
          <p:cNvSpPr>
            <a:spLocks noGrp="1"/>
          </p:cNvSpPr>
          <p:nvPr>
            <p:ph type="title"/>
          </p:nvPr>
        </p:nvSpPr>
        <p:spPr/>
        <p:txBody>
          <a:bodyPr/>
          <a:lstStyle/>
          <a:p>
            <a:r>
              <a:rPr lang="id-ID" dirty="0"/>
              <a:t>Iterasi Pohon 1</a:t>
            </a:r>
            <a:endParaRPr lang="en-US"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962DA0E4-B095-42D0-BEF8-B7BDD510EFCA}"/>
                  </a:ext>
                </a:extLst>
              </p:cNvPr>
              <p:cNvSpPr>
                <a:spLocks noGrp="1"/>
              </p:cNvSpPr>
              <p:nvPr>
                <p:ph idx="1"/>
              </p:nvPr>
            </p:nvSpPr>
            <p:spPr/>
            <p:txBody>
              <a:bodyPr>
                <a:normAutofit/>
              </a:bodyPr>
              <a:lstStyle/>
              <a:p>
                <a:r>
                  <a:rPr lang="en-US" sz="1200" dirty="0">
                    <a:latin typeface="+mj-lt"/>
                  </a:rPr>
                  <a:t>Setelah </a:t>
                </a:r>
                <a:r>
                  <a:rPr lang="en-US" sz="1200" dirty="0" err="1">
                    <a:latin typeface="+mj-lt"/>
                  </a:rPr>
                  <a:t>didapatkan</a:t>
                </a:r>
                <a:r>
                  <a:rPr lang="en-US" sz="1200" dirty="0">
                    <a:latin typeface="+mj-lt"/>
                  </a:rPr>
                  <a:t> </a:t>
                </a:r>
                <a:r>
                  <a:rPr lang="en-US" sz="1200" dirty="0" err="1">
                    <a:latin typeface="+mj-lt"/>
                  </a:rPr>
                  <a:t>semua</a:t>
                </a:r>
                <a:r>
                  <a:rPr lang="en-US" sz="1200" dirty="0">
                    <a:latin typeface="+mj-lt"/>
                  </a:rPr>
                  <a:t> </a:t>
                </a:r>
                <a:r>
                  <a:rPr lang="en-US" sz="1200" dirty="0" err="1">
                    <a:latin typeface="+mj-lt"/>
                  </a:rPr>
                  <a:t>gini</a:t>
                </a:r>
                <a:r>
                  <a:rPr lang="en-US" sz="1200" dirty="0">
                    <a:latin typeface="+mj-lt"/>
                  </a:rPr>
                  <a:t> </a:t>
                </a:r>
                <a:r>
                  <a:rPr lang="en-US" sz="1200" dirty="0" err="1">
                    <a:latin typeface="+mj-lt"/>
                  </a:rPr>
                  <a:t>indeks</a:t>
                </a:r>
                <a:r>
                  <a:rPr lang="en-US" sz="1200" dirty="0">
                    <a:latin typeface="+mj-lt"/>
                  </a:rPr>
                  <a:t>, </a:t>
                </a:r>
                <a:r>
                  <a:rPr lang="en-US" sz="1200" dirty="0" err="1">
                    <a:latin typeface="+mj-lt"/>
                  </a:rPr>
                  <a:t>selanjutnya</a:t>
                </a:r>
                <a:r>
                  <a:rPr lang="en-US" sz="1200" dirty="0">
                    <a:latin typeface="+mj-lt"/>
                  </a:rPr>
                  <a:t> </a:t>
                </a:r>
                <a:r>
                  <a:rPr lang="en-US" sz="1200" dirty="0" err="1">
                    <a:latin typeface="+mj-lt"/>
                  </a:rPr>
                  <a:t>dicari</a:t>
                </a:r>
                <a:r>
                  <a:rPr lang="en-US" sz="1200" dirty="0">
                    <a:latin typeface="+mj-lt"/>
                  </a:rPr>
                  <a:t> </a:t>
                </a:r>
                <a:r>
                  <a:rPr lang="en-US" sz="1200" dirty="0" err="1">
                    <a:latin typeface="+mj-lt"/>
                  </a:rPr>
                  <a:t>gini</a:t>
                </a:r>
                <a:r>
                  <a:rPr lang="en-US" sz="1200" dirty="0">
                    <a:latin typeface="+mj-lt"/>
                  </a:rPr>
                  <a:t> split </a:t>
                </a:r>
                <a:r>
                  <a:rPr lang="en-US" sz="1200" dirty="0" err="1">
                    <a:latin typeface="+mj-lt"/>
                  </a:rPr>
                  <a:t>sebagai</a:t>
                </a:r>
                <a:r>
                  <a:rPr lang="en-US" sz="1200" dirty="0">
                    <a:latin typeface="+mj-lt"/>
                  </a:rPr>
                  <a:t> </a:t>
                </a:r>
                <a:r>
                  <a:rPr lang="en-US" sz="1200" dirty="0" err="1">
                    <a:latin typeface="+mj-lt"/>
                  </a:rPr>
                  <a:t>berikut</a:t>
                </a:r>
                <a:r>
                  <a:rPr lang="en-US" sz="1200" dirty="0">
                    <a:latin typeface="+mj-lt"/>
                  </a:rPr>
                  <a:t>:</a:t>
                </a:r>
                <a:endParaRPr lang="id-ID" sz="1200" dirty="0">
                  <a:latin typeface="+mj-lt"/>
                </a:endParaRPr>
              </a:p>
              <a:p>
                <a:pPr marL="0" indent="0">
                  <a:buNone/>
                </a:pPr>
                <a14:m>
                  <m:oMathPara xmlns:m="http://schemas.openxmlformats.org/officeDocument/2006/math">
                    <m:oMathParaPr>
                      <m:jc m:val="centerGroup"/>
                    </m:oMathParaPr>
                    <m:oMath xmlns:m="http://schemas.openxmlformats.org/officeDocument/2006/math">
                      <m:r>
                        <a:rPr lang="id-ID" sz="1200" i="1">
                          <a:latin typeface="Cambria Math" panose="02040503050406030204" pitchFamily="18" charset="0"/>
                          <a:ea typeface="Calibri" panose="020F0502020204030204" pitchFamily="34" charset="0"/>
                          <a:cs typeface="Times New Roman" panose="02020603050405020304" pitchFamily="18" charset="0"/>
                        </a:rPr>
                        <m:t>𝑇𝑒𝑚𝑝</m:t>
                      </m:r>
                      <m:r>
                        <a:rPr lang="id-ID" sz="1200" i="1">
                          <a:latin typeface="Cambria Math" panose="02040503050406030204" pitchFamily="18" charset="0"/>
                          <a:ea typeface="Calibri" panose="020F0502020204030204" pitchFamily="34" charset="0"/>
                          <a:cs typeface="Times New Roman" panose="02020603050405020304" pitchFamily="18" charset="0"/>
                        </a:rPr>
                        <m:t>. </m:t>
                      </m:r>
                      <m:r>
                        <a:rPr lang="id-ID" sz="1200" i="1">
                          <a:latin typeface="Cambria Math" panose="02040503050406030204" pitchFamily="18" charset="0"/>
                          <a:ea typeface="Calibri" panose="020F0502020204030204" pitchFamily="34" charset="0"/>
                          <a:cs typeface="Times New Roman" panose="02020603050405020304" pitchFamily="18" charset="0"/>
                        </a:rPr>
                        <m:t>𝐵𝑎𝑑𝑎𝑛</m:t>
                      </m:r>
                      <m:r>
                        <m:rPr>
                          <m:aln/>
                        </m:rPr>
                        <a:rPr lang="id-ID" sz="1200" i="1">
                          <a:latin typeface="Cambria Math" panose="02040503050406030204" pitchFamily="18" charset="0"/>
                          <a:ea typeface="Calibri" panose="020F0502020204030204" pitchFamily="34" charset="0"/>
                          <a:cs typeface="Times New Roman" panose="02020603050405020304" pitchFamily="18" charset="0"/>
                        </a:rPr>
                        <m:t>=</m:t>
                      </m:r>
                      <m:d>
                        <m:dPr>
                          <m:ctrlPr>
                            <a:rPr lang="en-US" sz="1200" i="1">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200" i="1">
                                  <a:latin typeface="Cambria Math" panose="02040503050406030204" pitchFamily="18" charset="0"/>
                                  <a:ea typeface="Calibri" panose="020F0502020204030204" pitchFamily="34" charset="0"/>
                                  <a:cs typeface="Times New Roman" panose="02020603050405020304" pitchFamily="18" charset="0"/>
                                </a:rPr>
                              </m:ctrlPr>
                            </m:fPr>
                            <m:num>
                              <m:r>
                                <a:rPr lang="id-ID" sz="1200" i="1">
                                  <a:latin typeface="Cambria Math" panose="02040503050406030204" pitchFamily="18" charset="0"/>
                                  <a:ea typeface="Calibri" panose="020F0502020204030204" pitchFamily="34" charset="0"/>
                                  <a:cs typeface="Times New Roman" panose="02020603050405020304" pitchFamily="18" charset="0"/>
                                </a:rPr>
                                <m:t>3</m:t>
                              </m:r>
                            </m:num>
                            <m:den>
                              <m:r>
                                <a:rPr lang="id-ID" sz="1200" i="1">
                                  <a:latin typeface="Cambria Math" panose="02040503050406030204" pitchFamily="18" charset="0"/>
                                  <a:ea typeface="Calibri" panose="020F0502020204030204" pitchFamily="34" charset="0"/>
                                  <a:cs typeface="Times New Roman" panose="02020603050405020304" pitchFamily="18" charset="0"/>
                                </a:rPr>
                                <m:t>7</m:t>
                              </m:r>
                            </m:den>
                          </m:f>
                        </m:e>
                      </m:d>
                      <m:r>
                        <a:rPr lang="id-ID" sz="1200" i="1">
                          <a:latin typeface="Cambria Math" panose="02040503050406030204" pitchFamily="18" charset="0"/>
                          <a:ea typeface="Calibri" panose="020F0502020204030204" pitchFamily="34" charset="0"/>
                          <a:cs typeface="Times New Roman" panose="02020603050405020304" pitchFamily="18" charset="0"/>
                        </a:rPr>
                        <m:t>∗0.444444444+</m:t>
                      </m:r>
                      <m:d>
                        <m:dPr>
                          <m:ctrlPr>
                            <a:rPr lang="en-US" sz="1200" i="1">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200" i="1">
                                  <a:latin typeface="Cambria Math" panose="02040503050406030204" pitchFamily="18" charset="0"/>
                                  <a:ea typeface="Calibri" panose="020F0502020204030204" pitchFamily="34" charset="0"/>
                                  <a:cs typeface="Times New Roman" panose="02020603050405020304" pitchFamily="18" charset="0"/>
                                </a:rPr>
                              </m:ctrlPr>
                            </m:fPr>
                            <m:num>
                              <m:r>
                                <a:rPr lang="id-ID" sz="1200" i="1">
                                  <a:latin typeface="Cambria Math" panose="02040503050406030204" pitchFamily="18" charset="0"/>
                                  <a:ea typeface="Calibri" panose="020F0502020204030204" pitchFamily="34" charset="0"/>
                                  <a:cs typeface="Times New Roman" panose="02020603050405020304" pitchFamily="18" charset="0"/>
                                </a:rPr>
                                <m:t>4</m:t>
                              </m:r>
                            </m:num>
                            <m:den>
                              <m:r>
                                <a:rPr lang="id-ID" sz="1200" i="1">
                                  <a:latin typeface="Cambria Math" panose="02040503050406030204" pitchFamily="18" charset="0"/>
                                  <a:ea typeface="Calibri" panose="020F0502020204030204" pitchFamily="34" charset="0"/>
                                  <a:cs typeface="Times New Roman" panose="02020603050405020304" pitchFamily="18" charset="0"/>
                                </a:rPr>
                                <m:t>7</m:t>
                              </m:r>
                            </m:den>
                          </m:f>
                        </m:e>
                      </m:d>
                      <m:r>
                        <a:rPr lang="id-ID" sz="1200" i="1">
                          <a:latin typeface="Cambria Math" panose="02040503050406030204" pitchFamily="18" charset="0"/>
                          <a:ea typeface="Calibri" panose="020F0502020204030204" pitchFamily="34" charset="0"/>
                          <a:cs typeface="Times New Roman" panose="02020603050405020304" pitchFamily="18" charset="0"/>
                        </a:rPr>
                        <m:t>∗0.5=0.476190476</m:t>
                      </m:r>
                    </m:oMath>
                    <m:oMath xmlns:m="http://schemas.openxmlformats.org/officeDocument/2006/math">
                      <m:r>
                        <a:rPr lang="id-ID" sz="1200" i="1">
                          <a:latin typeface="Cambria Math" panose="02040503050406030204" pitchFamily="18" charset="0"/>
                          <a:ea typeface="Calibri" panose="020F0502020204030204" pitchFamily="34" charset="0"/>
                          <a:cs typeface="Times New Roman" panose="02020603050405020304" pitchFamily="18" charset="0"/>
                        </a:rPr>
                        <m:t>𝑆𝑒𝑠𝑎𝑘</m:t>
                      </m:r>
                      <m:r>
                        <a:rPr lang="id-ID" sz="1200" i="1">
                          <a:latin typeface="Cambria Math" panose="02040503050406030204" pitchFamily="18" charset="0"/>
                          <a:ea typeface="Calibri" panose="020F0502020204030204" pitchFamily="34" charset="0"/>
                          <a:cs typeface="Times New Roman" panose="02020603050405020304" pitchFamily="18" charset="0"/>
                        </a:rPr>
                        <m:t> </m:t>
                      </m:r>
                      <m:r>
                        <a:rPr lang="id-ID" sz="1200" i="1">
                          <a:latin typeface="Cambria Math" panose="02040503050406030204" pitchFamily="18" charset="0"/>
                          <a:ea typeface="Calibri" panose="020F0502020204030204" pitchFamily="34" charset="0"/>
                          <a:cs typeface="Times New Roman" panose="02020603050405020304" pitchFamily="18" charset="0"/>
                        </a:rPr>
                        <m:t>𝑁𝑎𝑓𝑎𝑠</m:t>
                      </m:r>
                      <m:r>
                        <m:rPr>
                          <m:aln/>
                        </m:rPr>
                        <a:rPr lang="id-ID" sz="1200" i="1">
                          <a:latin typeface="Cambria Math" panose="02040503050406030204" pitchFamily="18" charset="0"/>
                          <a:ea typeface="Calibri" panose="020F0502020204030204" pitchFamily="34" charset="0"/>
                          <a:cs typeface="Times New Roman" panose="02020603050405020304" pitchFamily="18" charset="0"/>
                        </a:rPr>
                        <m:t>=</m:t>
                      </m:r>
                      <m:d>
                        <m:dPr>
                          <m:ctrlPr>
                            <a:rPr lang="en-US" sz="1200" i="1">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200" i="1">
                                  <a:latin typeface="Cambria Math" panose="02040503050406030204" pitchFamily="18" charset="0"/>
                                  <a:ea typeface="Calibri" panose="020F0502020204030204" pitchFamily="34" charset="0"/>
                                  <a:cs typeface="Times New Roman" panose="02020603050405020304" pitchFamily="18" charset="0"/>
                                </a:rPr>
                              </m:ctrlPr>
                            </m:fPr>
                            <m:num>
                              <m:r>
                                <a:rPr lang="id-ID" sz="1200" i="1">
                                  <a:latin typeface="Cambria Math" panose="02040503050406030204" pitchFamily="18" charset="0"/>
                                  <a:ea typeface="Calibri" panose="020F0502020204030204" pitchFamily="34" charset="0"/>
                                  <a:cs typeface="Times New Roman" panose="02020603050405020304" pitchFamily="18" charset="0"/>
                                </a:rPr>
                                <m:t>5</m:t>
                              </m:r>
                            </m:num>
                            <m:den>
                              <m:r>
                                <a:rPr lang="id-ID" sz="1200" i="1">
                                  <a:latin typeface="Cambria Math" panose="02040503050406030204" pitchFamily="18" charset="0"/>
                                  <a:ea typeface="Calibri" panose="020F0502020204030204" pitchFamily="34" charset="0"/>
                                  <a:cs typeface="Times New Roman" panose="02020603050405020304" pitchFamily="18" charset="0"/>
                                </a:rPr>
                                <m:t>8</m:t>
                              </m:r>
                            </m:den>
                          </m:f>
                        </m:e>
                      </m:d>
                      <m:r>
                        <a:rPr lang="id-ID" sz="1200" i="1">
                          <a:latin typeface="Cambria Math" panose="02040503050406030204" pitchFamily="18" charset="0"/>
                          <a:ea typeface="Calibri" panose="020F0502020204030204" pitchFamily="34" charset="0"/>
                          <a:cs typeface="Times New Roman" panose="02020603050405020304" pitchFamily="18" charset="0"/>
                        </a:rPr>
                        <m:t>∗0+</m:t>
                      </m:r>
                      <m:d>
                        <m:dPr>
                          <m:ctrlPr>
                            <a:rPr lang="en-US" sz="1200" i="1">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200" i="1">
                                  <a:latin typeface="Cambria Math" panose="02040503050406030204" pitchFamily="18" charset="0"/>
                                  <a:ea typeface="Calibri" panose="020F0502020204030204" pitchFamily="34" charset="0"/>
                                  <a:cs typeface="Times New Roman" panose="02020603050405020304" pitchFamily="18" charset="0"/>
                                </a:rPr>
                              </m:ctrlPr>
                            </m:fPr>
                            <m:num>
                              <m:r>
                                <a:rPr lang="id-ID" sz="1200" i="1">
                                  <a:latin typeface="Cambria Math" panose="02040503050406030204" pitchFamily="18" charset="0"/>
                                  <a:ea typeface="Calibri" panose="020F0502020204030204" pitchFamily="34" charset="0"/>
                                  <a:cs typeface="Times New Roman" panose="02020603050405020304" pitchFamily="18" charset="0"/>
                                </a:rPr>
                                <m:t>3</m:t>
                              </m:r>
                            </m:num>
                            <m:den>
                              <m:r>
                                <a:rPr lang="id-ID" sz="1200" i="1">
                                  <a:latin typeface="Cambria Math" panose="02040503050406030204" pitchFamily="18" charset="0"/>
                                  <a:ea typeface="Calibri" panose="020F0502020204030204" pitchFamily="34" charset="0"/>
                                  <a:cs typeface="Times New Roman" panose="02020603050405020304" pitchFamily="18" charset="0"/>
                                </a:rPr>
                                <m:t>8</m:t>
                              </m:r>
                            </m:den>
                          </m:f>
                        </m:e>
                      </m:d>
                      <m:r>
                        <a:rPr lang="id-ID" sz="1200" i="1">
                          <a:latin typeface="Cambria Math" panose="02040503050406030204" pitchFamily="18" charset="0"/>
                          <a:ea typeface="Calibri" panose="020F0502020204030204" pitchFamily="34" charset="0"/>
                          <a:cs typeface="Times New Roman" panose="02020603050405020304" pitchFamily="18" charset="0"/>
                        </a:rPr>
                        <m:t>∗0=0</m:t>
                      </m:r>
                    </m:oMath>
                    <m:oMath xmlns:m="http://schemas.openxmlformats.org/officeDocument/2006/math">
                      <m:r>
                        <a:rPr lang="id-ID" sz="1200" i="1">
                          <a:latin typeface="Cambria Math" panose="02040503050406030204" pitchFamily="18" charset="0"/>
                          <a:ea typeface="Calibri" panose="020F0502020204030204" pitchFamily="34" charset="0"/>
                          <a:cs typeface="Times New Roman" panose="02020603050405020304" pitchFamily="18" charset="0"/>
                        </a:rPr>
                        <m:t>𝐵𝑎𝑡𝑢𝑘</m:t>
                      </m:r>
                      <m:r>
                        <m:rPr>
                          <m:aln/>
                        </m:rPr>
                        <a:rPr lang="id-ID" sz="1200" i="1">
                          <a:latin typeface="Cambria Math" panose="02040503050406030204" pitchFamily="18" charset="0"/>
                          <a:ea typeface="Calibri" panose="020F0502020204030204" pitchFamily="34" charset="0"/>
                          <a:cs typeface="Times New Roman" panose="02020603050405020304" pitchFamily="18" charset="0"/>
                        </a:rPr>
                        <m:t>=</m:t>
                      </m:r>
                      <m:d>
                        <m:dPr>
                          <m:ctrlPr>
                            <a:rPr lang="en-US" sz="1200" i="1">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200" i="1">
                                  <a:latin typeface="Cambria Math" panose="02040503050406030204" pitchFamily="18" charset="0"/>
                                  <a:ea typeface="Calibri" panose="020F0502020204030204" pitchFamily="34" charset="0"/>
                                  <a:cs typeface="Times New Roman" panose="02020603050405020304" pitchFamily="18" charset="0"/>
                                </a:rPr>
                              </m:ctrlPr>
                            </m:fPr>
                            <m:num>
                              <m:r>
                                <a:rPr lang="id-ID" sz="1200" i="1">
                                  <a:latin typeface="Cambria Math" panose="02040503050406030204" pitchFamily="18" charset="0"/>
                                  <a:ea typeface="Calibri" panose="020F0502020204030204" pitchFamily="34" charset="0"/>
                                  <a:cs typeface="Times New Roman" panose="02020603050405020304" pitchFamily="18" charset="0"/>
                                </a:rPr>
                                <m:t>4</m:t>
                              </m:r>
                            </m:num>
                            <m:den>
                              <m:r>
                                <a:rPr lang="id-ID" sz="1200" i="1">
                                  <a:latin typeface="Cambria Math" panose="02040503050406030204" pitchFamily="18" charset="0"/>
                                  <a:ea typeface="Calibri" panose="020F0502020204030204" pitchFamily="34" charset="0"/>
                                  <a:cs typeface="Times New Roman" panose="02020603050405020304" pitchFamily="18" charset="0"/>
                                </a:rPr>
                                <m:t>7</m:t>
                              </m:r>
                            </m:den>
                          </m:f>
                        </m:e>
                      </m:d>
                      <m:r>
                        <a:rPr lang="id-ID" sz="1200" i="1">
                          <a:latin typeface="Cambria Math" panose="02040503050406030204" pitchFamily="18" charset="0"/>
                          <a:ea typeface="Calibri" panose="020F0502020204030204" pitchFamily="34" charset="0"/>
                          <a:cs typeface="Times New Roman" panose="02020603050405020304" pitchFamily="18" charset="0"/>
                        </a:rPr>
                        <m:t>∗0.5+</m:t>
                      </m:r>
                      <m:d>
                        <m:dPr>
                          <m:ctrlPr>
                            <a:rPr lang="en-US" sz="1200" i="1">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200" i="1">
                                  <a:latin typeface="Cambria Math" panose="02040503050406030204" pitchFamily="18" charset="0"/>
                                  <a:ea typeface="Calibri" panose="020F0502020204030204" pitchFamily="34" charset="0"/>
                                  <a:cs typeface="Times New Roman" panose="02020603050405020304" pitchFamily="18" charset="0"/>
                                </a:rPr>
                              </m:ctrlPr>
                            </m:fPr>
                            <m:num>
                              <m:r>
                                <a:rPr lang="id-ID" sz="1200" i="1">
                                  <a:latin typeface="Cambria Math" panose="02040503050406030204" pitchFamily="18" charset="0"/>
                                  <a:ea typeface="Calibri" panose="020F0502020204030204" pitchFamily="34" charset="0"/>
                                  <a:cs typeface="Times New Roman" panose="02020603050405020304" pitchFamily="18" charset="0"/>
                                </a:rPr>
                                <m:t>3</m:t>
                              </m:r>
                            </m:num>
                            <m:den>
                              <m:r>
                                <a:rPr lang="id-ID" sz="1200" i="1">
                                  <a:latin typeface="Cambria Math" panose="02040503050406030204" pitchFamily="18" charset="0"/>
                                  <a:ea typeface="Calibri" panose="020F0502020204030204" pitchFamily="34" charset="0"/>
                                  <a:cs typeface="Times New Roman" panose="02020603050405020304" pitchFamily="18" charset="0"/>
                                </a:rPr>
                                <m:t>7</m:t>
                              </m:r>
                            </m:den>
                          </m:f>
                        </m:e>
                      </m:d>
                      <m:r>
                        <a:rPr lang="id-ID" sz="1200" i="1">
                          <a:latin typeface="Cambria Math" panose="02040503050406030204" pitchFamily="18" charset="0"/>
                          <a:ea typeface="Calibri" panose="020F0502020204030204" pitchFamily="34" charset="0"/>
                          <a:cs typeface="Times New Roman" panose="02020603050405020304" pitchFamily="18" charset="0"/>
                        </a:rPr>
                        <m:t>∗0.444444444=0.476190476</m:t>
                      </m:r>
                    </m:oMath>
                  </m:oMathPara>
                </a14:m>
                <a:endParaRPr lang="en-US" sz="1200" dirty="0">
                  <a:latin typeface="+mj-lt"/>
                  <a:ea typeface="Calibri" panose="020F0502020204030204" pitchFamily="34" charset="0"/>
                  <a:cs typeface="Arial" panose="020B0604020202020204" pitchFamily="34" charset="0"/>
                </a:endParaRPr>
              </a:p>
              <a:p>
                <a:r>
                  <a:rPr lang="en-US" sz="1200" dirty="0" err="1">
                    <a:latin typeface="+mj-lt"/>
                  </a:rPr>
                  <a:t>Terakhir</a:t>
                </a:r>
                <a:r>
                  <a:rPr lang="en-US" sz="1200" dirty="0">
                    <a:latin typeface="+mj-lt"/>
                  </a:rPr>
                  <a:t> </a:t>
                </a:r>
                <a:r>
                  <a:rPr lang="en-US" sz="1200" dirty="0" err="1">
                    <a:latin typeface="+mj-lt"/>
                  </a:rPr>
                  <a:t>adalah</a:t>
                </a:r>
                <a:r>
                  <a:rPr lang="en-US" sz="1200" dirty="0">
                    <a:latin typeface="+mj-lt"/>
                  </a:rPr>
                  <a:t> </a:t>
                </a:r>
                <a:r>
                  <a:rPr lang="en-US" sz="1200" dirty="0" err="1">
                    <a:latin typeface="+mj-lt"/>
                  </a:rPr>
                  <a:t>penentuan</a:t>
                </a:r>
                <a:r>
                  <a:rPr lang="en-US" sz="1200" dirty="0">
                    <a:latin typeface="+mj-lt"/>
                  </a:rPr>
                  <a:t> </a:t>
                </a:r>
                <a:r>
                  <a:rPr lang="en-US" sz="1200" dirty="0" err="1">
                    <a:latin typeface="+mj-lt"/>
                  </a:rPr>
                  <a:t>akar</a:t>
                </a:r>
                <a:r>
                  <a:rPr lang="en-US" sz="1200" dirty="0">
                    <a:latin typeface="+mj-lt"/>
                  </a:rPr>
                  <a:t> </a:t>
                </a:r>
                <a:r>
                  <a:rPr lang="en-US" sz="1200" dirty="0" err="1">
                    <a:latin typeface="+mj-lt"/>
                  </a:rPr>
                  <a:t>atau</a:t>
                </a:r>
                <a:r>
                  <a:rPr lang="en-US" sz="1200" dirty="0">
                    <a:latin typeface="+mj-lt"/>
                  </a:rPr>
                  <a:t> </a:t>
                </a:r>
                <a:r>
                  <a:rPr lang="en-US" sz="1200" dirty="0" err="1">
                    <a:latin typeface="+mj-lt"/>
                  </a:rPr>
                  <a:t>atribut</a:t>
                </a:r>
                <a:r>
                  <a:rPr lang="en-US" sz="1200" dirty="0">
                    <a:latin typeface="+mj-lt"/>
                  </a:rPr>
                  <a:t> </a:t>
                </a:r>
                <a:r>
                  <a:rPr lang="en-US" sz="1200" dirty="0" err="1">
                    <a:latin typeface="+mj-lt"/>
                  </a:rPr>
                  <a:t>terbaik</a:t>
                </a:r>
                <a:r>
                  <a:rPr lang="en-US" sz="1200" dirty="0">
                    <a:latin typeface="+mj-lt"/>
                  </a:rPr>
                  <a:t>. </a:t>
                </a:r>
                <a:r>
                  <a:rPr lang="en-US" sz="1200" dirty="0" err="1">
                    <a:latin typeface="+mj-lt"/>
                  </a:rPr>
                  <a:t>Berdasarkan</a:t>
                </a:r>
                <a:r>
                  <a:rPr lang="en-US" sz="1200" dirty="0">
                    <a:latin typeface="+mj-lt"/>
                  </a:rPr>
                  <a:t> </a:t>
                </a:r>
                <a:r>
                  <a:rPr lang="en-US" sz="1200" dirty="0" err="1">
                    <a:latin typeface="+mj-lt"/>
                  </a:rPr>
                  <a:t>perhitungan</a:t>
                </a:r>
                <a:r>
                  <a:rPr lang="en-US" sz="1200" dirty="0">
                    <a:latin typeface="+mj-lt"/>
                  </a:rPr>
                  <a:t> di </a:t>
                </a:r>
                <a:r>
                  <a:rPr lang="en-US" sz="1200" dirty="0" err="1">
                    <a:latin typeface="+mj-lt"/>
                  </a:rPr>
                  <a:t>atas</a:t>
                </a:r>
                <a:r>
                  <a:rPr lang="en-US" sz="1200" dirty="0">
                    <a:latin typeface="+mj-lt"/>
                  </a:rPr>
                  <a:t>, </a:t>
                </a:r>
                <a:r>
                  <a:rPr lang="en-US" sz="1200" dirty="0" err="1">
                    <a:latin typeface="+mj-lt"/>
                  </a:rPr>
                  <a:t>maka</a:t>
                </a:r>
                <a:r>
                  <a:rPr lang="en-US" sz="1200" dirty="0">
                    <a:latin typeface="+mj-lt"/>
                  </a:rPr>
                  <a:t> </a:t>
                </a:r>
                <a:r>
                  <a:rPr lang="en-US" sz="1200" dirty="0" err="1">
                    <a:latin typeface="+mj-lt"/>
                  </a:rPr>
                  <a:t>atribut</a:t>
                </a:r>
                <a:r>
                  <a:rPr lang="en-US" sz="1200" dirty="0">
                    <a:latin typeface="+mj-lt"/>
                  </a:rPr>
                  <a:t> </a:t>
                </a:r>
                <a:r>
                  <a:rPr lang="en-US" sz="1200" dirty="0" err="1">
                    <a:latin typeface="+mj-lt"/>
                  </a:rPr>
                  <a:t>Sesak</a:t>
                </a:r>
                <a:r>
                  <a:rPr lang="en-US" sz="1200" dirty="0">
                    <a:latin typeface="+mj-lt"/>
                  </a:rPr>
                  <a:t> </a:t>
                </a:r>
                <a:r>
                  <a:rPr lang="en-US" sz="1200" dirty="0" err="1">
                    <a:latin typeface="+mj-lt"/>
                  </a:rPr>
                  <a:t>Nafas</a:t>
                </a:r>
                <a:r>
                  <a:rPr lang="en-US" sz="1200" dirty="0">
                    <a:latin typeface="+mj-lt"/>
                  </a:rPr>
                  <a:t> </a:t>
                </a:r>
                <a:r>
                  <a:rPr lang="en-US" sz="1200" dirty="0" err="1">
                    <a:latin typeface="+mj-lt"/>
                  </a:rPr>
                  <a:t>merupakan</a:t>
                </a:r>
                <a:r>
                  <a:rPr lang="en-US" sz="1200" dirty="0">
                    <a:latin typeface="+mj-lt"/>
                  </a:rPr>
                  <a:t> </a:t>
                </a:r>
                <a:r>
                  <a:rPr lang="en-US" sz="1200" dirty="0" err="1">
                    <a:latin typeface="+mj-lt"/>
                  </a:rPr>
                  <a:t>atribut</a:t>
                </a:r>
                <a:r>
                  <a:rPr lang="en-US" sz="1200" dirty="0">
                    <a:latin typeface="+mj-lt"/>
                  </a:rPr>
                  <a:t> </a:t>
                </a:r>
                <a:r>
                  <a:rPr lang="en-US" sz="1200" dirty="0" err="1">
                    <a:latin typeface="+mj-lt"/>
                  </a:rPr>
                  <a:t>terbaik</a:t>
                </a:r>
                <a:r>
                  <a:rPr lang="en-US" sz="1200" dirty="0">
                    <a:latin typeface="+mj-lt"/>
                  </a:rPr>
                  <a:t> </a:t>
                </a:r>
                <a:r>
                  <a:rPr lang="en-US" sz="1200" dirty="0" err="1">
                    <a:latin typeface="+mj-lt"/>
                  </a:rPr>
                  <a:t>karena</a:t>
                </a:r>
                <a:r>
                  <a:rPr lang="en-US" sz="1200" dirty="0">
                    <a:latin typeface="+mj-lt"/>
                  </a:rPr>
                  <a:t> </a:t>
                </a:r>
                <a:r>
                  <a:rPr lang="en-US" sz="1200" dirty="0" err="1">
                    <a:latin typeface="+mj-lt"/>
                  </a:rPr>
                  <a:t>memiliki</a:t>
                </a:r>
                <a:r>
                  <a:rPr lang="en-US" sz="1200" dirty="0">
                    <a:latin typeface="+mj-lt"/>
                  </a:rPr>
                  <a:t> </a:t>
                </a:r>
                <a:r>
                  <a:rPr lang="en-US" sz="1200" dirty="0" err="1">
                    <a:latin typeface="+mj-lt"/>
                  </a:rPr>
                  <a:t>gini</a:t>
                </a:r>
                <a:r>
                  <a:rPr lang="en-US" sz="1200" dirty="0">
                    <a:latin typeface="+mj-lt"/>
                  </a:rPr>
                  <a:t> split </a:t>
                </a:r>
                <a:r>
                  <a:rPr lang="en-US" sz="1200" dirty="0" err="1">
                    <a:latin typeface="+mj-lt"/>
                  </a:rPr>
                  <a:t>indeks</a:t>
                </a:r>
                <a:r>
                  <a:rPr lang="en-US" sz="1200" dirty="0">
                    <a:latin typeface="+mj-lt"/>
                  </a:rPr>
                  <a:t> yang paling </a:t>
                </a:r>
                <a:r>
                  <a:rPr lang="en-US" sz="1200" dirty="0" err="1">
                    <a:latin typeface="+mj-lt"/>
                  </a:rPr>
                  <a:t>rendah</a:t>
                </a:r>
                <a:r>
                  <a:rPr lang="en-US" sz="1200" dirty="0">
                    <a:latin typeface="+mj-lt"/>
                  </a:rPr>
                  <a:t>. </a:t>
                </a:r>
                <a:endParaRPr lang="id-ID" sz="1200" dirty="0">
                  <a:latin typeface="+mj-lt"/>
                </a:endParaRPr>
              </a:p>
              <a:p>
                <a:r>
                  <a:rPr lang="en-US" sz="1200" dirty="0">
                    <a:latin typeface="+mj-lt"/>
                  </a:rPr>
                  <a:t>Jika </a:t>
                </a:r>
                <a:r>
                  <a:rPr lang="en-US" sz="1200" dirty="0" err="1">
                    <a:latin typeface="+mj-lt"/>
                  </a:rPr>
                  <a:t>kita</a:t>
                </a:r>
                <a:r>
                  <a:rPr lang="en-US" sz="1200" dirty="0">
                    <a:latin typeface="+mj-lt"/>
                  </a:rPr>
                  <a:t> </a:t>
                </a:r>
                <a:r>
                  <a:rPr lang="en-US" sz="1200" dirty="0" err="1">
                    <a:latin typeface="+mj-lt"/>
                  </a:rPr>
                  <a:t>ingin</a:t>
                </a:r>
                <a:r>
                  <a:rPr lang="en-US" sz="1200" dirty="0">
                    <a:latin typeface="+mj-lt"/>
                  </a:rPr>
                  <a:t> </a:t>
                </a:r>
                <a:r>
                  <a:rPr lang="en-US" sz="1200" dirty="0" err="1">
                    <a:latin typeface="+mj-lt"/>
                  </a:rPr>
                  <a:t>membuat</a:t>
                </a:r>
                <a:r>
                  <a:rPr lang="en-US" sz="1200" dirty="0">
                    <a:latin typeface="+mj-lt"/>
                  </a:rPr>
                  <a:t> </a:t>
                </a:r>
                <a:r>
                  <a:rPr lang="en-US" sz="1200" dirty="0" err="1">
                    <a:latin typeface="+mj-lt"/>
                  </a:rPr>
                  <a:t>pohon</a:t>
                </a:r>
                <a:r>
                  <a:rPr lang="en-US" sz="1200" dirty="0">
                    <a:latin typeface="+mj-lt"/>
                  </a:rPr>
                  <a:t> </a:t>
                </a:r>
                <a:r>
                  <a:rPr lang="en-US" sz="1200" dirty="0" err="1">
                    <a:latin typeface="+mj-lt"/>
                  </a:rPr>
                  <a:t>utuh</a:t>
                </a:r>
                <a:r>
                  <a:rPr lang="en-US" sz="1200" dirty="0">
                    <a:latin typeface="+mj-lt"/>
                  </a:rPr>
                  <a:t>, </a:t>
                </a:r>
                <a:r>
                  <a:rPr lang="en-US" sz="1200" dirty="0" err="1">
                    <a:latin typeface="+mj-lt"/>
                  </a:rPr>
                  <a:t>kita</a:t>
                </a:r>
                <a:r>
                  <a:rPr lang="en-US" sz="1200" dirty="0">
                    <a:latin typeface="+mj-lt"/>
                  </a:rPr>
                  <a:t> </a:t>
                </a:r>
                <a:r>
                  <a:rPr lang="en-US" sz="1200" dirty="0" err="1">
                    <a:latin typeface="+mj-lt"/>
                  </a:rPr>
                  <a:t>bisa</a:t>
                </a:r>
                <a:r>
                  <a:rPr lang="en-US" sz="1200" dirty="0">
                    <a:latin typeface="+mj-lt"/>
                  </a:rPr>
                  <a:t> </a:t>
                </a:r>
                <a:r>
                  <a:rPr lang="en-US" sz="1200" dirty="0" err="1">
                    <a:latin typeface="+mj-lt"/>
                  </a:rPr>
                  <a:t>lakukan</a:t>
                </a:r>
                <a:r>
                  <a:rPr lang="en-US" sz="1200" dirty="0">
                    <a:latin typeface="+mj-lt"/>
                  </a:rPr>
                  <a:t> </a:t>
                </a:r>
                <a:r>
                  <a:rPr lang="en-US" sz="1200" dirty="0" err="1">
                    <a:latin typeface="+mj-lt"/>
                  </a:rPr>
                  <a:t>langkah</a:t>
                </a:r>
                <a:r>
                  <a:rPr lang="en-US" sz="1200" dirty="0">
                    <a:latin typeface="+mj-lt"/>
                  </a:rPr>
                  <a:t> </a:t>
                </a:r>
                <a:r>
                  <a:rPr lang="en-US" sz="1200" dirty="0" err="1">
                    <a:latin typeface="+mj-lt"/>
                  </a:rPr>
                  <a:t>selanjutnya</a:t>
                </a:r>
                <a:r>
                  <a:rPr lang="en-US" sz="1200" dirty="0">
                    <a:latin typeface="+mj-lt"/>
                  </a:rPr>
                  <a:t> </a:t>
                </a:r>
                <a:r>
                  <a:rPr lang="en-US" sz="1200" dirty="0" err="1">
                    <a:latin typeface="+mj-lt"/>
                  </a:rPr>
                  <a:t>seperti</a:t>
                </a:r>
                <a:r>
                  <a:rPr lang="en-US" sz="1200" dirty="0">
                    <a:latin typeface="+mj-lt"/>
                  </a:rPr>
                  <a:t> pada </a:t>
                </a:r>
                <a:r>
                  <a:rPr lang="en-US" sz="1200" dirty="0" err="1">
                    <a:latin typeface="+mj-lt"/>
                  </a:rPr>
                  <a:t>algoritme</a:t>
                </a:r>
                <a:r>
                  <a:rPr lang="en-US" sz="1200" dirty="0">
                    <a:latin typeface="+mj-lt"/>
                  </a:rPr>
                  <a:t> decision tree.  </a:t>
                </a:r>
                <a:r>
                  <a:rPr lang="en-US" sz="1200" dirty="0" err="1">
                    <a:latin typeface="+mj-lt"/>
                  </a:rPr>
                  <a:t>Namun</a:t>
                </a:r>
                <a:r>
                  <a:rPr lang="en-US" sz="1200" dirty="0">
                    <a:latin typeface="+mj-lt"/>
                  </a:rPr>
                  <a:t>, </a:t>
                </a:r>
                <a:r>
                  <a:rPr lang="en-US" sz="1200" dirty="0" err="1">
                    <a:latin typeface="+mj-lt"/>
                  </a:rPr>
                  <a:t>tugas</a:t>
                </a:r>
                <a:r>
                  <a:rPr lang="en-US" sz="1200" dirty="0">
                    <a:latin typeface="+mj-lt"/>
                  </a:rPr>
                  <a:t>  </a:t>
                </a:r>
                <a:r>
                  <a:rPr lang="en-US" sz="1200" dirty="0" err="1">
                    <a:latin typeface="+mj-lt"/>
                  </a:rPr>
                  <a:t>kita</a:t>
                </a:r>
                <a:r>
                  <a:rPr lang="en-US" sz="1200" dirty="0">
                    <a:latin typeface="+mj-lt"/>
                  </a:rPr>
                  <a:t> </a:t>
                </a:r>
                <a:r>
                  <a:rPr lang="en-US" sz="1200" dirty="0" err="1">
                    <a:latin typeface="+mj-lt"/>
                  </a:rPr>
                  <a:t>hanyalah</a:t>
                </a:r>
                <a:r>
                  <a:rPr lang="en-US" sz="1200" dirty="0">
                    <a:latin typeface="+mj-lt"/>
                  </a:rPr>
                  <a:t> </a:t>
                </a:r>
                <a:r>
                  <a:rPr lang="en-US" sz="1200" dirty="0" err="1">
                    <a:latin typeface="+mj-lt"/>
                  </a:rPr>
                  <a:t>mencari</a:t>
                </a:r>
                <a:r>
                  <a:rPr lang="en-US" sz="1200" dirty="0">
                    <a:latin typeface="+mj-lt"/>
                  </a:rPr>
                  <a:t> </a:t>
                </a:r>
                <a:r>
                  <a:rPr lang="en-US" sz="1200" dirty="0" err="1">
                    <a:latin typeface="+mj-lt"/>
                  </a:rPr>
                  <a:t>atribut</a:t>
                </a:r>
                <a:r>
                  <a:rPr lang="en-US" sz="1200" dirty="0">
                    <a:latin typeface="+mj-lt"/>
                  </a:rPr>
                  <a:t> </a:t>
                </a:r>
                <a:r>
                  <a:rPr lang="en-US" sz="1200" dirty="0" err="1">
                    <a:latin typeface="+mj-lt"/>
                  </a:rPr>
                  <a:t>terbaik</a:t>
                </a:r>
                <a:r>
                  <a:rPr lang="en-US" sz="1200" dirty="0">
                    <a:latin typeface="+mj-lt"/>
                  </a:rPr>
                  <a:t> </a:t>
                </a:r>
                <a:r>
                  <a:rPr lang="en-US" sz="1200" dirty="0" err="1">
                    <a:latin typeface="+mj-lt"/>
                  </a:rPr>
                  <a:t>dari</a:t>
                </a:r>
                <a:r>
                  <a:rPr lang="en-US" sz="1200" dirty="0">
                    <a:latin typeface="+mj-lt"/>
                  </a:rPr>
                  <a:t> </a:t>
                </a:r>
                <a:r>
                  <a:rPr lang="en-US" sz="1200" dirty="0" err="1">
                    <a:latin typeface="+mj-lt"/>
                  </a:rPr>
                  <a:t>pohon</a:t>
                </a:r>
                <a:r>
                  <a:rPr lang="en-US" sz="1200" dirty="0">
                    <a:latin typeface="+mj-lt"/>
                  </a:rPr>
                  <a:t> 1.</a:t>
                </a:r>
              </a:p>
            </p:txBody>
          </p:sp>
        </mc:Choice>
        <mc:Fallback xmlns="">
          <p:sp>
            <p:nvSpPr>
              <p:cNvPr id="3" name="Tampungan Konten 2">
                <a:extLst>
                  <a:ext uri="{FF2B5EF4-FFF2-40B4-BE49-F238E27FC236}">
                    <a16:creationId xmlns:a16="http://schemas.microsoft.com/office/drawing/2014/main" id="{962DA0E4-B095-42D0-BEF8-B7BDD510EFCA}"/>
                  </a:ext>
                </a:extLst>
              </p:cNvPr>
              <p:cNvSpPr>
                <a:spLocks noGrp="1" noRot="1" noChangeAspect="1" noMove="1" noResize="1" noEditPoints="1" noAdjustHandles="1" noChangeArrowheads="1" noChangeShapeType="1" noTextEdit="1"/>
              </p:cNvSpPr>
              <p:nvPr>
                <p:ph idx="1"/>
              </p:nvPr>
            </p:nvSpPr>
            <p:spPr>
              <a:blipFill>
                <a:blip r:embed="rId2"/>
                <a:stretch>
                  <a:fillRect t="-748"/>
                </a:stretch>
              </a:blipFill>
            </p:spPr>
            <p:txBody>
              <a:bodyPr/>
              <a:lstStyle/>
              <a:p>
                <a:r>
                  <a:rPr lang="en-US">
                    <a:noFill/>
                  </a:rPr>
                  <a:t> </a:t>
                </a:r>
              </a:p>
            </p:txBody>
          </p:sp>
        </mc:Fallback>
      </mc:AlternateContent>
    </p:spTree>
    <p:extLst>
      <p:ext uri="{BB962C8B-B14F-4D97-AF65-F5344CB8AC3E}">
        <p14:creationId xmlns:p14="http://schemas.microsoft.com/office/powerpoint/2010/main" val="9031681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D84345EE-32D5-4CD3-872B-C4DF936D1647}"/>
              </a:ext>
            </a:extLst>
          </p:cNvPr>
          <p:cNvSpPr>
            <a:spLocks noGrp="1"/>
          </p:cNvSpPr>
          <p:nvPr>
            <p:ph type="title"/>
          </p:nvPr>
        </p:nvSpPr>
        <p:spPr/>
        <p:txBody>
          <a:bodyPr/>
          <a:lstStyle/>
          <a:p>
            <a:r>
              <a:rPr lang="id-ID" dirty="0"/>
              <a:t>Iterasi Pohon 2</a:t>
            </a:r>
            <a:endParaRPr lang="en-US" dirty="0"/>
          </a:p>
        </p:txBody>
      </p:sp>
      <p:sp>
        <p:nvSpPr>
          <p:cNvPr id="3" name="Tampungan Konten 2">
            <a:extLst>
              <a:ext uri="{FF2B5EF4-FFF2-40B4-BE49-F238E27FC236}">
                <a16:creationId xmlns:a16="http://schemas.microsoft.com/office/drawing/2014/main" id="{962DA0E4-B095-42D0-BEF8-B7BDD510EFCA}"/>
              </a:ext>
            </a:extLst>
          </p:cNvPr>
          <p:cNvSpPr>
            <a:spLocks noGrp="1"/>
          </p:cNvSpPr>
          <p:nvPr>
            <p:ph idx="1"/>
          </p:nvPr>
        </p:nvSpPr>
        <p:spPr/>
        <p:txBody>
          <a:bodyPr>
            <a:normAutofit/>
          </a:bodyPr>
          <a:lstStyle/>
          <a:p>
            <a:r>
              <a:rPr lang="en-US" sz="1350" dirty="0">
                <a:latin typeface="+mj-lt"/>
              </a:rPr>
              <a:t>Kita </a:t>
            </a:r>
            <a:r>
              <a:rPr lang="en-US" sz="1350" dirty="0" err="1">
                <a:latin typeface="+mj-lt"/>
              </a:rPr>
              <a:t>buat</a:t>
            </a:r>
            <a:r>
              <a:rPr lang="en-US" sz="1350" dirty="0">
                <a:latin typeface="+mj-lt"/>
              </a:rPr>
              <a:t> </a:t>
            </a:r>
            <a:r>
              <a:rPr lang="en-US" sz="1350" dirty="0" err="1">
                <a:latin typeface="+mj-lt"/>
              </a:rPr>
              <a:t>pohon</a:t>
            </a:r>
            <a:r>
              <a:rPr lang="en-US" sz="1350" dirty="0">
                <a:latin typeface="+mj-lt"/>
              </a:rPr>
              <a:t> </a:t>
            </a:r>
            <a:r>
              <a:rPr lang="en-US" sz="1350" dirty="0" err="1">
                <a:latin typeface="+mj-lt"/>
              </a:rPr>
              <a:t>kedua</a:t>
            </a:r>
            <a:r>
              <a:rPr lang="en-US" sz="1350" dirty="0">
                <a:latin typeface="+mj-lt"/>
              </a:rPr>
              <a:t> </a:t>
            </a:r>
            <a:r>
              <a:rPr lang="en-US" sz="1350" dirty="0" err="1">
                <a:latin typeface="+mj-lt"/>
              </a:rPr>
              <a:t>dengan</a:t>
            </a:r>
            <a:r>
              <a:rPr lang="en-US" sz="1350" dirty="0">
                <a:latin typeface="+mj-lt"/>
              </a:rPr>
              <a:t> </a:t>
            </a:r>
            <a:r>
              <a:rPr lang="en-US" sz="1350" dirty="0" err="1">
                <a:latin typeface="+mj-lt"/>
              </a:rPr>
              <a:t>menghilangkan</a:t>
            </a:r>
            <a:r>
              <a:rPr lang="en-US" sz="1350" dirty="0">
                <a:latin typeface="+mj-lt"/>
              </a:rPr>
              <a:t> </a:t>
            </a:r>
            <a:r>
              <a:rPr lang="en-US" sz="1350" dirty="0" err="1">
                <a:latin typeface="+mj-lt"/>
              </a:rPr>
              <a:t>atribut</a:t>
            </a:r>
            <a:r>
              <a:rPr lang="en-US" sz="1350" dirty="0">
                <a:latin typeface="+mj-lt"/>
              </a:rPr>
              <a:t> </a:t>
            </a:r>
            <a:r>
              <a:rPr lang="en-US" sz="1350" dirty="0" err="1">
                <a:latin typeface="+mj-lt"/>
              </a:rPr>
              <a:t>Batuk</a:t>
            </a:r>
            <a:r>
              <a:rPr lang="en-US" sz="1350" dirty="0">
                <a:latin typeface="+mj-lt"/>
              </a:rPr>
              <a:t>, juga </a:t>
            </a:r>
            <a:r>
              <a:rPr lang="en-US" sz="1350" dirty="0" err="1">
                <a:latin typeface="+mj-lt"/>
              </a:rPr>
              <a:t>menghilangkan</a:t>
            </a:r>
            <a:r>
              <a:rPr lang="en-US" sz="1350" dirty="0">
                <a:latin typeface="+mj-lt"/>
              </a:rPr>
              <a:t> baris 4 dan 6 </a:t>
            </a:r>
            <a:r>
              <a:rPr lang="en-US" sz="1350" dirty="0" err="1">
                <a:latin typeface="+mj-lt"/>
              </a:rPr>
              <a:t>dari</a:t>
            </a:r>
            <a:r>
              <a:rPr lang="en-US" sz="1350" dirty="0">
                <a:latin typeface="+mj-lt"/>
              </a:rPr>
              <a:t> dataset. </a:t>
            </a:r>
            <a:r>
              <a:rPr lang="en-US" sz="1350" dirty="0" err="1">
                <a:latin typeface="+mj-lt"/>
              </a:rPr>
              <a:t>Maka</a:t>
            </a:r>
            <a:r>
              <a:rPr lang="en-US" sz="1350" dirty="0">
                <a:latin typeface="+mj-lt"/>
              </a:rPr>
              <a:t> </a:t>
            </a:r>
            <a:r>
              <a:rPr lang="en-US" sz="1350" dirty="0" err="1">
                <a:latin typeface="+mj-lt"/>
              </a:rPr>
              <a:t>hasilnya</a:t>
            </a:r>
            <a:r>
              <a:rPr lang="en-US" sz="1350" dirty="0">
                <a:latin typeface="+mj-lt"/>
              </a:rPr>
              <a:t> </a:t>
            </a:r>
            <a:r>
              <a:rPr lang="en-US" sz="1350" dirty="0" err="1">
                <a:latin typeface="+mj-lt"/>
              </a:rPr>
              <a:t>sebagai</a:t>
            </a:r>
            <a:r>
              <a:rPr lang="en-US" sz="1350" dirty="0">
                <a:latin typeface="+mj-lt"/>
              </a:rPr>
              <a:t> </a:t>
            </a:r>
            <a:r>
              <a:rPr lang="en-US" sz="1350" dirty="0" err="1">
                <a:latin typeface="+mj-lt"/>
              </a:rPr>
              <a:t>berikut</a:t>
            </a:r>
            <a:r>
              <a:rPr lang="en-US" sz="1350" dirty="0">
                <a:latin typeface="+mj-lt"/>
              </a:rPr>
              <a:t>:</a:t>
            </a:r>
          </a:p>
        </p:txBody>
      </p:sp>
      <p:graphicFrame>
        <p:nvGraphicFramePr>
          <p:cNvPr id="4" name="Tabel 3">
            <a:extLst>
              <a:ext uri="{FF2B5EF4-FFF2-40B4-BE49-F238E27FC236}">
                <a16:creationId xmlns:a16="http://schemas.microsoft.com/office/drawing/2014/main" id="{41470595-CD3B-4C88-B90C-88E20A81622F}"/>
              </a:ext>
            </a:extLst>
          </p:cNvPr>
          <p:cNvGraphicFramePr>
            <a:graphicFrameLocks noGrp="1"/>
          </p:cNvGraphicFramePr>
          <p:nvPr/>
        </p:nvGraphicFramePr>
        <p:xfrm>
          <a:off x="665798" y="2124423"/>
          <a:ext cx="5526406" cy="1969427"/>
        </p:xfrm>
        <a:graphic>
          <a:graphicData uri="http://schemas.openxmlformats.org/drawingml/2006/table">
            <a:tbl>
              <a:tblPr firstRow="1" firstCol="1" bandRow="1">
                <a:tableStyleId>{B301B821-A1FF-4177-AEE7-76D212191A09}</a:tableStyleId>
              </a:tblPr>
              <a:tblGrid>
                <a:gridCol w="440485">
                  <a:extLst>
                    <a:ext uri="{9D8B030D-6E8A-4147-A177-3AD203B41FA5}">
                      <a16:colId xmlns:a16="http://schemas.microsoft.com/office/drawing/2014/main" val="1488174912"/>
                    </a:ext>
                  </a:extLst>
                </a:gridCol>
                <a:gridCol w="1769900">
                  <a:extLst>
                    <a:ext uri="{9D8B030D-6E8A-4147-A177-3AD203B41FA5}">
                      <a16:colId xmlns:a16="http://schemas.microsoft.com/office/drawing/2014/main" val="3842800110"/>
                    </a:ext>
                  </a:extLst>
                </a:gridCol>
                <a:gridCol w="1210892">
                  <a:extLst>
                    <a:ext uri="{9D8B030D-6E8A-4147-A177-3AD203B41FA5}">
                      <a16:colId xmlns:a16="http://schemas.microsoft.com/office/drawing/2014/main" val="1259835911"/>
                    </a:ext>
                  </a:extLst>
                </a:gridCol>
                <a:gridCol w="2105129">
                  <a:extLst>
                    <a:ext uri="{9D8B030D-6E8A-4147-A177-3AD203B41FA5}">
                      <a16:colId xmlns:a16="http://schemas.microsoft.com/office/drawing/2014/main" val="1997059990"/>
                    </a:ext>
                  </a:extLst>
                </a:gridCol>
              </a:tblGrid>
              <a:tr h="341687">
                <a:tc>
                  <a:txBody>
                    <a:bodyPr/>
                    <a:lstStyle/>
                    <a:p>
                      <a:pPr>
                        <a:lnSpc>
                          <a:spcPct val="115000"/>
                        </a:lnSpc>
                        <a:spcAft>
                          <a:spcPts val="800"/>
                        </a:spcAft>
                      </a:pPr>
                      <a:r>
                        <a:rPr lang="en-US" sz="1500">
                          <a:effectLst/>
                        </a:rPr>
                        <a:t>id</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500" dirty="0" err="1">
                          <a:effectLst/>
                        </a:rPr>
                        <a:t>temperatur</a:t>
                      </a:r>
                      <a:r>
                        <a:rPr lang="en-US" sz="1500" dirty="0">
                          <a:effectLst/>
                        </a:rPr>
                        <a:t> badan</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500" dirty="0" err="1">
                          <a:effectLst/>
                        </a:rPr>
                        <a:t>sesak</a:t>
                      </a:r>
                      <a:r>
                        <a:rPr lang="en-US" sz="1500" dirty="0">
                          <a:effectLst/>
                        </a:rPr>
                        <a:t> </a:t>
                      </a:r>
                      <a:r>
                        <a:rPr lang="en-US" sz="1500" dirty="0" err="1">
                          <a:effectLst/>
                        </a:rPr>
                        <a:t>nafas</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500">
                          <a:effectLst/>
                        </a:rPr>
                        <a:t>diagnosis sakit covid-19</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extLst>
                  <a:ext uri="{0D108BD9-81ED-4DB2-BD59-A6C34878D82A}">
                    <a16:rowId xmlns:a16="http://schemas.microsoft.com/office/drawing/2014/main" val="38918572"/>
                  </a:ext>
                </a:extLst>
              </a:tr>
              <a:tr h="269905">
                <a:tc>
                  <a:txBody>
                    <a:bodyPr/>
                    <a:lstStyle/>
                    <a:p>
                      <a:pPr>
                        <a:lnSpc>
                          <a:spcPct val="115000"/>
                        </a:lnSpc>
                        <a:spcAft>
                          <a:spcPts val="800"/>
                        </a:spcAft>
                      </a:pPr>
                      <a:r>
                        <a:rPr lang="en-US" sz="1500">
                          <a:effectLst/>
                        </a:rPr>
                        <a:t>1</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500">
                          <a:effectLst/>
                        </a:rPr>
                        <a:t>tinggi</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500">
                          <a:effectLst/>
                        </a:rPr>
                        <a:t>ya</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500">
                          <a:effectLst/>
                        </a:rPr>
                        <a:t>ya</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extLst>
                  <a:ext uri="{0D108BD9-81ED-4DB2-BD59-A6C34878D82A}">
                    <a16:rowId xmlns:a16="http://schemas.microsoft.com/office/drawing/2014/main" val="181562504"/>
                  </a:ext>
                </a:extLst>
              </a:tr>
              <a:tr h="272675">
                <a:tc>
                  <a:txBody>
                    <a:bodyPr/>
                    <a:lstStyle/>
                    <a:p>
                      <a:pPr>
                        <a:lnSpc>
                          <a:spcPct val="115000"/>
                        </a:lnSpc>
                        <a:spcAft>
                          <a:spcPts val="800"/>
                        </a:spcAft>
                      </a:pPr>
                      <a:r>
                        <a:rPr lang="en-US" sz="1500">
                          <a:effectLst/>
                        </a:rPr>
                        <a:t>2</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500">
                          <a:effectLst/>
                        </a:rPr>
                        <a:t>normal</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500">
                          <a:effectLst/>
                        </a:rPr>
                        <a:t>ya</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500">
                          <a:effectLst/>
                        </a:rPr>
                        <a:t>ya</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extLst>
                  <a:ext uri="{0D108BD9-81ED-4DB2-BD59-A6C34878D82A}">
                    <a16:rowId xmlns:a16="http://schemas.microsoft.com/office/drawing/2014/main" val="261044537"/>
                  </a:ext>
                </a:extLst>
              </a:tr>
              <a:tr h="269905">
                <a:tc>
                  <a:txBody>
                    <a:bodyPr/>
                    <a:lstStyle/>
                    <a:p>
                      <a:pPr>
                        <a:lnSpc>
                          <a:spcPct val="115000"/>
                        </a:lnSpc>
                        <a:spcAft>
                          <a:spcPts val="800"/>
                        </a:spcAft>
                      </a:pPr>
                      <a:r>
                        <a:rPr lang="en-US" sz="1500">
                          <a:effectLst/>
                        </a:rPr>
                        <a:t>3</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500">
                          <a:effectLst/>
                        </a:rPr>
                        <a:t>normal</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500">
                          <a:effectLst/>
                        </a:rPr>
                        <a:t>tidak</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500">
                          <a:effectLst/>
                        </a:rPr>
                        <a:t>tidak</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extLst>
                  <a:ext uri="{0D108BD9-81ED-4DB2-BD59-A6C34878D82A}">
                    <a16:rowId xmlns:a16="http://schemas.microsoft.com/office/drawing/2014/main" val="2483057151"/>
                  </a:ext>
                </a:extLst>
              </a:tr>
              <a:tr h="272675">
                <a:tc>
                  <a:txBody>
                    <a:bodyPr/>
                    <a:lstStyle/>
                    <a:p>
                      <a:pPr>
                        <a:lnSpc>
                          <a:spcPct val="115000"/>
                        </a:lnSpc>
                        <a:spcAft>
                          <a:spcPts val="800"/>
                        </a:spcAft>
                      </a:pPr>
                      <a:r>
                        <a:rPr lang="en-US" sz="1500">
                          <a:effectLst/>
                        </a:rPr>
                        <a:t>5</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500">
                          <a:effectLst/>
                        </a:rPr>
                        <a:t>tinggi</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500">
                          <a:effectLst/>
                        </a:rPr>
                        <a:t>ya</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500">
                          <a:effectLst/>
                        </a:rPr>
                        <a:t>ya</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extLst>
                  <a:ext uri="{0D108BD9-81ED-4DB2-BD59-A6C34878D82A}">
                    <a16:rowId xmlns:a16="http://schemas.microsoft.com/office/drawing/2014/main" val="2100216553"/>
                  </a:ext>
                </a:extLst>
              </a:tr>
              <a:tr h="269905">
                <a:tc>
                  <a:txBody>
                    <a:bodyPr/>
                    <a:lstStyle/>
                    <a:p>
                      <a:pPr>
                        <a:lnSpc>
                          <a:spcPct val="115000"/>
                        </a:lnSpc>
                        <a:spcAft>
                          <a:spcPts val="800"/>
                        </a:spcAft>
                      </a:pPr>
                      <a:r>
                        <a:rPr lang="en-US" sz="1500">
                          <a:effectLst/>
                        </a:rPr>
                        <a:t>7</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500">
                          <a:effectLst/>
                        </a:rPr>
                        <a:t>tinggi</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500">
                          <a:effectLst/>
                        </a:rPr>
                        <a:t>ya</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500">
                          <a:effectLst/>
                        </a:rPr>
                        <a:t>ya</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extLst>
                  <a:ext uri="{0D108BD9-81ED-4DB2-BD59-A6C34878D82A}">
                    <a16:rowId xmlns:a16="http://schemas.microsoft.com/office/drawing/2014/main" val="841612979"/>
                  </a:ext>
                </a:extLst>
              </a:tr>
              <a:tr h="272675">
                <a:tc>
                  <a:txBody>
                    <a:bodyPr/>
                    <a:lstStyle/>
                    <a:p>
                      <a:pPr>
                        <a:lnSpc>
                          <a:spcPct val="115000"/>
                        </a:lnSpc>
                        <a:spcAft>
                          <a:spcPts val="800"/>
                        </a:spcAft>
                      </a:pPr>
                      <a:r>
                        <a:rPr lang="en-US" sz="1500">
                          <a:effectLst/>
                        </a:rPr>
                        <a:t>8</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500">
                          <a:effectLst/>
                        </a:rPr>
                        <a:t>normal</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500">
                          <a:effectLst/>
                        </a:rPr>
                        <a:t>tidak</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500" dirty="0" err="1">
                          <a:effectLst/>
                        </a:rPr>
                        <a:t>tidak</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extLst>
                  <a:ext uri="{0D108BD9-81ED-4DB2-BD59-A6C34878D82A}">
                    <a16:rowId xmlns:a16="http://schemas.microsoft.com/office/drawing/2014/main" val="3160796911"/>
                  </a:ext>
                </a:extLst>
              </a:tr>
            </a:tbl>
          </a:graphicData>
        </a:graphic>
      </p:graphicFrame>
    </p:spTree>
    <p:extLst>
      <p:ext uri="{BB962C8B-B14F-4D97-AF65-F5344CB8AC3E}">
        <p14:creationId xmlns:p14="http://schemas.microsoft.com/office/powerpoint/2010/main" val="23507352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D84345EE-32D5-4CD3-872B-C4DF936D1647}"/>
              </a:ext>
            </a:extLst>
          </p:cNvPr>
          <p:cNvSpPr>
            <a:spLocks noGrp="1"/>
          </p:cNvSpPr>
          <p:nvPr>
            <p:ph type="title"/>
          </p:nvPr>
        </p:nvSpPr>
        <p:spPr/>
        <p:txBody>
          <a:bodyPr/>
          <a:lstStyle/>
          <a:p>
            <a:r>
              <a:rPr lang="id-ID" dirty="0"/>
              <a:t>Iterasi Pohon 2</a:t>
            </a:r>
            <a:endParaRPr lang="en-US" dirty="0"/>
          </a:p>
        </p:txBody>
      </p:sp>
      <p:sp>
        <p:nvSpPr>
          <p:cNvPr id="3" name="Tampungan Konten 2">
            <a:extLst>
              <a:ext uri="{FF2B5EF4-FFF2-40B4-BE49-F238E27FC236}">
                <a16:creationId xmlns:a16="http://schemas.microsoft.com/office/drawing/2014/main" id="{962DA0E4-B095-42D0-BEF8-B7BDD510EFCA}"/>
              </a:ext>
            </a:extLst>
          </p:cNvPr>
          <p:cNvSpPr>
            <a:spLocks noGrp="1"/>
          </p:cNvSpPr>
          <p:nvPr>
            <p:ph idx="1"/>
          </p:nvPr>
        </p:nvSpPr>
        <p:spPr/>
        <p:txBody>
          <a:bodyPr>
            <a:normAutofit/>
          </a:bodyPr>
          <a:lstStyle/>
          <a:p>
            <a:r>
              <a:rPr lang="en-US" sz="1350" dirty="0" err="1">
                <a:latin typeface="+mj-lt"/>
              </a:rPr>
              <a:t>Lakukan</a:t>
            </a:r>
            <a:r>
              <a:rPr lang="en-US" sz="1350" dirty="0">
                <a:latin typeface="+mj-lt"/>
              </a:rPr>
              <a:t> </a:t>
            </a:r>
            <a:r>
              <a:rPr lang="en-US" sz="1350" dirty="0" err="1">
                <a:latin typeface="+mj-lt"/>
              </a:rPr>
              <a:t>perhitungan</a:t>
            </a:r>
            <a:r>
              <a:rPr lang="en-US" sz="1350" dirty="0">
                <a:latin typeface="+mj-lt"/>
              </a:rPr>
              <a:t> </a:t>
            </a:r>
            <a:r>
              <a:rPr lang="en-US" sz="1350" dirty="0" err="1">
                <a:latin typeface="+mj-lt"/>
              </a:rPr>
              <a:t>gini</a:t>
            </a:r>
            <a:r>
              <a:rPr lang="en-US" sz="1350" dirty="0">
                <a:latin typeface="+mj-lt"/>
              </a:rPr>
              <a:t> </a:t>
            </a:r>
            <a:r>
              <a:rPr lang="en-US" sz="1350" dirty="0" err="1">
                <a:latin typeface="+mj-lt"/>
              </a:rPr>
              <a:t>indeks</a:t>
            </a:r>
            <a:r>
              <a:rPr lang="en-US" sz="1350" dirty="0">
                <a:latin typeface="+mj-lt"/>
              </a:rPr>
              <a:t> dan </a:t>
            </a:r>
            <a:r>
              <a:rPr lang="en-US" sz="1350" dirty="0" err="1">
                <a:latin typeface="+mj-lt"/>
              </a:rPr>
              <a:t>gini</a:t>
            </a:r>
            <a:r>
              <a:rPr lang="en-US" sz="1350" dirty="0">
                <a:latin typeface="+mj-lt"/>
              </a:rPr>
              <a:t> split </a:t>
            </a:r>
            <a:r>
              <a:rPr lang="en-US" sz="1350" dirty="0" err="1">
                <a:latin typeface="+mj-lt"/>
              </a:rPr>
              <a:t>indeks</a:t>
            </a:r>
            <a:r>
              <a:rPr lang="en-US" sz="1350" dirty="0">
                <a:latin typeface="+mj-lt"/>
              </a:rPr>
              <a:t> </a:t>
            </a:r>
            <a:r>
              <a:rPr lang="en-US" sz="1350" dirty="0" err="1">
                <a:latin typeface="+mj-lt"/>
              </a:rPr>
              <a:t>dengan</a:t>
            </a:r>
            <a:r>
              <a:rPr lang="en-US" sz="1350" dirty="0">
                <a:latin typeface="+mj-lt"/>
              </a:rPr>
              <a:t> </a:t>
            </a:r>
            <a:r>
              <a:rPr lang="en-US" sz="1350" dirty="0" err="1">
                <a:latin typeface="+mj-lt"/>
              </a:rPr>
              <a:t>rumus</a:t>
            </a:r>
            <a:r>
              <a:rPr lang="en-US" sz="1350" dirty="0">
                <a:latin typeface="+mj-lt"/>
              </a:rPr>
              <a:t> </a:t>
            </a:r>
            <a:r>
              <a:rPr lang="en-US" sz="1350" dirty="0" err="1">
                <a:latin typeface="+mj-lt"/>
              </a:rPr>
              <a:t>seperti</a:t>
            </a:r>
            <a:r>
              <a:rPr lang="en-US" sz="1350" dirty="0">
                <a:latin typeface="+mj-lt"/>
              </a:rPr>
              <a:t> pada </a:t>
            </a:r>
            <a:r>
              <a:rPr lang="en-US" sz="1350" dirty="0" err="1">
                <a:latin typeface="+mj-lt"/>
              </a:rPr>
              <a:t>pohon</a:t>
            </a:r>
            <a:r>
              <a:rPr lang="en-US" sz="1350" dirty="0">
                <a:latin typeface="+mj-lt"/>
              </a:rPr>
              <a:t> </a:t>
            </a:r>
            <a:r>
              <a:rPr lang="en-US" sz="1350" dirty="0" err="1">
                <a:latin typeface="+mj-lt"/>
              </a:rPr>
              <a:t>pertama</a:t>
            </a:r>
            <a:r>
              <a:rPr lang="en-US" sz="1350" dirty="0">
                <a:latin typeface="+mj-lt"/>
              </a:rPr>
              <a:t>, dan </a:t>
            </a:r>
            <a:r>
              <a:rPr lang="en-US" sz="1350" dirty="0" err="1">
                <a:latin typeface="+mj-lt"/>
              </a:rPr>
              <a:t>hasilnya</a:t>
            </a:r>
            <a:r>
              <a:rPr lang="en-US" sz="1350" dirty="0">
                <a:latin typeface="+mj-lt"/>
              </a:rPr>
              <a:t> </a:t>
            </a:r>
            <a:r>
              <a:rPr lang="en-US" sz="1350" dirty="0" err="1">
                <a:latin typeface="+mj-lt"/>
              </a:rPr>
              <a:t>akan</a:t>
            </a:r>
            <a:r>
              <a:rPr lang="en-US" sz="1350" dirty="0">
                <a:latin typeface="+mj-lt"/>
              </a:rPr>
              <a:t> </a:t>
            </a:r>
            <a:r>
              <a:rPr lang="en-US" sz="1350" dirty="0" err="1">
                <a:latin typeface="+mj-lt"/>
              </a:rPr>
              <a:t>menjadi</a:t>
            </a:r>
            <a:r>
              <a:rPr lang="en-US" sz="1350" dirty="0">
                <a:latin typeface="+mj-lt"/>
              </a:rPr>
              <a:t> </a:t>
            </a:r>
            <a:r>
              <a:rPr lang="en-US" sz="1350" dirty="0" err="1">
                <a:latin typeface="+mj-lt"/>
              </a:rPr>
              <a:t>seperti</a:t>
            </a:r>
            <a:r>
              <a:rPr lang="en-US" sz="1350" dirty="0">
                <a:latin typeface="+mj-lt"/>
              </a:rPr>
              <a:t>:</a:t>
            </a:r>
            <a:endParaRPr lang="id-ID" sz="1350" dirty="0">
              <a:latin typeface="+mj-lt"/>
            </a:endParaRPr>
          </a:p>
          <a:p>
            <a:endParaRPr lang="id-ID" sz="1350" dirty="0">
              <a:latin typeface="+mj-lt"/>
            </a:endParaRPr>
          </a:p>
          <a:p>
            <a:endParaRPr lang="id-ID" sz="1350" dirty="0">
              <a:latin typeface="+mj-lt"/>
            </a:endParaRPr>
          </a:p>
          <a:p>
            <a:endParaRPr lang="id-ID" sz="1350" dirty="0">
              <a:latin typeface="+mj-lt"/>
            </a:endParaRPr>
          </a:p>
          <a:p>
            <a:endParaRPr lang="id-ID" sz="1350" dirty="0">
              <a:latin typeface="+mj-lt"/>
            </a:endParaRPr>
          </a:p>
          <a:p>
            <a:endParaRPr lang="id-ID" sz="1350" dirty="0">
              <a:latin typeface="+mj-lt"/>
            </a:endParaRPr>
          </a:p>
          <a:p>
            <a:endParaRPr lang="id-ID" sz="1350" dirty="0">
              <a:latin typeface="+mj-lt"/>
            </a:endParaRPr>
          </a:p>
          <a:p>
            <a:endParaRPr lang="id-ID" sz="1350" dirty="0">
              <a:latin typeface="+mj-lt"/>
            </a:endParaRPr>
          </a:p>
          <a:p>
            <a:r>
              <a:rPr lang="id-ID" sz="1350" dirty="0">
                <a:latin typeface="+mj-lt"/>
              </a:rPr>
              <a:t>Berdasarkan perhitungan </a:t>
            </a:r>
            <a:r>
              <a:rPr lang="id-ID" sz="1350" dirty="0" err="1">
                <a:latin typeface="+mj-lt"/>
              </a:rPr>
              <a:t>gini</a:t>
            </a:r>
            <a:r>
              <a:rPr lang="id-ID" sz="1350" dirty="0">
                <a:latin typeface="+mj-lt"/>
              </a:rPr>
              <a:t> </a:t>
            </a:r>
            <a:r>
              <a:rPr lang="id-ID" sz="1350" dirty="0" err="1">
                <a:latin typeface="+mj-lt"/>
              </a:rPr>
              <a:t>split</a:t>
            </a:r>
            <a:r>
              <a:rPr lang="id-ID" sz="1350" dirty="0">
                <a:latin typeface="+mj-lt"/>
              </a:rPr>
              <a:t> indeks di atas, maka atribut yang menjadi akar adalah Sesak Nafas, karena memiliki nilai </a:t>
            </a:r>
            <a:r>
              <a:rPr lang="id-ID" sz="1350" dirty="0" err="1">
                <a:latin typeface="+mj-lt"/>
              </a:rPr>
              <a:t>gini</a:t>
            </a:r>
            <a:r>
              <a:rPr lang="id-ID" sz="1350" dirty="0">
                <a:latin typeface="+mj-lt"/>
              </a:rPr>
              <a:t> </a:t>
            </a:r>
            <a:r>
              <a:rPr lang="id-ID" sz="1350" dirty="0" err="1">
                <a:latin typeface="+mj-lt"/>
              </a:rPr>
              <a:t>split</a:t>
            </a:r>
            <a:r>
              <a:rPr lang="id-ID" sz="1350" dirty="0">
                <a:latin typeface="+mj-lt"/>
              </a:rPr>
              <a:t> indeks terkecil.</a:t>
            </a:r>
          </a:p>
        </p:txBody>
      </p:sp>
      <p:graphicFrame>
        <p:nvGraphicFramePr>
          <p:cNvPr id="5" name="Tabel 4">
            <a:extLst>
              <a:ext uri="{FF2B5EF4-FFF2-40B4-BE49-F238E27FC236}">
                <a16:creationId xmlns:a16="http://schemas.microsoft.com/office/drawing/2014/main" id="{901E61D4-87F5-48C6-A0D8-4EEF677F14F9}"/>
              </a:ext>
            </a:extLst>
          </p:cNvPr>
          <p:cNvGraphicFramePr>
            <a:graphicFrameLocks noGrp="1"/>
          </p:cNvGraphicFramePr>
          <p:nvPr/>
        </p:nvGraphicFramePr>
        <p:xfrm>
          <a:off x="108325" y="1901817"/>
          <a:ext cx="3099004" cy="1717185"/>
        </p:xfrm>
        <a:graphic>
          <a:graphicData uri="http://schemas.openxmlformats.org/drawingml/2006/table">
            <a:tbl>
              <a:tblPr firstRow="1" firstCol="1" bandRow="1">
                <a:tableStyleId>{5C22544A-7EE6-4342-B048-85BDC9FD1C3A}</a:tableStyleId>
              </a:tblPr>
              <a:tblGrid>
                <a:gridCol w="633842">
                  <a:extLst>
                    <a:ext uri="{9D8B030D-6E8A-4147-A177-3AD203B41FA5}">
                      <a16:colId xmlns:a16="http://schemas.microsoft.com/office/drawing/2014/main" val="1598244675"/>
                    </a:ext>
                  </a:extLst>
                </a:gridCol>
                <a:gridCol w="411407">
                  <a:extLst>
                    <a:ext uri="{9D8B030D-6E8A-4147-A177-3AD203B41FA5}">
                      <a16:colId xmlns:a16="http://schemas.microsoft.com/office/drawing/2014/main" val="2218786973"/>
                    </a:ext>
                  </a:extLst>
                </a:gridCol>
                <a:gridCol w="427155">
                  <a:extLst>
                    <a:ext uri="{9D8B030D-6E8A-4147-A177-3AD203B41FA5}">
                      <a16:colId xmlns:a16="http://schemas.microsoft.com/office/drawing/2014/main" val="450549846"/>
                    </a:ext>
                  </a:extLst>
                </a:gridCol>
                <a:gridCol w="427155">
                  <a:extLst>
                    <a:ext uri="{9D8B030D-6E8A-4147-A177-3AD203B41FA5}">
                      <a16:colId xmlns:a16="http://schemas.microsoft.com/office/drawing/2014/main" val="3785246525"/>
                    </a:ext>
                  </a:extLst>
                </a:gridCol>
                <a:gridCol w="517047">
                  <a:extLst>
                    <a:ext uri="{9D8B030D-6E8A-4147-A177-3AD203B41FA5}">
                      <a16:colId xmlns:a16="http://schemas.microsoft.com/office/drawing/2014/main" val="2903965980"/>
                    </a:ext>
                  </a:extLst>
                </a:gridCol>
                <a:gridCol w="682398">
                  <a:extLst>
                    <a:ext uri="{9D8B030D-6E8A-4147-A177-3AD203B41FA5}">
                      <a16:colId xmlns:a16="http://schemas.microsoft.com/office/drawing/2014/main" val="2090215037"/>
                    </a:ext>
                  </a:extLst>
                </a:gridCol>
              </a:tblGrid>
              <a:tr h="238600">
                <a:tc rowSpan="2">
                  <a:txBody>
                    <a:bodyPr/>
                    <a:lstStyle/>
                    <a:p>
                      <a:pPr algn="ctr">
                        <a:lnSpc>
                          <a:spcPct val="115000"/>
                        </a:lnSpc>
                        <a:spcAft>
                          <a:spcPts val="800"/>
                        </a:spcAft>
                      </a:pPr>
                      <a:r>
                        <a:rPr lang="id-ID" sz="1200">
                          <a:effectLst/>
                        </a:rPr>
                        <a:t>Temp. Badan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gridSpan="3">
                  <a:txBody>
                    <a:bodyPr/>
                    <a:lstStyle/>
                    <a:p>
                      <a:pPr algn="ctr">
                        <a:lnSpc>
                          <a:spcPct val="115000"/>
                        </a:lnSpc>
                        <a:spcAft>
                          <a:spcPts val="800"/>
                        </a:spcAft>
                      </a:pPr>
                      <a:r>
                        <a:rPr lang="id-ID" sz="1200" dirty="0">
                          <a:effectLst/>
                        </a:rPr>
                        <a:t>Diagnosis</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hMerge="1">
                  <a:txBody>
                    <a:bodyPr/>
                    <a:lstStyle/>
                    <a:p>
                      <a:endParaRPr lang="en-US"/>
                    </a:p>
                  </a:txBody>
                  <a:tcPr/>
                </a:tc>
                <a:tc hMerge="1">
                  <a:txBody>
                    <a:bodyPr/>
                    <a:lstStyle/>
                    <a:p>
                      <a:endParaRPr lang="en-US"/>
                    </a:p>
                  </a:txBody>
                  <a:tcPr/>
                </a:tc>
                <a:tc rowSpan="2">
                  <a:txBody>
                    <a:bodyPr/>
                    <a:lstStyle/>
                    <a:p>
                      <a:pPr algn="ctr">
                        <a:lnSpc>
                          <a:spcPct val="115000"/>
                        </a:lnSpc>
                        <a:spcAft>
                          <a:spcPts val="800"/>
                        </a:spcAft>
                      </a:pPr>
                      <a:r>
                        <a:rPr lang="en-US" sz="1200">
                          <a:effectLst/>
                        </a:rPr>
                        <a:t>gini indeks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rowSpan="2">
                  <a:txBody>
                    <a:bodyPr/>
                    <a:lstStyle/>
                    <a:p>
                      <a:pPr algn="ctr">
                        <a:lnSpc>
                          <a:spcPct val="115000"/>
                        </a:lnSpc>
                        <a:spcAft>
                          <a:spcPts val="800"/>
                        </a:spcAft>
                      </a:pPr>
                      <a:r>
                        <a:rPr lang="en-US" sz="1200" dirty="0" err="1">
                          <a:effectLst/>
                        </a:rPr>
                        <a:t>gini</a:t>
                      </a:r>
                      <a:r>
                        <a:rPr lang="en-US" sz="1200" dirty="0">
                          <a:effectLst/>
                        </a:rPr>
                        <a:t> split </a:t>
                      </a:r>
                      <a:r>
                        <a:rPr lang="en-US" sz="1200" dirty="0" err="1">
                          <a:effectLst/>
                        </a:rPr>
                        <a:t>indeks</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3440351867"/>
                  </a:ext>
                </a:extLst>
              </a:tr>
              <a:tr h="506891">
                <a:tc vMerge="1">
                  <a:txBody>
                    <a:bodyPr/>
                    <a:lstStyle/>
                    <a:p>
                      <a:endParaRPr lang="en-US"/>
                    </a:p>
                  </a:txBody>
                  <a:tcPr/>
                </a:tc>
                <a:tc>
                  <a:txBody>
                    <a:bodyPr/>
                    <a:lstStyle/>
                    <a:p>
                      <a:pPr algn="ctr">
                        <a:lnSpc>
                          <a:spcPct val="115000"/>
                        </a:lnSpc>
                        <a:spcAft>
                          <a:spcPts val="800"/>
                        </a:spcAft>
                      </a:pPr>
                      <a:r>
                        <a:rPr lang="id-ID" sz="1200">
                          <a:effectLst/>
                        </a:rPr>
                        <a:t>ya</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200">
                          <a:effectLst/>
                        </a:rPr>
                        <a:t>tidak</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200">
                          <a:effectLst/>
                        </a:rPr>
                        <a:t>Total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229503986"/>
                  </a:ext>
                </a:extLst>
              </a:tr>
              <a:tr h="238600">
                <a:tc>
                  <a:txBody>
                    <a:bodyPr/>
                    <a:lstStyle/>
                    <a:p>
                      <a:pPr algn="ctr">
                        <a:lnSpc>
                          <a:spcPct val="115000"/>
                        </a:lnSpc>
                        <a:spcAft>
                          <a:spcPts val="800"/>
                        </a:spcAft>
                      </a:pPr>
                      <a:r>
                        <a:rPr lang="id-ID" sz="1200">
                          <a:effectLst/>
                        </a:rPr>
                        <a:t>tinggi</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200">
                          <a:effectLst/>
                        </a:rPr>
                        <a:t>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200">
                          <a:effectLst/>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200">
                          <a:effectLst/>
                        </a:rPr>
                        <a:t>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1200">
                          <a:effectLst/>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rowSpan="3">
                  <a:txBody>
                    <a:bodyPr/>
                    <a:lstStyle/>
                    <a:p>
                      <a:pPr algn="ctr">
                        <a:lnSpc>
                          <a:spcPct val="115000"/>
                        </a:lnSpc>
                        <a:spcAft>
                          <a:spcPts val="800"/>
                        </a:spcAft>
                      </a:pPr>
                      <a:r>
                        <a:rPr lang="en-US" sz="1200">
                          <a:effectLst/>
                        </a:rPr>
                        <a:t>0.22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3080641616"/>
                  </a:ext>
                </a:extLst>
              </a:tr>
              <a:tr h="492045">
                <a:tc>
                  <a:txBody>
                    <a:bodyPr/>
                    <a:lstStyle/>
                    <a:p>
                      <a:pPr algn="ctr">
                        <a:lnSpc>
                          <a:spcPct val="115000"/>
                        </a:lnSpc>
                        <a:spcAft>
                          <a:spcPts val="800"/>
                        </a:spcAft>
                      </a:pPr>
                      <a:r>
                        <a:rPr lang="id-ID" sz="1200">
                          <a:effectLst/>
                        </a:rPr>
                        <a:t>normal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12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12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1200">
                          <a:effectLst/>
                        </a:rPr>
                        <a:t>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1200">
                          <a:effectLst/>
                        </a:rPr>
                        <a:t>0.44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vMerge="1">
                  <a:txBody>
                    <a:bodyPr/>
                    <a:lstStyle/>
                    <a:p>
                      <a:endParaRPr lang="en-US"/>
                    </a:p>
                  </a:txBody>
                  <a:tcPr/>
                </a:tc>
                <a:extLst>
                  <a:ext uri="{0D108BD9-81ED-4DB2-BD59-A6C34878D82A}">
                    <a16:rowId xmlns:a16="http://schemas.microsoft.com/office/drawing/2014/main" val="2131577242"/>
                  </a:ext>
                </a:extLst>
              </a:tr>
              <a:tr h="241049">
                <a:tc>
                  <a:txBody>
                    <a:bodyPr/>
                    <a:lstStyle/>
                    <a:p>
                      <a:pPr algn="ctr">
                        <a:lnSpc>
                          <a:spcPct val="115000"/>
                        </a:lnSpc>
                        <a:spcAft>
                          <a:spcPts val="800"/>
                        </a:spcAft>
                      </a:pPr>
                      <a:r>
                        <a:rPr lang="id-ID" sz="1200">
                          <a:effectLst/>
                        </a:rPr>
                        <a:t>Total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2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2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200">
                          <a:effectLst/>
                        </a:rPr>
                        <a:t>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1200" dirty="0">
                          <a:effectLst/>
                        </a:rPr>
                        <a:t>0.44</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vMerge="1">
                  <a:txBody>
                    <a:bodyPr/>
                    <a:lstStyle/>
                    <a:p>
                      <a:endParaRPr lang="en-US"/>
                    </a:p>
                  </a:txBody>
                  <a:tcPr/>
                </a:tc>
                <a:extLst>
                  <a:ext uri="{0D108BD9-81ED-4DB2-BD59-A6C34878D82A}">
                    <a16:rowId xmlns:a16="http://schemas.microsoft.com/office/drawing/2014/main" val="1376073969"/>
                  </a:ext>
                </a:extLst>
              </a:tr>
            </a:tbl>
          </a:graphicData>
        </a:graphic>
      </p:graphicFrame>
      <p:graphicFrame>
        <p:nvGraphicFramePr>
          <p:cNvPr id="6" name="Tabel 5">
            <a:extLst>
              <a:ext uri="{FF2B5EF4-FFF2-40B4-BE49-F238E27FC236}">
                <a16:creationId xmlns:a16="http://schemas.microsoft.com/office/drawing/2014/main" id="{BB04D21A-6DFD-4CA6-A252-D2C0FAB47A04}"/>
              </a:ext>
            </a:extLst>
          </p:cNvPr>
          <p:cNvGraphicFramePr>
            <a:graphicFrameLocks noGrp="1"/>
          </p:cNvGraphicFramePr>
          <p:nvPr/>
        </p:nvGraphicFramePr>
        <p:xfrm>
          <a:off x="3240548" y="1901818"/>
          <a:ext cx="3453710" cy="1717187"/>
        </p:xfrm>
        <a:graphic>
          <a:graphicData uri="http://schemas.openxmlformats.org/drawingml/2006/table">
            <a:tbl>
              <a:tblPr firstRow="1" firstCol="1" bandRow="1">
                <a:tableStyleId>{5C22544A-7EE6-4342-B048-85BDC9FD1C3A}</a:tableStyleId>
              </a:tblPr>
              <a:tblGrid>
                <a:gridCol w="513933">
                  <a:extLst>
                    <a:ext uri="{9D8B030D-6E8A-4147-A177-3AD203B41FA5}">
                      <a16:colId xmlns:a16="http://schemas.microsoft.com/office/drawing/2014/main" val="1939657931"/>
                    </a:ext>
                  </a:extLst>
                </a:gridCol>
                <a:gridCol w="447135">
                  <a:extLst>
                    <a:ext uri="{9D8B030D-6E8A-4147-A177-3AD203B41FA5}">
                      <a16:colId xmlns:a16="http://schemas.microsoft.com/office/drawing/2014/main" val="247932357"/>
                    </a:ext>
                  </a:extLst>
                </a:gridCol>
                <a:gridCol w="464176">
                  <a:extLst>
                    <a:ext uri="{9D8B030D-6E8A-4147-A177-3AD203B41FA5}">
                      <a16:colId xmlns:a16="http://schemas.microsoft.com/office/drawing/2014/main" val="1522044686"/>
                    </a:ext>
                  </a:extLst>
                </a:gridCol>
                <a:gridCol w="464176">
                  <a:extLst>
                    <a:ext uri="{9D8B030D-6E8A-4147-A177-3AD203B41FA5}">
                      <a16:colId xmlns:a16="http://schemas.microsoft.com/office/drawing/2014/main" val="3089814202"/>
                    </a:ext>
                  </a:extLst>
                </a:gridCol>
                <a:gridCol w="784530">
                  <a:extLst>
                    <a:ext uri="{9D8B030D-6E8A-4147-A177-3AD203B41FA5}">
                      <a16:colId xmlns:a16="http://schemas.microsoft.com/office/drawing/2014/main" val="3476181463"/>
                    </a:ext>
                  </a:extLst>
                </a:gridCol>
                <a:gridCol w="779760">
                  <a:extLst>
                    <a:ext uri="{9D8B030D-6E8A-4147-A177-3AD203B41FA5}">
                      <a16:colId xmlns:a16="http://schemas.microsoft.com/office/drawing/2014/main" val="1382498109"/>
                    </a:ext>
                  </a:extLst>
                </a:gridCol>
              </a:tblGrid>
              <a:tr h="207914">
                <a:tc rowSpan="2">
                  <a:txBody>
                    <a:bodyPr/>
                    <a:lstStyle/>
                    <a:p>
                      <a:pPr algn="ctr">
                        <a:lnSpc>
                          <a:spcPct val="115000"/>
                        </a:lnSpc>
                        <a:spcAft>
                          <a:spcPts val="800"/>
                        </a:spcAft>
                      </a:pPr>
                      <a:r>
                        <a:rPr lang="id-ID" sz="1200">
                          <a:effectLst/>
                        </a:rPr>
                        <a:t>Sesak Nafas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gridSpan="3">
                  <a:txBody>
                    <a:bodyPr/>
                    <a:lstStyle/>
                    <a:p>
                      <a:pPr algn="ctr">
                        <a:lnSpc>
                          <a:spcPct val="115000"/>
                        </a:lnSpc>
                        <a:spcAft>
                          <a:spcPts val="800"/>
                        </a:spcAft>
                      </a:pPr>
                      <a:r>
                        <a:rPr lang="id-ID" sz="1200" dirty="0">
                          <a:effectLst/>
                        </a:rPr>
                        <a:t>Diagnosis</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hMerge="1">
                  <a:txBody>
                    <a:bodyPr/>
                    <a:lstStyle/>
                    <a:p>
                      <a:endParaRPr lang="en-US"/>
                    </a:p>
                  </a:txBody>
                  <a:tcPr/>
                </a:tc>
                <a:tc hMerge="1">
                  <a:txBody>
                    <a:bodyPr/>
                    <a:lstStyle/>
                    <a:p>
                      <a:endParaRPr lang="en-US"/>
                    </a:p>
                  </a:txBody>
                  <a:tcPr/>
                </a:tc>
                <a:tc rowSpan="2">
                  <a:txBody>
                    <a:bodyPr/>
                    <a:lstStyle/>
                    <a:p>
                      <a:pPr algn="ctr">
                        <a:lnSpc>
                          <a:spcPct val="115000"/>
                        </a:lnSpc>
                        <a:spcAft>
                          <a:spcPts val="800"/>
                        </a:spcAft>
                      </a:pPr>
                      <a:r>
                        <a:rPr lang="en-US" sz="1200">
                          <a:effectLst/>
                        </a:rPr>
                        <a:t>gini indeks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rowSpan="2">
                  <a:txBody>
                    <a:bodyPr/>
                    <a:lstStyle/>
                    <a:p>
                      <a:pPr algn="ctr">
                        <a:lnSpc>
                          <a:spcPct val="115000"/>
                        </a:lnSpc>
                        <a:spcAft>
                          <a:spcPts val="800"/>
                        </a:spcAft>
                      </a:pPr>
                      <a:r>
                        <a:rPr lang="en-US" sz="1200">
                          <a:effectLst/>
                        </a:rPr>
                        <a:t>gini split indeks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750417314"/>
                  </a:ext>
                </a:extLst>
              </a:tr>
              <a:tr h="662549">
                <a:tc vMerge="1">
                  <a:txBody>
                    <a:bodyPr/>
                    <a:lstStyle/>
                    <a:p>
                      <a:endParaRPr lang="en-US"/>
                    </a:p>
                  </a:txBody>
                  <a:tcPr/>
                </a:tc>
                <a:tc>
                  <a:txBody>
                    <a:bodyPr/>
                    <a:lstStyle/>
                    <a:p>
                      <a:pPr algn="ctr">
                        <a:lnSpc>
                          <a:spcPct val="115000"/>
                        </a:lnSpc>
                        <a:spcAft>
                          <a:spcPts val="800"/>
                        </a:spcAft>
                      </a:pPr>
                      <a:r>
                        <a:rPr lang="id-ID" sz="1200" dirty="0">
                          <a:effectLst/>
                        </a:rPr>
                        <a:t>ya</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200">
                          <a:effectLst/>
                        </a:rPr>
                        <a:t>tidak</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200">
                          <a:effectLst/>
                        </a:rPr>
                        <a:t>Total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971699084"/>
                  </a:ext>
                </a:extLst>
              </a:tr>
              <a:tr h="207914">
                <a:tc>
                  <a:txBody>
                    <a:bodyPr/>
                    <a:lstStyle/>
                    <a:p>
                      <a:pPr algn="ctr">
                        <a:lnSpc>
                          <a:spcPct val="115000"/>
                        </a:lnSpc>
                        <a:spcAft>
                          <a:spcPts val="800"/>
                        </a:spcAft>
                      </a:pPr>
                      <a:r>
                        <a:rPr lang="id-ID" sz="1200">
                          <a:effectLst/>
                        </a:rPr>
                        <a:t>ya</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2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200">
                          <a:effectLst/>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2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1200">
                          <a:effectLst/>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rowSpan="3">
                  <a:txBody>
                    <a:bodyPr/>
                    <a:lstStyle/>
                    <a:p>
                      <a:pPr algn="ctr">
                        <a:lnSpc>
                          <a:spcPct val="115000"/>
                        </a:lnSpc>
                        <a:spcAft>
                          <a:spcPts val="800"/>
                        </a:spcAft>
                      </a:pPr>
                      <a:r>
                        <a:rPr lang="en-US" sz="1200">
                          <a:effectLst/>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3816328817"/>
                  </a:ext>
                </a:extLst>
              </a:tr>
              <a:tr h="428763">
                <a:tc>
                  <a:txBody>
                    <a:bodyPr/>
                    <a:lstStyle/>
                    <a:p>
                      <a:pPr algn="ctr">
                        <a:lnSpc>
                          <a:spcPct val="115000"/>
                        </a:lnSpc>
                        <a:spcAft>
                          <a:spcPts val="800"/>
                        </a:spcAft>
                      </a:pPr>
                      <a:r>
                        <a:rPr lang="id-ID" sz="1200">
                          <a:effectLst/>
                        </a:rPr>
                        <a:t>tidak</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1200">
                          <a:effectLst/>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12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12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1200">
                          <a:effectLst/>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vMerge="1">
                  <a:txBody>
                    <a:bodyPr/>
                    <a:lstStyle/>
                    <a:p>
                      <a:endParaRPr lang="en-US"/>
                    </a:p>
                  </a:txBody>
                  <a:tcPr/>
                </a:tc>
                <a:extLst>
                  <a:ext uri="{0D108BD9-81ED-4DB2-BD59-A6C34878D82A}">
                    <a16:rowId xmlns:a16="http://schemas.microsoft.com/office/drawing/2014/main" val="3435557046"/>
                  </a:ext>
                </a:extLst>
              </a:tr>
              <a:tr h="210047">
                <a:tc>
                  <a:txBody>
                    <a:bodyPr/>
                    <a:lstStyle/>
                    <a:p>
                      <a:pPr algn="ctr">
                        <a:lnSpc>
                          <a:spcPct val="115000"/>
                        </a:lnSpc>
                        <a:spcAft>
                          <a:spcPts val="800"/>
                        </a:spcAft>
                      </a:pPr>
                      <a:r>
                        <a:rPr lang="id-ID" sz="1200">
                          <a:effectLst/>
                        </a:rPr>
                        <a:t>Total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2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2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200">
                          <a:effectLst/>
                        </a:rPr>
                        <a:t>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1200" dirty="0">
                          <a:effectLst/>
                        </a:rPr>
                        <a:t>0.44</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vMerge="1">
                  <a:txBody>
                    <a:bodyPr/>
                    <a:lstStyle/>
                    <a:p>
                      <a:endParaRPr lang="en-US"/>
                    </a:p>
                  </a:txBody>
                  <a:tcPr/>
                </a:tc>
                <a:extLst>
                  <a:ext uri="{0D108BD9-81ED-4DB2-BD59-A6C34878D82A}">
                    <a16:rowId xmlns:a16="http://schemas.microsoft.com/office/drawing/2014/main" val="824387903"/>
                  </a:ext>
                </a:extLst>
              </a:tr>
            </a:tbl>
          </a:graphicData>
        </a:graphic>
      </p:graphicFrame>
    </p:spTree>
    <p:extLst>
      <p:ext uri="{BB962C8B-B14F-4D97-AF65-F5344CB8AC3E}">
        <p14:creationId xmlns:p14="http://schemas.microsoft.com/office/powerpoint/2010/main" val="13473113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D84345EE-32D5-4CD3-872B-C4DF936D1647}"/>
              </a:ext>
            </a:extLst>
          </p:cNvPr>
          <p:cNvSpPr>
            <a:spLocks noGrp="1"/>
          </p:cNvSpPr>
          <p:nvPr>
            <p:ph type="title"/>
          </p:nvPr>
        </p:nvSpPr>
        <p:spPr/>
        <p:txBody>
          <a:bodyPr/>
          <a:lstStyle/>
          <a:p>
            <a:r>
              <a:rPr lang="id-ID" dirty="0"/>
              <a:t>Iterasi Pohon 3</a:t>
            </a:r>
            <a:endParaRPr lang="en-US" dirty="0"/>
          </a:p>
        </p:txBody>
      </p:sp>
      <p:sp>
        <p:nvSpPr>
          <p:cNvPr id="3" name="Tampungan Konten 2">
            <a:extLst>
              <a:ext uri="{FF2B5EF4-FFF2-40B4-BE49-F238E27FC236}">
                <a16:creationId xmlns:a16="http://schemas.microsoft.com/office/drawing/2014/main" id="{962DA0E4-B095-42D0-BEF8-B7BDD510EFCA}"/>
              </a:ext>
            </a:extLst>
          </p:cNvPr>
          <p:cNvSpPr>
            <a:spLocks noGrp="1"/>
          </p:cNvSpPr>
          <p:nvPr>
            <p:ph idx="1"/>
          </p:nvPr>
        </p:nvSpPr>
        <p:spPr/>
        <p:txBody>
          <a:bodyPr>
            <a:normAutofit/>
          </a:bodyPr>
          <a:lstStyle/>
          <a:p>
            <a:r>
              <a:rPr lang="en-US" sz="1350" dirty="0" err="1">
                <a:latin typeface="+mj-lt"/>
              </a:rPr>
              <a:t>Asumsikan</a:t>
            </a:r>
            <a:r>
              <a:rPr lang="en-US" sz="1350" dirty="0">
                <a:latin typeface="+mj-lt"/>
              </a:rPr>
              <a:t> </a:t>
            </a:r>
            <a:r>
              <a:rPr lang="en-US" sz="1350" dirty="0" err="1">
                <a:latin typeface="+mj-lt"/>
              </a:rPr>
              <a:t>kita</a:t>
            </a:r>
            <a:r>
              <a:rPr lang="en-US" sz="1350" dirty="0">
                <a:latin typeface="+mj-lt"/>
              </a:rPr>
              <a:t> </a:t>
            </a:r>
            <a:r>
              <a:rPr lang="en-US" sz="1350" dirty="0" err="1">
                <a:latin typeface="+mj-lt"/>
              </a:rPr>
              <a:t>melakukan</a:t>
            </a:r>
            <a:r>
              <a:rPr lang="en-US" sz="1350" dirty="0">
                <a:latin typeface="+mj-lt"/>
              </a:rPr>
              <a:t> bagging pada dataset </a:t>
            </a:r>
            <a:r>
              <a:rPr lang="en-US" sz="1350" dirty="0" err="1">
                <a:latin typeface="+mj-lt"/>
              </a:rPr>
              <a:t>dengan</a:t>
            </a:r>
            <a:r>
              <a:rPr lang="en-US" sz="1350" dirty="0">
                <a:latin typeface="+mj-lt"/>
              </a:rPr>
              <a:t> </a:t>
            </a:r>
            <a:r>
              <a:rPr lang="en-US" sz="1350" dirty="0" err="1">
                <a:latin typeface="+mj-lt"/>
              </a:rPr>
              <a:t>menghilangkan</a:t>
            </a:r>
            <a:r>
              <a:rPr lang="en-US" sz="1350" dirty="0">
                <a:latin typeface="+mj-lt"/>
              </a:rPr>
              <a:t> </a:t>
            </a:r>
            <a:r>
              <a:rPr lang="en-US" sz="1350" dirty="0" err="1">
                <a:latin typeface="+mj-lt"/>
              </a:rPr>
              <a:t>atribut</a:t>
            </a:r>
            <a:r>
              <a:rPr lang="en-US" sz="1350" dirty="0">
                <a:latin typeface="+mj-lt"/>
              </a:rPr>
              <a:t> </a:t>
            </a:r>
            <a:r>
              <a:rPr lang="en-US" sz="1350" dirty="0" err="1">
                <a:latin typeface="+mj-lt"/>
              </a:rPr>
              <a:t>Sesak</a:t>
            </a:r>
            <a:r>
              <a:rPr lang="en-US" sz="1350" dirty="0">
                <a:latin typeface="+mj-lt"/>
              </a:rPr>
              <a:t> </a:t>
            </a:r>
            <a:r>
              <a:rPr lang="en-US" sz="1350" dirty="0" err="1">
                <a:latin typeface="+mj-lt"/>
              </a:rPr>
              <a:t>Nafas</a:t>
            </a:r>
            <a:r>
              <a:rPr lang="en-US" sz="1350" dirty="0">
                <a:latin typeface="+mj-lt"/>
              </a:rPr>
              <a:t>, baris yang </a:t>
            </a:r>
            <a:r>
              <a:rPr lang="en-US" sz="1350" dirty="0" err="1">
                <a:latin typeface="+mj-lt"/>
              </a:rPr>
              <a:t>dihilangkan</a:t>
            </a:r>
            <a:r>
              <a:rPr lang="en-US" sz="1350" dirty="0">
                <a:latin typeface="+mj-lt"/>
              </a:rPr>
              <a:t> </a:t>
            </a:r>
            <a:r>
              <a:rPr lang="en-US" sz="1350" dirty="0" err="1">
                <a:latin typeface="+mj-lt"/>
              </a:rPr>
              <a:t>adalah</a:t>
            </a:r>
            <a:r>
              <a:rPr lang="en-US" sz="1350" dirty="0">
                <a:latin typeface="+mj-lt"/>
              </a:rPr>
              <a:t> 2 dan 7. </a:t>
            </a:r>
            <a:r>
              <a:rPr lang="en-US" sz="1350" dirty="0" err="1">
                <a:latin typeface="+mj-lt"/>
              </a:rPr>
              <a:t>Hasilnya</a:t>
            </a:r>
            <a:r>
              <a:rPr lang="en-US" sz="1350" dirty="0">
                <a:latin typeface="+mj-lt"/>
              </a:rPr>
              <a:t> </a:t>
            </a:r>
            <a:r>
              <a:rPr lang="en-US" sz="1350" dirty="0" err="1">
                <a:latin typeface="+mj-lt"/>
              </a:rPr>
              <a:t>dapat</a:t>
            </a:r>
            <a:r>
              <a:rPr lang="en-US" sz="1350" dirty="0">
                <a:latin typeface="+mj-lt"/>
              </a:rPr>
              <a:t> </a:t>
            </a:r>
            <a:r>
              <a:rPr lang="en-US" sz="1350" dirty="0" err="1">
                <a:latin typeface="+mj-lt"/>
              </a:rPr>
              <a:t>dilihat</a:t>
            </a:r>
            <a:r>
              <a:rPr lang="en-US" sz="1350" dirty="0">
                <a:latin typeface="+mj-lt"/>
              </a:rPr>
              <a:t> </a:t>
            </a:r>
            <a:r>
              <a:rPr lang="en-US" sz="1350" dirty="0" err="1">
                <a:latin typeface="+mj-lt"/>
              </a:rPr>
              <a:t>sebagai</a:t>
            </a:r>
            <a:r>
              <a:rPr lang="en-US" sz="1350" dirty="0">
                <a:latin typeface="+mj-lt"/>
              </a:rPr>
              <a:t> </a:t>
            </a:r>
            <a:r>
              <a:rPr lang="en-US" sz="1350" dirty="0" err="1">
                <a:latin typeface="+mj-lt"/>
              </a:rPr>
              <a:t>berikut</a:t>
            </a:r>
            <a:r>
              <a:rPr lang="en-US" sz="1350" dirty="0">
                <a:latin typeface="+mj-lt"/>
              </a:rPr>
              <a:t>:</a:t>
            </a:r>
          </a:p>
        </p:txBody>
      </p:sp>
      <p:graphicFrame>
        <p:nvGraphicFramePr>
          <p:cNvPr id="5" name="Tabel 4">
            <a:extLst>
              <a:ext uri="{FF2B5EF4-FFF2-40B4-BE49-F238E27FC236}">
                <a16:creationId xmlns:a16="http://schemas.microsoft.com/office/drawing/2014/main" id="{3A105F97-F328-4996-BA52-8350CE986805}"/>
              </a:ext>
            </a:extLst>
          </p:cNvPr>
          <p:cNvGraphicFramePr>
            <a:graphicFrameLocks noGrp="1"/>
          </p:cNvGraphicFramePr>
          <p:nvPr>
            <p:extLst>
              <p:ext uri="{D42A27DB-BD31-4B8C-83A1-F6EECF244321}">
                <p14:modId xmlns:p14="http://schemas.microsoft.com/office/powerpoint/2010/main" val="1139085883"/>
              </p:ext>
            </p:extLst>
          </p:nvPr>
        </p:nvGraphicFramePr>
        <p:xfrm>
          <a:off x="471488" y="2064327"/>
          <a:ext cx="5915024" cy="2134943"/>
        </p:xfrm>
        <a:graphic>
          <a:graphicData uri="http://schemas.openxmlformats.org/drawingml/2006/table">
            <a:tbl>
              <a:tblPr firstRow="1" firstCol="1" bandRow="1">
                <a:tableStyleId>{B301B821-A1FF-4177-AEE7-76D212191A09}</a:tableStyleId>
              </a:tblPr>
              <a:tblGrid>
                <a:gridCol w="605522">
                  <a:extLst>
                    <a:ext uri="{9D8B030D-6E8A-4147-A177-3AD203B41FA5}">
                      <a16:colId xmlns:a16="http://schemas.microsoft.com/office/drawing/2014/main" val="1464093497"/>
                    </a:ext>
                  </a:extLst>
                </a:gridCol>
                <a:gridCol w="1989572">
                  <a:extLst>
                    <a:ext uri="{9D8B030D-6E8A-4147-A177-3AD203B41FA5}">
                      <a16:colId xmlns:a16="http://schemas.microsoft.com/office/drawing/2014/main" val="356308988"/>
                    </a:ext>
                  </a:extLst>
                </a:gridCol>
                <a:gridCol w="848128">
                  <a:extLst>
                    <a:ext uri="{9D8B030D-6E8A-4147-A177-3AD203B41FA5}">
                      <a16:colId xmlns:a16="http://schemas.microsoft.com/office/drawing/2014/main" val="3808700274"/>
                    </a:ext>
                  </a:extLst>
                </a:gridCol>
                <a:gridCol w="2471802">
                  <a:extLst>
                    <a:ext uri="{9D8B030D-6E8A-4147-A177-3AD203B41FA5}">
                      <a16:colId xmlns:a16="http://schemas.microsoft.com/office/drawing/2014/main" val="1005923056"/>
                    </a:ext>
                  </a:extLst>
                </a:gridCol>
              </a:tblGrid>
              <a:tr h="353291">
                <a:tc>
                  <a:txBody>
                    <a:bodyPr/>
                    <a:lstStyle/>
                    <a:p>
                      <a:pPr>
                        <a:lnSpc>
                          <a:spcPct val="115000"/>
                        </a:lnSpc>
                        <a:spcAft>
                          <a:spcPts val="800"/>
                        </a:spcAft>
                      </a:pPr>
                      <a:r>
                        <a:rPr lang="en-US" sz="1800">
                          <a:effectLst/>
                        </a:rPr>
                        <a:t>id</a:t>
                      </a:r>
                      <a:endParaRPr lang="en-US" sz="15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800">
                          <a:effectLst/>
                        </a:rPr>
                        <a:t>temperatur badan</a:t>
                      </a:r>
                      <a:endParaRPr lang="en-US" sz="15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800" dirty="0" err="1">
                          <a:effectLst/>
                        </a:rPr>
                        <a:t>batuk</a:t>
                      </a:r>
                      <a:endParaRPr lang="en-US" sz="15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800" dirty="0">
                          <a:effectLst/>
                        </a:rPr>
                        <a:t>diagnosis </a:t>
                      </a:r>
                      <a:r>
                        <a:rPr lang="en-US" sz="1800" dirty="0" err="1">
                          <a:effectLst/>
                        </a:rPr>
                        <a:t>sakit</a:t>
                      </a:r>
                      <a:r>
                        <a:rPr lang="en-US" sz="1800" dirty="0">
                          <a:effectLst/>
                        </a:rPr>
                        <a:t> covid-19</a:t>
                      </a:r>
                      <a:endParaRPr lang="en-US" sz="15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extLst>
                  <a:ext uri="{0D108BD9-81ED-4DB2-BD59-A6C34878D82A}">
                    <a16:rowId xmlns:a16="http://schemas.microsoft.com/office/drawing/2014/main" val="2070731303"/>
                  </a:ext>
                </a:extLst>
              </a:tr>
              <a:tr h="296942">
                <a:tc>
                  <a:txBody>
                    <a:bodyPr/>
                    <a:lstStyle/>
                    <a:p>
                      <a:pPr>
                        <a:lnSpc>
                          <a:spcPct val="115000"/>
                        </a:lnSpc>
                        <a:spcAft>
                          <a:spcPts val="800"/>
                        </a:spcAft>
                      </a:pPr>
                      <a:r>
                        <a:rPr lang="en-US" sz="1800">
                          <a:effectLst/>
                        </a:rPr>
                        <a:t>1</a:t>
                      </a:r>
                      <a:endParaRPr lang="en-US" sz="15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800">
                          <a:effectLst/>
                        </a:rPr>
                        <a:t>tinggi</a:t>
                      </a:r>
                      <a:endParaRPr lang="en-US" sz="15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800">
                          <a:effectLst/>
                        </a:rPr>
                        <a:t>tidak</a:t>
                      </a:r>
                      <a:endParaRPr lang="en-US" sz="15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800">
                          <a:effectLst/>
                        </a:rPr>
                        <a:t>ya</a:t>
                      </a:r>
                      <a:endParaRPr lang="en-US" sz="15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extLst>
                  <a:ext uri="{0D108BD9-81ED-4DB2-BD59-A6C34878D82A}">
                    <a16:rowId xmlns:a16="http://schemas.microsoft.com/office/drawing/2014/main" val="687363948"/>
                  </a:ext>
                </a:extLst>
              </a:tr>
              <a:tr h="296942">
                <a:tc>
                  <a:txBody>
                    <a:bodyPr/>
                    <a:lstStyle/>
                    <a:p>
                      <a:pPr>
                        <a:lnSpc>
                          <a:spcPct val="115000"/>
                        </a:lnSpc>
                        <a:spcAft>
                          <a:spcPts val="800"/>
                        </a:spcAft>
                      </a:pPr>
                      <a:r>
                        <a:rPr lang="en-US" sz="1800">
                          <a:effectLst/>
                        </a:rPr>
                        <a:t>3</a:t>
                      </a:r>
                      <a:endParaRPr lang="en-US" sz="15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800">
                          <a:effectLst/>
                        </a:rPr>
                        <a:t>normal</a:t>
                      </a:r>
                      <a:endParaRPr lang="en-US" sz="15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800">
                          <a:effectLst/>
                        </a:rPr>
                        <a:t>tidak</a:t>
                      </a:r>
                      <a:endParaRPr lang="en-US" sz="15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800">
                          <a:effectLst/>
                        </a:rPr>
                        <a:t>tidak</a:t>
                      </a:r>
                      <a:endParaRPr lang="en-US" sz="15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extLst>
                  <a:ext uri="{0D108BD9-81ED-4DB2-BD59-A6C34878D82A}">
                    <a16:rowId xmlns:a16="http://schemas.microsoft.com/office/drawing/2014/main" val="2359378171"/>
                  </a:ext>
                </a:extLst>
              </a:tr>
              <a:tr h="296942">
                <a:tc>
                  <a:txBody>
                    <a:bodyPr/>
                    <a:lstStyle/>
                    <a:p>
                      <a:pPr>
                        <a:lnSpc>
                          <a:spcPct val="115000"/>
                        </a:lnSpc>
                        <a:spcAft>
                          <a:spcPts val="800"/>
                        </a:spcAft>
                      </a:pPr>
                      <a:r>
                        <a:rPr lang="en-US" sz="1800">
                          <a:effectLst/>
                        </a:rPr>
                        <a:t>4</a:t>
                      </a:r>
                      <a:endParaRPr lang="en-US" sz="15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800">
                          <a:effectLst/>
                        </a:rPr>
                        <a:t>tinggi</a:t>
                      </a:r>
                      <a:endParaRPr lang="en-US" sz="15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800">
                          <a:effectLst/>
                        </a:rPr>
                        <a:t>ya</a:t>
                      </a:r>
                      <a:endParaRPr lang="en-US" sz="15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800">
                          <a:effectLst/>
                        </a:rPr>
                        <a:t>tidak</a:t>
                      </a:r>
                      <a:endParaRPr lang="en-US" sz="15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extLst>
                  <a:ext uri="{0D108BD9-81ED-4DB2-BD59-A6C34878D82A}">
                    <a16:rowId xmlns:a16="http://schemas.microsoft.com/office/drawing/2014/main" val="1539003485"/>
                  </a:ext>
                </a:extLst>
              </a:tr>
              <a:tr h="296942">
                <a:tc>
                  <a:txBody>
                    <a:bodyPr/>
                    <a:lstStyle/>
                    <a:p>
                      <a:pPr>
                        <a:lnSpc>
                          <a:spcPct val="115000"/>
                        </a:lnSpc>
                        <a:spcAft>
                          <a:spcPts val="800"/>
                        </a:spcAft>
                      </a:pPr>
                      <a:r>
                        <a:rPr lang="en-US" sz="1800">
                          <a:effectLst/>
                        </a:rPr>
                        <a:t>5</a:t>
                      </a:r>
                      <a:endParaRPr lang="en-US" sz="15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800">
                          <a:effectLst/>
                        </a:rPr>
                        <a:t>tinggi</a:t>
                      </a:r>
                      <a:endParaRPr lang="en-US" sz="15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800">
                          <a:effectLst/>
                        </a:rPr>
                        <a:t>tidak</a:t>
                      </a:r>
                      <a:endParaRPr lang="en-US" sz="15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800">
                          <a:effectLst/>
                        </a:rPr>
                        <a:t>ya</a:t>
                      </a:r>
                      <a:endParaRPr lang="en-US" sz="15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extLst>
                  <a:ext uri="{0D108BD9-81ED-4DB2-BD59-A6C34878D82A}">
                    <a16:rowId xmlns:a16="http://schemas.microsoft.com/office/drawing/2014/main" val="1603917544"/>
                  </a:ext>
                </a:extLst>
              </a:tr>
              <a:tr h="296942">
                <a:tc>
                  <a:txBody>
                    <a:bodyPr/>
                    <a:lstStyle/>
                    <a:p>
                      <a:pPr>
                        <a:lnSpc>
                          <a:spcPct val="115000"/>
                        </a:lnSpc>
                        <a:spcAft>
                          <a:spcPts val="800"/>
                        </a:spcAft>
                      </a:pPr>
                      <a:r>
                        <a:rPr lang="en-US" sz="1800">
                          <a:effectLst/>
                        </a:rPr>
                        <a:t>6</a:t>
                      </a:r>
                      <a:endParaRPr lang="en-US" sz="15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800">
                          <a:effectLst/>
                        </a:rPr>
                        <a:t>normal</a:t>
                      </a:r>
                      <a:endParaRPr lang="en-US" sz="15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800">
                          <a:effectLst/>
                        </a:rPr>
                        <a:t>tidak</a:t>
                      </a:r>
                      <a:endParaRPr lang="en-US" sz="15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800">
                          <a:effectLst/>
                        </a:rPr>
                        <a:t>ya</a:t>
                      </a:r>
                      <a:endParaRPr lang="en-US" sz="15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extLst>
                  <a:ext uri="{0D108BD9-81ED-4DB2-BD59-A6C34878D82A}">
                    <a16:rowId xmlns:a16="http://schemas.microsoft.com/office/drawing/2014/main" val="2360792328"/>
                  </a:ext>
                </a:extLst>
              </a:tr>
              <a:tr h="296942">
                <a:tc>
                  <a:txBody>
                    <a:bodyPr/>
                    <a:lstStyle/>
                    <a:p>
                      <a:pPr>
                        <a:lnSpc>
                          <a:spcPct val="115000"/>
                        </a:lnSpc>
                        <a:spcAft>
                          <a:spcPts val="800"/>
                        </a:spcAft>
                      </a:pPr>
                      <a:r>
                        <a:rPr lang="en-US" sz="1800">
                          <a:effectLst/>
                        </a:rPr>
                        <a:t>8</a:t>
                      </a:r>
                      <a:endParaRPr lang="en-US" sz="15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800">
                          <a:effectLst/>
                        </a:rPr>
                        <a:t>normal</a:t>
                      </a:r>
                      <a:endParaRPr lang="en-US" sz="15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800">
                          <a:effectLst/>
                        </a:rPr>
                        <a:t>ya</a:t>
                      </a:r>
                      <a:endParaRPr lang="en-US" sz="15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tc>
                  <a:txBody>
                    <a:bodyPr/>
                    <a:lstStyle/>
                    <a:p>
                      <a:pPr>
                        <a:lnSpc>
                          <a:spcPct val="115000"/>
                        </a:lnSpc>
                        <a:spcAft>
                          <a:spcPts val="800"/>
                        </a:spcAft>
                      </a:pPr>
                      <a:r>
                        <a:rPr lang="en-US" sz="1800" dirty="0" err="1">
                          <a:effectLst/>
                        </a:rPr>
                        <a:t>tidak</a:t>
                      </a:r>
                      <a:endParaRPr lang="en-US" sz="15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tc>
                <a:extLst>
                  <a:ext uri="{0D108BD9-81ED-4DB2-BD59-A6C34878D82A}">
                    <a16:rowId xmlns:a16="http://schemas.microsoft.com/office/drawing/2014/main" val="1739116457"/>
                  </a:ext>
                </a:extLst>
              </a:tr>
            </a:tbl>
          </a:graphicData>
        </a:graphic>
      </p:graphicFrame>
    </p:spTree>
    <p:extLst>
      <p:ext uri="{BB962C8B-B14F-4D97-AF65-F5344CB8AC3E}">
        <p14:creationId xmlns:p14="http://schemas.microsoft.com/office/powerpoint/2010/main" val="33449123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D84345EE-32D5-4CD3-872B-C4DF936D1647}"/>
              </a:ext>
            </a:extLst>
          </p:cNvPr>
          <p:cNvSpPr>
            <a:spLocks noGrp="1"/>
          </p:cNvSpPr>
          <p:nvPr>
            <p:ph type="title"/>
          </p:nvPr>
        </p:nvSpPr>
        <p:spPr/>
        <p:txBody>
          <a:bodyPr/>
          <a:lstStyle/>
          <a:p>
            <a:r>
              <a:rPr lang="id-ID" dirty="0"/>
              <a:t>Iterasi Pohon 3</a:t>
            </a:r>
            <a:endParaRPr lang="en-US" dirty="0"/>
          </a:p>
        </p:txBody>
      </p:sp>
      <p:sp>
        <p:nvSpPr>
          <p:cNvPr id="3" name="Tampungan Konten 2">
            <a:extLst>
              <a:ext uri="{FF2B5EF4-FFF2-40B4-BE49-F238E27FC236}">
                <a16:creationId xmlns:a16="http://schemas.microsoft.com/office/drawing/2014/main" id="{962DA0E4-B095-42D0-BEF8-B7BDD510EFCA}"/>
              </a:ext>
            </a:extLst>
          </p:cNvPr>
          <p:cNvSpPr>
            <a:spLocks noGrp="1"/>
          </p:cNvSpPr>
          <p:nvPr>
            <p:ph idx="1"/>
          </p:nvPr>
        </p:nvSpPr>
        <p:spPr/>
        <p:txBody>
          <a:bodyPr>
            <a:normAutofit/>
          </a:bodyPr>
          <a:lstStyle/>
          <a:p>
            <a:r>
              <a:rPr lang="en-US" sz="1350" dirty="0" err="1">
                <a:latin typeface="+mj-lt"/>
              </a:rPr>
              <a:t>Lakukan</a:t>
            </a:r>
            <a:r>
              <a:rPr lang="en-US" sz="1350" dirty="0">
                <a:latin typeface="+mj-lt"/>
              </a:rPr>
              <a:t> </a:t>
            </a:r>
            <a:r>
              <a:rPr lang="en-US" sz="1350" dirty="0" err="1">
                <a:latin typeface="+mj-lt"/>
              </a:rPr>
              <a:t>perhitungan</a:t>
            </a:r>
            <a:r>
              <a:rPr lang="en-US" sz="1350" dirty="0">
                <a:latin typeface="+mj-lt"/>
              </a:rPr>
              <a:t> </a:t>
            </a:r>
            <a:r>
              <a:rPr lang="en-US" sz="1350" dirty="0" err="1">
                <a:latin typeface="+mj-lt"/>
              </a:rPr>
              <a:t>gini</a:t>
            </a:r>
            <a:r>
              <a:rPr lang="en-US" sz="1350" dirty="0">
                <a:latin typeface="+mj-lt"/>
              </a:rPr>
              <a:t> </a:t>
            </a:r>
            <a:r>
              <a:rPr lang="en-US" sz="1350" dirty="0" err="1">
                <a:latin typeface="+mj-lt"/>
              </a:rPr>
              <a:t>indeks</a:t>
            </a:r>
            <a:r>
              <a:rPr lang="en-US" sz="1350" dirty="0">
                <a:latin typeface="+mj-lt"/>
              </a:rPr>
              <a:t> dan </a:t>
            </a:r>
            <a:r>
              <a:rPr lang="en-US" sz="1350" dirty="0" err="1">
                <a:latin typeface="+mj-lt"/>
              </a:rPr>
              <a:t>gini</a:t>
            </a:r>
            <a:r>
              <a:rPr lang="en-US" sz="1350" dirty="0">
                <a:latin typeface="+mj-lt"/>
              </a:rPr>
              <a:t> split </a:t>
            </a:r>
            <a:r>
              <a:rPr lang="en-US" sz="1350" dirty="0" err="1">
                <a:latin typeface="+mj-lt"/>
              </a:rPr>
              <a:t>indeks</a:t>
            </a:r>
            <a:r>
              <a:rPr lang="en-US" sz="1350" dirty="0">
                <a:latin typeface="+mj-lt"/>
              </a:rPr>
              <a:t> </a:t>
            </a:r>
            <a:r>
              <a:rPr lang="en-US" sz="1350" dirty="0" err="1">
                <a:latin typeface="+mj-lt"/>
              </a:rPr>
              <a:t>dengan</a:t>
            </a:r>
            <a:r>
              <a:rPr lang="en-US" sz="1350" dirty="0">
                <a:latin typeface="+mj-lt"/>
              </a:rPr>
              <a:t> </a:t>
            </a:r>
            <a:r>
              <a:rPr lang="en-US" sz="1350" dirty="0" err="1">
                <a:latin typeface="+mj-lt"/>
              </a:rPr>
              <a:t>rumus</a:t>
            </a:r>
            <a:r>
              <a:rPr lang="en-US" sz="1350" dirty="0">
                <a:latin typeface="+mj-lt"/>
              </a:rPr>
              <a:t> </a:t>
            </a:r>
            <a:r>
              <a:rPr lang="en-US" sz="1350" dirty="0" err="1">
                <a:latin typeface="+mj-lt"/>
              </a:rPr>
              <a:t>seperti</a:t>
            </a:r>
            <a:r>
              <a:rPr lang="en-US" sz="1350" dirty="0">
                <a:latin typeface="+mj-lt"/>
              </a:rPr>
              <a:t> pada </a:t>
            </a:r>
            <a:r>
              <a:rPr lang="en-US" sz="1350" dirty="0" err="1">
                <a:latin typeface="+mj-lt"/>
              </a:rPr>
              <a:t>pohon</a:t>
            </a:r>
            <a:r>
              <a:rPr lang="en-US" sz="1350" dirty="0">
                <a:latin typeface="+mj-lt"/>
              </a:rPr>
              <a:t> </a:t>
            </a:r>
            <a:r>
              <a:rPr lang="en-US" sz="1350" dirty="0" err="1">
                <a:latin typeface="+mj-lt"/>
              </a:rPr>
              <a:t>pertama</a:t>
            </a:r>
            <a:r>
              <a:rPr lang="en-US" sz="1350" dirty="0">
                <a:latin typeface="+mj-lt"/>
              </a:rPr>
              <a:t>, dan </a:t>
            </a:r>
            <a:r>
              <a:rPr lang="en-US" sz="1350" dirty="0" err="1">
                <a:latin typeface="+mj-lt"/>
              </a:rPr>
              <a:t>hasilnya</a:t>
            </a:r>
            <a:r>
              <a:rPr lang="en-US" sz="1350" dirty="0">
                <a:latin typeface="+mj-lt"/>
              </a:rPr>
              <a:t> </a:t>
            </a:r>
            <a:r>
              <a:rPr lang="en-US" sz="1350" dirty="0" err="1">
                <a:latin typeface="+mj-lt"/>
              </a:rPr>
              <a:t>akan</a:t>
            </a:r>
            <a:r>
              <a:rPr lang="en-US" sz="1350" dirty="0">
                <a:latin typeface="+mj-lt"/>
              </a:rPr>
              <a:t> </a:t>
            </a:r>
            <a:r>
              <a:rPr lang="en-US" sz="1350" dirty="0" err="1">
                <a:latin typeface="+mj-lt"/>
              </a:rPr>
              <a:t>menjadi</a:t>
            </a:r>
            <a:r>
              <a:rPr lang="en-US" sz="1350" dirty="0">
                <a:latin typeface="+mj-lt"/>
              </a:rPr>
              <a:t> </a:t>
            </a:r>
            <a:r>
              <a:rPr lang="en-US" sz="1350" dirty="0" err="1">
                <a:latin typeface="+mj-lt"/>
              </a:rPr>
              <a:t>seperti</a:t>
            </a:r>
            <a:r>
              <a:rPr lang="en-US" sz="1350" dirty="0">
                <a:latin typeface="+mj-lt"/>
              </a:rPr>
              <a:t>:</a:t>
            </a:r>
            <a:endParaRPr lang="id-ID" sz="1350" dirty="0">
              <a:latin typeface="+mj-lt"/>
            </a:endParaRPr>
          </a:p>
          <a:p>
            <a:endParaRPr lang="id-ID" sz="1350" dirty="0">
              <a:latin typeface="+mj-lt"/>
            </a:endParaRPr>
          </a:p>
          <a:p>
            <a:endParaRPr lang="id-ID" sz="1350" dirty="0">
              <a:latin typeface="+mj-lt"/>
            </a:endParaRPr>
          </a:p>
          <a:p>
            <a:endParaRPr lang="id-ID" sz="1350" dirty="0">
              <a:latin typeface="+mj-lt"/>
            </a:endParaRPr>
          </a:p>
          <a:p>
            <a:endParaRPr lang="id-ID" sz="1350" dirty="0">
              <a:latin typeface="+mj-lt"/>
            </a:endParaRPr>
          </a:p>
          <a:p>
            <a:endParaRPr lang="id-ID" sz="1350" dirty="0">
              <a:latin typeface="+mj-lt"/>
            </a:endParaRPr>
          </a:p>
          <a:p>
            <a:endParaRPr lang="id-ID" sz="1350" dirty="0">
              <a:latin typeface="+mj-lt"/>
            </a:endParaRPr>
          </a:p>
          <a:p>
            <a:endParaRPr lang="id-ID" sz="1350" dirty="0">
              <a:latin typeface="+mj-lt"/>
            </a:endParaRPr>
          </a:p>
          <a:p>
            <a:r>
              <a:rPr lang="id-ID" sz="1350" dirty="0">
                <a:latin typeface="+mj-lt"/>
              </a:rPr>
              <a:t>Terlihat pada perhitungan di atas, terlihat bahwa atribut terbaik adalah Batuk, karena memiliki nilai </a:t>
            </a:r>
            <a:r>
              <a:rPr lang="id-ID" sz="1350" dirty="0" err="1">
                <a:latin typeface="+mj-lt"/>
              </a:rPr>
              <a:t>gini</a:t>
            </a:r>
            <a:r>
              <a:rPr lang="id-ID" sz="1350" dirty="0">
                <a:latin typeface="+mj-lt"/>
              </a:rPr>
              <a:t> </a:t>
            </a:r>
            <a:r>
              <a:rPr lang="id-ID" sz="1350" dirty="0" err="1">
                <a:latin typeface="+mj-lt"/>
              </a:rPr>
              <a:t>split</a:t>
            </a:r>
            <a:r>
              <a:rPr lang="id-ID" sz="1350" dirty="0">
                <a:latin typeface="+mj-lt"/>
              </a:rPr>
              <a:t> indeks terkecil.</a:t>
            </a:r>
          </a:p>
        </p:txBody>
      </p:sp>
      <p:graphicFrame>
        <p:nvGraphicFramePr>
          <p:cNvPr id="4" name="Tabel 3">
            <a:extLst>
              <a:ext uri="{FF2B5EF4-FFF2-40B4-BE49-F238E27FC236}">
                <a16:creationId xmlns:a16="http://schemas.microsoft.com/office/drawing/2014/main" id="{06F7FD99-C2CF-43A4-944C-2DBD96A55C02}"/>
              </a:ext>
            </a:extLst>
          </p:cNvPr>
          <p:cNvGraphicFramePr>
            <a:graphicFrameLocks noGrp="1"/>
          </p:cNvGraphicFramePr>
          <p:nvPr/>
        </p:nvGraphicFramePr>
        <p:xfrm>
          <a:off x="176083" y="1888972"/>
          <a:ext cx="3107447" cy="1685501"/>
        </p:xfrm>
        <a:graphic>
          <a:graphicData uri="http://schemas.openxmlformats.org/drawingml/2006/table">
            <a:tbl>
              <a:tblPr firstRow="1" firstCol="1" bandRow="1">
                <a:tableStyleId>{5C22544A-7EE6-4342-B048-85BDC9FD1C3A}</a:tableStyleId>
              </a:tblPr>
              <a:tblGrid>
                <a:gridCol w="545735">
                  <a:extLst>
                    <a:ext uri="{9D8B030D-6E8A-4147-A177-3AD203B41FA5}">
                      <a16:colId xmlns:a16="http://schemas.microsoft.com/office/drawing/2014/main" val="1395466755"/>
                    </a:ext>
                  </a:extLst>
                </a:gridCol>
                <a:gridCol w="426194">
                  <a:extLst>
                    <a:ext uri="{9D8B030D-6E8A-4147-A177-3AD203B41FA5}">
                      <a16:colId xmlns:a16="http://schemas.microsoft.com/office/drawing/2014/main" val="202790212"/>
                    </a:ext>
                  </a:extLst>
                </a:gridCol>
                <a:gridCol w="442436">
                  <a:extLst>
                    <a:ext uri="{9D8B030D-6E8A-4147-A177-3AD203B41FA5}">
                      <a16:colId xmlns:a16="http://schemas.microsoft.com/office/drawing/2014/main" val="2782789237"/>
                    </a:ext>
                  </a:extLst>
                </a:gridCol>
                <a:gridCol w="442436">
                  <a:extLst>
                    <a:ext uri="{9D8B030D-6E8A-4147-A177-3AD203B41FA5}">
                      <a16:colId xmlns:a16="http://schemas.microsoft.com/office/drawing/2014/main" val="3711469638"/>
                    </a:ext>
                  </a:extLst>
                </a:gridCol>
                <a:gridCol w="537940">
                  <a:extLst>
                    <a:ext uri="{9D8B030D-6E8A-4147-A177-3AD203B41FA5}">
                      <a16:colId xmlns:a16="http://schemas.microsoft.com/office/drawing/2014/main" val="4226803988"/>
                    </a:ext>
                  </a:extLst>
                </a:gridCol>
                <a:gridCol w="712706">
                  <a:extLst>
                    <a:ext uri="{9D8B030D-6E8A-4147-A177-3AD203B41FA5}">
                      <a16:colId xmlns:a16="http://schemas.microsoft.com/office/drawing/2014/main" val="2940052458"/>
                    </a:ext>
                  </a:extLst>
                </a:gridCol>
              </a:tblGrid>
              <a:tr h="204077">
                <a:tc rowSpan="2">
                  <a:txBody>
                    <a:bodyPr/>
                    <a:lstStyle/>
                    <a:p>
                      <a:pPr algn="ctr">
                        <a:lnSpc>
                          <a:spcPct val="115000"/>
                        </a:lnSpc>
                        <a:spcAft>
                          <a:spcPts val="800"/>
                        </a:spcAft>
                      </a:pPr>
                      <a:r>
                        <a:rPr lang="id-ID" sz="1100">
                          <a:effectLst/>
                        </a:rPr>
                        <a:t>Temp. Badan</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gridSpan="3">
                  <a:txBody>
                    <a:bodyPr/>
                    <a:lstStyle/>
                    <a:p>
                      <a:pPr algn="ctr">
                        <a:lnSpc>
                          <a:spcPct val="115000"/>
                        </a:lnSpc>
                        <a:spcAft>
                          <a:spcPts val="800"/>
                        </a:spcAft>
                      </a:pPr>
                      <a:r>
                        <a:rPr lang="id-ID" sz="1100" dirty="0">
                          <a:effectLst/>
                        </a:rPr>
                        <a:t>Diagnosis</a:t>
                      </a:r>
                      <a:endParaRPr lang="en-US" sz="9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hMerge="1">
                  <a:txBody>
                    <a:bodyPr/>
                    <a:lstStyle/>
                    <a:p>
                      <a:endParaRPr lang="en-US"/>
                    </a:p>
                  </a:txBody>
                  <a:tcPr/>
                </a:tc>
                <a:tc hMerge="1">
                  <a:txBody>
                    <a:bodyPr/>
                    <a:lstStyle/>
                    <a:p>
                      <a:endParaRPr lang="en-US"/>
                    </a:p>
                  </a:txBody>
                  <a:tcPr/>
                </a:tc>
                <a:tc rowSpan="2">
                  <a:txBody>
                    <a:bodyPr/>
                    <a:lstStyle/>
                    <a:p>
                      <a:pPr algn="ctr">
                        <a:lnSpc>
                          <a:spcPct val="115000"/>
                        </a:lnSpc>
                        <a:spcAft>
                          <a:spcPts val="800"/>
                        </a:spcAft>
                      </a:pPr>
                      <a:r>
                        <a:rPr lang="en-US" sz="1100">
                          <a:effectLst/>
                        </a:rPr>
                        <a:t>gini indeks</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rowSpan="2">
                  <a:txBody>
                    <a:bodyPr/>
                    <a:lstStyle/>
                    <a:p>
                      <a:pPr algn="ctr">
                        <a:lnSpc>
                          <a:spcPct val="115000"/>
                        </a:lnSpc>
                        <a:spcAft>
                          <a:spcPts val="800"/>
                        </a:spcAft>
                      </a:pPr>
                      <a:r>
                        <a:rPr lang="en-US" sz="1100" dirty="0" err="1">
                          <a:effectLst/>
                        </a:rPr>
                        <a:t>gini</a:t>
                      </a:r>
                      <a:r>
                        <a:rPr lang="en-US" sz="1100" dirty="0">
                          <a:effectLst/>
                        </a:rPr>
                        <a:t> split </a:t>
                      </a:r>
                      <a:r>
                        <a:rPr lang="en-US" sz="1100" dirty="0" err="1">
                          <a:effectLst/>
                        </a:rPr>
                        <a:t>indeks</a:t>
                      </a:r>
                      <a:endParaRPr lang="en-US" sz="9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3223815358"/>
                  </a:ext>
                </a:extLst>
              </a:tr>
              <a:tr h="650324">
                <a:tc vMerge="1">
                  <a:txBody>
                    <a:bodyPr/>
                    <a:lstStyle/>
                    <a:p>
                      <a:endParaRPr lang="en-US"/>
                    </a:p>
                  </a:txBody>
                  <a:tcPr/>
                </a:tc>
                <a:tc>
                  <a:txBody>
                    <a:bodyPr/>
                    <a:lstStyle/>
                    <a:p>
                      <a:pPr algn="ctr">
                        <a:lnSpc>
                          <a:spcPct val="115000"/>
                        </a:lnSpc>
                        <a:spcAft>
                          <a:spcPts val="800"/>
                        </a:spcAft>
                      </a:pPr>
                      <a:r>
                        <a:rPr lang="id-ID" sz="1100">
                          <a:effectLst/>
                        </a:rPr>
                        <a:t>ya</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100">
                          <a:effectLst/>
                        </a:rPr>
                        <a:t>tidak</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100">
                          <a:effectLst/>
                        </a:rPr>
                        <a:t>Total</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89881265"/>
                  </a:ext>
                </a:extLst>
              </a:tr>
              <a:tr h="204077">
                <a:tc>
                  <a:txBody>
                    <a:bodyPr/>
                    <a:lstStyle/>
                    <a:p>
                      <a:pPr algn="ctr">
                        <a:lnSpc>
                          <a:spcPct val="115000"/>
                        </a:lnSpc>
                        <a:spcAft>
                          <a:spcPts val="800"/>
                        </a:spcAft>
                      </a:pPr>
                      <a:r>
                        <a:rPr lang="id-ID" sz="1100">
                          <a:effectLst/>
                        </a:rPr>
                        <a:t>tinggi</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100">
                          <a:effectLst/>
                        </a:rPr>
                        <a:t>2</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100">
                          <a:effectLst/>
                        </a:rPr>
                        <a:t>1</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100">
                          <a:effectLst/>
                        </a:rPr>
                        <a:t>3</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1100">
                          <a:effectLst/>
                        </a:rPr>
                        <a:t>0.44</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rowSpan="3">
                  <a:txBody>
                    <a:bodyPr/>
                    <a:lstStyle/>
                    <a:p>
                      <a:pPr algn="ctr">
                        <a:lnSpc>
                          <a:spcPct val="115000"/>
                        </a:lnSpc>
                        <a:spcAft>
                          <a:spcPts val="800"/>
                        </a:spcAft>
                      </a:pPr>
                      <a:r>
                        <a:rPr lang="en-US" sz="1100">
                          <a:effectLst/>
                        </a:rPr>
                        <a:t>0.44</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329492723"/>
                  </a:ext>
                </a:extLst>
              </a:tr>
              <a:tr h="420852">
                <a:tc>
                  <a:txBody>
                    <a:bodyPr/>
                    <a:lstStyle/>
                    <a:p>
                      <a:pPr algn="ctr">
                        <a:lnSpc>
                          <a:spcPct val="115000"/>
                        </a:lnSpc>
                        <a:spcAft>
                          <a:spcPts val="800"/>
                        </a:spcAft>
                      </a:pPr>
                      <a:r>
                        <a:rPr lang="id-ID" sz="1100">
                          <a:effectLst/>
                        </a:rPr>
                        <a:t>normal</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1100">
                          <a:effectLst/>
                        </a:rPr>
                        <a:t>1</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1100">
                          <a:effectLst/>
                        </a:rPr>
                        <a:t>2</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1100">
                          <a:effectLst/>
                        </a:rPr>
                        <a:t>3</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1100">
                          <a:effectLst/>
                        </a:rPr>
                        <a:t>0.44</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vMerge="1">
                  <a:txBody>
                    <a:bodyPr/>
                    <a:lstStyle/>
                    <a:p>
                      <a:endParaRPr lang="en-US"/>
                    </a:p>
                  </a:txBody>
                  <a:tcPr/>
                </a:tc>
                <a:extLst>
                  <a:ext uri="{0D108BD9-81ED-4DB2-BD59-A6C34878D82A}">
                    <a16:rowId xmlns:a16="http://schemas.microsoft.com/office/drawing/2014/main" val="2041610629"/>
                  </a:ext>
                </a:extLst>
              </a:tr>
              <a:tr h="206171">
                <a:tc>
                  <a:txBody>
                    <a:bodyPr/>
                    <a:lstStyle/>
                    <a:p>
                      <a:pPr algn="ctr">
                        <a:lnSpc>
                          <a:spcPct val="115000"/>
                        </a:lnSpc>
                        <a:spcAft>
                          <a:spcPts val="800"/>
                        </a:spcAft>
                      </a:pPr>
                      <a:r>
                        <a:rPr lang="id-ID" sz="1100">
                          <a:effectLst/>
                        </a:rPr>
                        <a:t>Total</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100">
                          <a:effectLst/>
                        </a:rPr>
                        <a:t>3</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100">
                          <a:effectLst/>
                        </a:rPr>
                        <a:t>3</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100">
                          <a:effectLst/>
                        </a:rPr>
                        <a:t>6</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1100" dirty="0">
                          <a:effectLst/>
                        </a:rPr>
                        <a:t>0.5</a:t>
                      </a:r>
                      <a:endParaRPr lang="en-US" sz="9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vMerge="1">
                  <a:txBody>
                    <a:bodyPr/>
                    <a:lstStyle/>
                    <a:p>
                      <a:endParaRPr lang="en-US"/>
                    </a:p>
                  </a:txBody>
                  <a:tcPr/>
                </a:tc>
                <a:extLst>
                  <a:ext uri="{0D108BD9-81ED-4DB2-BD59-A6C34878D82A}">
                    <a16:rowId xmlns:a16="http://schemas.microsoft.com/office/drawing/2014/main" val="4073262364"/>
                  </a:ext>
                </a:extLst>
              </a:tr>
            </a:tbl>
          </a:graphicData>
        </a:graphic>
      </p:graphicFrame>
      <p:graphicFrame>
        <p:nvGraphicFramePr>
          <p:cNvPr id="7" name="Tabel 6">
            <a:extLst>
              <a:ext uri="{FF2B5EF4-FFF2-40B4-BE49-F238E27FC236}">
                <a16:creationId xmlns:a16="http://schemas.microsoft.com/office/drawing/2014/main" id="{24082D70-B66D-489B-9E3C-D306BEA85889}"/>
              </a:ext>
            </a:extLst>
          </p:cNvPr>
          <p:cNvGraphicFramePr>
            <a:graphicFrameLocks noGrp="1"/>
          </p:cNvGraphicFramePr>
          <p:nvPr/>
        </p:nvGraphicFramePr>
        <p:xfrm>
          <a:off x="3508100" y="1888971"/>
          <a:ext cx="2941190" cy="1685501"/>
        </p:xfrm>
        <a:graphic>
          <a:graphicData uri="http://schemas.openxmlformats.org/drawingml/2006/table">
            <a:tbl>
              <a:tblPr firstRow="1" firstCol="1" bandRow="1">
                <a:tableStyleId>{5C22544A-7EE6-4342-B048-85BDC9FD1C3A}</a:tableStyleId>
              </a:tblPr>
              <a:tblGrid>
                <a:gridCol w="486407">
                  <a:extLst>
                    <a:ext uri="{9D8B030D-6E8A-4147-A177-3AD203B41FA5}">
                      <a16:colId xmlns:a16="http://schemas.microsoft.com/office/drawing/2014/main" val="28695721"/>
                    </a:ext>
                  </a:extLst>
                </a:gridCol>
                <a:gridCol w="403391">
                  <a:extLst>
                    <a:ext uri="{9D8B030D-6E8A-4147-A177-3AD203B41FA5}">
                      <a16:colId xmlns:a16="http://schemas.microsoft.com/office/drawing/2014/main" val="1039603725"/>
                    </a:ext>
                  </a:extLst>
                </a:gridCol>
                <a:gridCol w="418764">
                  <a:extLst>
                    <a:ext uri="{9D8B030D-6E8A-4147-A177-3AD203B41FA5}">
                      <a16:colId xmlns:a16="http://schemas.microsoft.com/office/drawing/2014/main" val="1082305709"/>
                    </a:ext>
                  </a:extLst>
                </a:gridCol>
                <a:gridCol w="418764">
                  <a:extLst>
                    <a:ext uri="{9D8B030D-6E8A-4147-A177-3AD203B41FA5}">
                      <a16:colId xmlns:a16="http://schemas.microsoft.com/office/drawing/2014/main" val="1735395158"/>
                    </a:ext>
                  </a:extLst>
                </a:gridCol>
                <a:gridCol w="509159">
                  <a:extLst>
                    <a:ext uri="{9D8B030D-6E8A-4147-A177-3AD203B41FA5}">
                      <a16:colId xmlns:a16="http://schemas.microsoft.com/office/drawing/2014/main" val="67408425"/>
                    </a:ext>
                  </a:extLst>
                </a:gridCol>
                <a:gridCol w="704705">
                  <a:extLst>
                    <a:ext uri="{9D8B030D-6E8A-4147-A177-3AD203B41FA5}">
                      <a16:colId xmlns:a16="http://schemas.microsoft.com/office/drawing/2014/main" val="200902361"/>
                    </a:ext>
                  </a:extLst>
                </a:gridCol>
              </a:tblGrid>
              <a:tr h="241535">
                <a:tc rowSpan="2">
                  <a:txBody>
                    <a:bodyPr/>
                    <a:lstStyle/>
                    <a:p>
                      <a:pPr algn="ctr">
                        <a:lnSpc>
                          <a:spcPct val="115000"/>
                        </a:lnSpc>
                        <a:spcAft>
                          <a:spcPts val="800"/>
                        </a:spcAft>
                      </a:pPr>
                      <a:r>
                        <a:rPr lang="id-ID" sz="1100">
                          <a:effectLst/>
                        </a:rPr>
                        <a:t>Batuk</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gridSpan="3">
                  <a:txBody>
                    <a:bodyPr/>
                    <a:lstStyle/>
                    <a:p>
                      <a:pPr algn="ctr">
                        <a:lnSpc>
                          <a:spcPct val="115000"/>
                        </a:lnSpc>
                        <a:spcAft>
                          <a:spcPts val="800"/>
                        </a:spcAft>
                      </a:pPr>
                      <a:r>
                        <a:rPr lang="id-ID" sz="1100" dirty="0">
                          <a:effectLst/>
                        </a:rPr>
                        <a:t>Diagnosis</a:t>
                      </a:r>
                      <a:endParaRPr lang="en-US" sz="9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hMerge="1">
                  <a:txBody>
                    <a:bodyPr/>
                    <a:lstStyle/>
                    <a:p>
                      <a:endParaRPr lang="en-US"/>
                    </a:p>
                  </a:txBody>
                  <a:tcPr/>
                </a:tc>
                <a:tc hMerge="1">
                  <a:txBody>
                    <a:bodyPr/>
                    <a:lstStyle/>
                    <a:p>
                      <a:endParaRPr lang="en-US"/>
                    </a:p>
                  </a:txBody>
                  <a:tcPr/>
                </a:tc>
                <a:tc rowSpan="2">
                  <a:txBody>
                    <a:bodyPr/>
                    <a:lstStyle/>
                    <a:p>
                      <a:pPr algn="ctr">
                        <a:lnSpc>
                          <a:spcPct val="115000"/>
                        </a:lnSpc>
                        <a:spcAft>
                          <a:spcPts val="800"/>
                        </a:spcAft>
                      </a:pPr>
                      <a:r>
                        <a:rPr lang="en-US" sz="1100">
                          <a:effectLst/>
                        </a:rPr>
                        <a:t>gini indeks</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rowSpan="2">
                  <a:txBody>
                    <a:bodyPr/>
                    <a:lstStyle/>
                    <a:p>
                      <a:pPr algn="ctr">
                        <a:lnSpc>
                          <a:spcPct val="115000"/>
                        </a:lnSpc>
                        <a:spcAft>
                          <a:spcPts val="800"/>
                        </a:spcAft>
                      </a:pPr>
                      <a:r>
                        <a:rPr lang="en-US" sz="1100">
                          <a:effectLst/>
                        </a:rPr>
                        <a:t>gini split indeks</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1296107099"/>
                  </a:ext>
                </a:extLst>
              </a:tr>
              <a:tr h="597429">
                <a:tc vMerge="1">
                  <a:txBody>
                    <a:bodyPr/>
                    <a:lstStyle/>
                    <a:p>
                      <a:endParaRPr lang="en-US"/>
                    </a:p>
                  </a:txBody>
                  <a:tcPr/>
                </a:tc>
                <a:tc>
                  <a:txBody>
                    <a:bodyPr/>
                    <a:lstStyle/>
                    <a:p>
                      <a:pPr algn="ctr">
                        <a:lnSpc>
                          <a:spcPct val="115000"/>
                        </a:lnSpc>
                        <a:spcAft>
                          <a:spcPts val="800"/>
                        </a:spcAft>
                      </a:pPr>
                      <a:r>
                        <a:rPr lang="id-ID" sz="1100">
                          <a:effectLst/>
                        </a:rPr>
                        <a:t>ya</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100">
                          <a:effectLst/>
                        </a:rPr>
                        <a:t>tidak</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100">
                          <a:effectLst/>
                        </a:rPr>
                        <a:t>Total</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11692243"/>
                  </a:ext>
                </a:extLst>
              </a:tr>
              <a:tr h="281217">
                <a:tc>
                  <a:txBody>
                    <a:bodyPr/>
                    <a:lstStyle/>
                    <a:p>
                      <a:pPr algn="ctr">
                        <a:lnSpc>
                          <a:spcPct val="115000"/>
                        </a:lnSpc>
                        <a:spcAft>
                          <a:spcPts val="800"/>
                        </a:spcAft>
                      </a:pPr>
                      <a:r>
                        <a:rPr lang="id-ID" sz="1100">
                          <a:effectLst/>
                        </a:rPr>
                        <a:t>ya</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100">
                          <a:effectLst/>
                        </a:rPr>
                        <a:t>0</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100">
                          <a:effectLst/>
                        </a:rPr>
                        <a:t>2</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100">
                          <a:effectLst/>
                        </a:rPr>
                        <a:t>2</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1100">
                          <a:effectLst/>
                        </a:rPr>
                        <a:t>0</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rowSpan="3">
                  <a:txBody>
                    <a:bodyPr/>
                    <a:lstStyle/>
                    <a:p>
                      <a:pPr algn="ctr">
                        <a:lnSpc>
                          <a:spcPct val="115000"/>
                        </a:lnSpc>
                        <a:spcAft>
                          <a:spcPts val="800"/>
                        </a:spcAft>
                      </a:pPr>
                      <a:r>
                        <a:rPr lang="en-US" sz="1100">
                          <a:effectLst/>
                        </a:rPr>
                        <a:t>0.25</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extLst>
                  <a:ext uri="{0D108BD9-81ED-4DB2-BD59-A6C34878D82A}">
                    <a16:rowId xmlns:a16="http://schemas.microsoft.com/office/drawing/2014/main" val="24049736"/>
                  </a:ext>
                </a:extLst>
              </a:tr>
              <a:tr h="281217">
                <a:tc>
                  <a:txBody>
                    <a:bodyPr/>
                    <a:lstStyle/>
                    <a:p>
                      <a:pPr algn="ctr">
                        <a:lnSpc>
                          <a:spcPct val="115000"/>
                        </a:lnSpc>
                        <a:spcAft>
                          <a:spcPts val="800"/>
                        </a:spcAft>
                      </a:pPr>
                      <a:r>
                        <a:rPr lang="id-ID" sz="1100">
                          <a:effectLst/>
                        </a:rPr>
                        <a:t>tidak</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1100">
                          <a:effectLst/>
                        </a:rPr>
                        <a:t>3</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1100">
                          <a:effectLst/>
                        </a:rPr>
                        <a:t>1</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1100">
                          <a:effectLst/>
                        </a:rPr>
                        <a:t>4</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1100">
                          <a:effectLst/>
                        </a:rPr>
                        <a:t>0.375</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vMerge="1">
                  <a:txBody>
                    <a:bodyPr/>
                    <a:lstStyle/>
                    <a:p>
                      <a:endParaRPr lang="en-US"/>
                    </a:p>
                  </a:txBody>
                  <a:tcPr/>
                </a:tc>
                <a:extLst>
                  <a:ext uri="{0D108BD9-81ED-4DB2-BD59-A6C34878D82A}">
                    <a16:rowId xmlns:a16="http://schemas.microsoft.com/office/drawing/2014/main" val="3510307306"/>
                  </a:ext>
                </a:extLst>
              </a:tr>
              <a:tr h="284103">
                <a:tc>
                  <a:txBody>
                    <a:bodyPr/>
                    <a:lstStyle/>
                    <a:p>
                      <a:pPr algn="ctr">
                        <a:lnSpc>
                          <a:spcPct val="115000"/>
                        </a:lnSpc>
                        <a:spcAft>
                          <a:spcPts val="800"/>
                        </a:spcAft>
                      </a:pPr>
                      <a:r>
                        <a:rPr lang="id-ID" sz="1100">
                          <a:effectLst/>
                        </a:rPr>
                        <a:t>Total</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100">
                          <a:effectLst/>
                        </a:rPr>
                        <a:t>3</a:t>
                      </a:r>
                      <a:endParaRPr lang="en-US" sz="90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100" dirty="0">
                          <a:effectLst/>
                        </a:rPr>
                        <a:t>3</a:t>
                      </a:r>
                      <a:endParaRPr lang="en-US" sz="9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id-ID" sz="1100" dirty="0">
                          <a:effectLst/>
                        </a:rPr>
                        <a:t>6</a:t>
                      </a:r>
                      <a:endParaRPr lang="en-US" sz="9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a:txBody>
                    <a:bodyPr/>
                    <a:lstStyle/>
                    <a:p>
                      <a:pPr algn="ctr">
                        <a:lnSpc>
                          <a:spcPct val="115000"/>
                        </a:lnSpc>
                        <a:spcAft>
                          <a:spcPts val="800"/>
                        </a:spcAft>
                      </a:pPr>
                      <a:r>
                        <a:rPr lang="en-US" sz="1100" dirty="0">
                          <a:effectLst/>
                        </a:rPr>
                        <a:t>0.5</a:t>
                      </a:r>
                      <a:endParaRPr lang="en-US" sz="900" dirty="0">
                        <a:effectLst/>
                        <a:latin typeface="Calibri" panose="020F0502020204030204" pitchFamily="34" charset="0"/>
                        <a:ea typeface="Calibri" panose="020F0502020204030204" pitchFamily="34" charset="0"/>
                        <a:cs typeface="Arial" panose="020B0604020202020204" pitchFamily="34" charset="0"/>
                      </a:endParaRPr>
                    </a:p>
                  </a:txBody>
                  <a:tcPr marL="51435" marR="51435" marT="0" marB="0" anchor="ctr"/>
                </a:tc>
                <a:tc vMerge="1">
                  <a:txBody>
                    <a:bodyPr/>
                    <a:lstStyle/>
                    <a:p>
                      <a:endParaRPr lang="en-US"/>
                    </a:p>
                  </a:txBody>
                  <a:tcPr/>
                </a:tc>
                <a:extLst>
                  <a:ext uri="{0D108BD9-81ED-4DB2-BD59-A6C34878D82A}">
                    <a16:rowId xmlns:a16="http://schemas.microsoft.com/office/drawing/2014/main" val="4070009809"/>
                  </a:ext>
                </a:extLst>
              </a:tr>
            </a:tbl>
          </a:graphicData>
        </a:graphic>
      </p:graphicFrame>
    </p:spTree>
    <p:extLst>
      <p:ext uri="{BB962C8B-B14F-4D97-AF65-F5344CB8AC3E}">
        <p14:creationId xmlns:p14="http://schemas.microsoft.com/office/powerpoint/2010/main" val="36755719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D84345EE-32D5-4CD3-872B-C4DF936D1647}"/>
              </a:ext>
            </a:extLst>
          </p:cNvPr>
          <p:cNvSpPr>
            <a:spLocks noGrp="1"/>
          </p:cNvSpPr>
          <p:nvPr>
            <p:ph type="title"/>
          </p:nvPr>
        </p:nvSpPr>
        <p:spPr/>
        <p:txBody>
          <a:bodyPr/>
          <a:lstStyle/>
          <a:p>
            <a:r>
              <a:rPr lang="id-ID" dirty="0"/>
              <a:t>Hasil Akhir</a:t>
            </a:r>
            <a:endParaRPr lang="en-US" dirty="0"/>
          </a:p>
        </p:txBody>
      </p:sp>
      <p:sp>
        <p:nvSpPr>
          <p:cNvPr id="3" name="Tampungan Konten 2">
            <a:extLst>
              <a:ext uri="{FF2B5EF4-FFF2-40B4-BE49-F238E27FC236}">
                <a16:creationId xmlns:a16="http://schemas.microsoft.com/office/drawing/2014/main" id="{962DA0E4-B095-42D0-BEF8-B7BDD510EFCA}"/>
              </a:ext>
            </a:extLst>
          </p:cNvPr>
          <p:cNvSpPr>
            <a:spLocks noGrp="1"/>
          </p:cNvSpPr>
          <p:nvPr>
            <p:ph idx="1"/>
          </p:nvPr>
        </p:nvSpPr>
        <p:spPr>
          <a:xfrm>
            <a:off x="471488" y="1369219"/>
            <a:ext cx="5839257" cy="3263504"/>
          </a:xfrm>
        </p:spPr>
        <p:txBody>
          <a:bodyPr>
            <a:normAutofit/>
          </a:bodyPr>
          <a:lstStyle/>
          <a:p>
            <a:r>
              <a:rPr lang="id-ID" sz="1350" dirty="0">
                <a:latin typeface="+mj-lt"/>
              </a:rPr>
              <a:t>Berdasarkan iterasi pada ketiga pohon dengan melakukan </a:t>
            </a:r>
            <a:r>
              <a:rPr lang="id-ID" sz="1350" dirty="0" err="1">
                <a:latin typeface="+mj-lt"/>
              </a:rPr>
              <a:t>bagging</a:t>
            </a:r>
            <a:r>
              <a:rPr lang="id-ID" sz="1350" dirty="0">
                <a:latin typeface="+mj-lt"/>
              </a:rPr>
              <a:t> terhadap </a:t>
            </a:r>
            <a:r>
              <a:rPr lang="id-ID" sz="1350" dirty="0" err="1">
                <a:latin typeface="+mj-lt"/>
              </a:rPr>
              <a:t>dataset</a:t>
            </a:r>
            <a:r>
              <a:rPr lang="id-ID" sz="1350" dirty="0">
                <a:latin typeface="+mj-lt"/>
              </a:rPr>
              <a:t> yang tersedia, maka hasilnya adalah atribut Sesak Nafas menjadi atribut terbaik dan layak untuk menjadi Akar karena memiliki nilai </a:t>
            </a:r>
            <a:r>
              <a:rPr lang="id-ID" sz="1350" dirty="0" err="1">
                <a:latin typeface="+mj-lt"/>
              </a:rPr>
              <a:t>gini</a:t>
            </a:r>
            <a:r>
              <a:rPr lang="id-ID" sz="1350" dirty="0">
                <a:latin typeface="+mj-lt"/>
              </a:rPr>
              <a:t> </a:t>
            </a:r>
            <a:r>
              <a:rPr lang="id-ID" sz="1350" dirty="0" err="1">
                <a:latin typeface="+mj-lt"/>
              </a:rPr>
              <a:t>split</a:t>
            </a:r>
            <a:r>
              <a:rPr lang="id-ID" sz="1350" dirty="0">
                <a:latin typeface="+mj-lt"/>
              </a:rPr>
              <a:t> terkecil.</a:t>
            </a:r>
          </a:p>
          <a:p>
            <a:r>
              <a:rPr lang="id-ID" sz="1350" dirty="0">
                <a:latin typeface="+mj-lt"/>
              </a:rPr>
              <a:t>Walaupun atribut Batuk berhasil menjadi atribut terbaik pada pohon ketiga, itu hanya disebabkan </a:t>
            </a:r>
            <a:r>
              <a:rPr lang="id-ID" sz="1350" dirty="0" err="1">
                <a:latin typeface="+mj-lt"/>
              </a:rPr>
              <a:t>bagging</a:t>
            </a:r>
            <a:r>
              <a:rPr lang="id-ID" sz="1350" dirty="0">
                <a:latin typeface="+mj-lt"/>
              </a:rPr>
              <a:t> yang dilakukan terhadap atribut Sesak Nafas. Sehingga jika dilakukan iterasi pohon secara terus menerus dan melibatkan atribut Sesak Nafas, akan dipastikan bahwa atribut Sesak Nafas akan menjadi atribut terbaik dan menjadi akar.</a:t>
            </a:r>
          </a:p>
        </p:txBody>
      </p:sp>
    </p:spTree>
    <p:extLst>
      <p:ext uri="{BB962C8B-B14F-4D97-AF65-F5344CB8AC3E}">
        <p14:creationId xmlns:p14="http://schemas.microsoft.com/office/powerpoint/2010/main" val="17696804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53DB3B9E-0946-4C05-B8FD-53181A308FB1}"/>
              </a:ext>
            </a:extLst>
          </p:cNvPr>
          <p:cNvSpPr>
            <a:spLocks noGrp="1"/>
          </p:cNvSpPr>
          <p:nvPr>
            <p:ph type="title"/>
          </p:nvPr>
        </p:nvSpPr>
        <p:spPr/>
        <p:txBody>
          <a:bodyPr/>
          <a:lstStyle/>
          <a:p>
            <a:r>
              <a:rPr lang="id-ID" dirty="0"/>
              <a:t>Random </a:t>
            </a:r>
            <a:r>
              <a:rPr lang="id-ID" dirty="0" err="1"/>
              <a:t>Forest</a:t>
            </a:r>
            <a:r>
              <a:rPr lang="id-ID" dirty="0"/>
              <a:t> </a:t>
            </a:r>
            <a:r>
              <a:rPr lang="id-ID" dirty="0" err="1"/>
              <a:t>Regression</a:t>
            </a:r>
            <a:endParaRPr lang="en-US" dirty="0"/>
          </a:p>
        </p:txBody>
      </p:sp>
      <p:sp>
        <p:nvSpPr>
          <p:cNvPr id="3" name="Tampungan Konten 2">
            <a:extLst>
              <a:ext uri="{FF2B5EF4-FFF2-40B4-BE49-F238E27FC236}">
                <a16:creationId xmlns:a16="http://schemas.microsoft.com/office/drawing/2014/main" id="{DDECD5AE-A79F-41A9-8EE2-614DA44944CE}"/>
              </a:ext>
            </a:extLst>
          </p:cNvPr>
          <p:cNvSpPr>
            <a:spLocks noGrp="1"/>
          </p:cNvSpPr>
          <p:nvPr>
            <p:ph idx="1"/>
          </p:nvPr>
        </p:nvSpPr>
        <p:spPr/>
        <p:txBody>
          <a:bodyPr>
            <a:normAutofit/>
          </a:bodyPr>
          <a:lstStyle/>
          <a:p>
            <a:r>
              <a:rPr lang="id-ID" sz="1800" dirty="0">
                <a:latin typeface="+mj-lt"/>
              </a:rPr>
              <a:t>Sama saja. Perbedaannya pada hasil yang didapatkan.</a:t>
            </a:r>
          </a:p>
          <a:p>
            <a:r>
              <a:rPr lang="id-ID" sz="1800" dirty="0">
                <a:latin typeface="+mj-lt"/>
              </a:rPr>
              <a:t>Pada regresi, hasil bersifat numerik, sehingga untuk mendapatkan nilai akhirnya dengan cara menghitung median atau </a:t>
            </a:r>
            <a:r>
              <a:rPr lang="id-ID" sz="1800" dirty="0" err="1">
                <a:latin typeface="+mj-lt"/>
              </a:rPr>
              <a:t>mean</a:t>
            </a:r>
            <a:r>
              <a:rPr lang="id-ID" sz="1800" dirty="0">
                <a:latin typeface="+mj-lt"/>
              </a:rPr>
              <a:t> dari keseluruhan pohon.</a:t>
            </a:r>
          </a:p>
          <a:p>
            <a:r>
              <a:rPr lang="id-ID" sz="1800" dirty="0">
                <a:latin typeface="+mj-lt"/>
              </a:rPr>
              <a:t>Akan lebih paham nanti setelah memahami materi regresi.</a:t>
            </a:r>
            <a:endParaRPr lang="en-US" sz="1800" dirty="0">
              <a:latin typeface="+mj-lt"/>
            </a:endParaRPr>
          </a:p>
        </p:txBody>
      </p:sp>
    </p:spTree>
    <p:extLst>
      <p:ext uri="{BB962C8B-B14F-4D97-AF65-F5344CB8AC3E}">
        <p14:creationId xmlns:p14="http://schemas.microsoft.com/office/powerpoint/2010/main" val="796439548"/>
      </p:ext>
    </p:extLst>
  </p:cSld>
  <p:clrMapOvr>
    <a:masterClrMapping/>
  </p:clrMapOvr>
</p:sld>
</file>

<file path=ppt/theme/theme1.xml><?xml version="1.0" encoding="utf-8"?>
<a:theme xmlns:a="http://schemas.openxmlformats.org/drawingml/2006/main" name="tema multinity tiktok">
  <a:themeElements>
    <a:clrScheme name="Tema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a multinity tiktok" id="{604CF13D-E250-41B9-9F22-431C883A0A91}" vid="{6FE4486C-6758-4271-8C6D-E5041D23D65B}"/>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tema multinity tiktok</Template>
  <TotalTime>1939</TotalTime>
  <Words>3726</Words>
  <Application>Microsoft Office PowerPoint</Application>
  <PresentationFormat>Kustom</PresentationFormat>
  <Paragraphs>1054</Paragraphs>
  <Slides>56</Slides>
  <Notes>3</Notes>
  <HiddenSlides>0</HiddenSlides>
  <MMClips>0</MMClips>
  <ScaleCrop>false</ScaleCrop>
  <HeadingPairs>
    <vt:vector size="8" baseType="variant">
      <vt:variant>
        <vt:lpstr>Font Dipakai</vt:lpstr>
      </vt:variant>
      <vt:variant>
        <vt:i4>5</vt:i4>
      </vt:variant>
      <vt:variant>
        <vt:lpstr>Tema</vt:lpstr>
      </vt:variant>
      <vt:variant>
        <vt:i4>1</vt:i4>
      </vt:variant>
      <vt:variant>
        <vt:lpstr>Server OLE Tertanam</vt:lpstr>
      </vt:variant>
      <vt:variant>
        <vt:i4>1</vt:i4>
      </vt:variant>
      <vt:variant>
        <vt:lpstr>Judul Slide</vt:lpstr>
      </vt:variant>
      <vt:variant>
        <vt:i4>56</vt:i4>
      </vt:variant>
    </vt:vector>
  </HeadingPairs>
  <TitlesOfParts>
    <vt:vector size="63" baseType="lpstr">
      <vt:lpstr>Arial</vt:lpstr>
      <vt:lpstr>Symbol</vt:lpstr>
      <vt:lpstr>Calibri</vt:lpstr>
      <vt:lpstr>Cambria Math</vt:lpstr>
      <vt:lpstr>Calibri Light</vt:lpstr>
      <vt:lpstr>tema multinity tiktok</vt:lpstr>
      <vt:lpstr>Visio</vt:lpstr>
      <vt:lpstr>Decision Tree and Random Forest</vt:lpstr>
      <vt:lpstr>Tentang Saya</vt:lpstr>
      <vt:lpstr>Disclaimer</vt:lpstr>
      <vt:lpstr>Referensi</vt:lpstr>
      <vt:lpstr>Decision Tree</vt:lpstr>
      <vt:lpstr>Decision tree dalam keseharian</vt:lpstr>
      <vt:lpstr>Ide dasar Decision tree</vt:lpstr>
      <vt:lpstr>Struktur Pohon</vt:lpstr>
      <vt:lpstr>Kenapa harus mencari root node?</vt:lpstr>
      <vt:lpstr>Bagaimana cara mencari root?</vt:lpstr>
      <vt:lpstr>Apa itu entropi?</vt:lpstr>
      <vt:lpstr>Contoh sederhana</vt:lpstr>
      <vt:lpstr>Visualisasi Entropi</vt:lpstr>
      <vt:lpstr>Kesimpulan Entropi</vt:lpstr>
      <vt:lpstr>Apa itu Information Gain?</vt:lpstr>
      <vt:lpstr>Contoh kasus</vt:lpstr>
      <vt:lpstr>Penyelesaian</vt:lpstr>
      <vt:lpstr>Penyelesaian</vt:lpstr>
      <vt:lpstr>Perbedaan ID3 dan C5.0</vt:lpstr>
      <vt:lpstr>Menghitung Gain Ratio</vt:lpstr>
      <vt:lpstr>Contoh kasus</vt:lpstr>
      <vt:lpstr>Kasus Decision Tree</vt:lpstr>
      <vt:lpstr>Buat tabel kontingensi</vt:lpstr>
      <vt:lpstr>Hitung entropi Outlook</vt:lpstr>
      <vt:lpstr>Hitung entropi Temperature</vt:lpstr>
      <vt:lpstr>Hitung entropi Humidity</vt:lpstr>
      <vt:lpstr>Hitung entropi Wind</vt:lpstr>
      <vt:lpstr>Hitung entropi Total</vt:lpstr>
      <vt:lpstr>Hitung Information Gain</vt:lpstr>
      <vt:lpstr>Hasil keseluruhan</vt:lpstr>
      <vt:lpstr>Struktur Pohon yang dihasilkan</vt:lpstr>
      <vt:lpstr>Lakukan pencarian cabang</vt:lpstr>
      <vt:lpstr>Struktur Pohon yang dihasilkan</vt:lpstr>
      <vt:lpstr>Lakukan pencarian cabang</vt:lpstr>
      <vt:lpstr>Struktur Pohon yang dihasilkan</vt:lpstr>
      <vt:lpstr>Aturan yang dihasilkan</vt:lpstr>
      <vt:lpstr>Random Forest</vt:lpstr>
      <vt:lpstr>Ide Random Forest</vt:lpstr>
      <vt:lpstr>Probabilitas</vt:lpstr>
      <vt:lpstr>Apa buktinya?</vt:lpstr>
      <vt:lpstr>Terlihat berbeda jika...</vt:lpstr>
      <vt:lpstr>Random Forest adalah...</vt:lpstr>
      <vt:lpstr>Cara kerja RF</vt:lpstr>
      <vt:lpstr>Kenapa Random Forest?</vt:lpstr>
      <vt:lpstr>Lebih jelas...</vt:lpstr>
      <vt:lpstr>Contoh kasus</vt:lpstr>
      <vt:lpstr>Iterasi Pohon 1</vt:lpstr>
      <vt:lpstr>Iterasi Pohon 1</vt:lpstr>
      <vt:lpstr>Iterasi Pohon 1</vt:lpstr>
      <vt:lpstr>Iterasi Pohon 1</vt:lpstr>
      <vt:lpstr>Iterasi Pohon 2</vt:lpstr>
      <vt:lpstr>Iterasi Pohon 2</vt:lpstr>
      <vt:lpstr>Iterasi Pohon 3</vt:lpstr>
      <vt:lpstr>Iterasi Pohon 3</vt:lpstr>
      <vt:lpstr>Hasil Akhir</vt:lpstr>
      <vt:lpstr>Random Forest Regression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Pengantar Data Mining</dc:title>
  <dc:creator>365 Pro Plus</dc:creator>
  <cp:lastModifiedBy>365 Pro Plus</cp:lastModifiedBy>
  <cp:revision>1</cp:revision>
  <dcterms:created xsi:type="dcterms:W3CDTF">2020-11-01T13:39:27Z</dcterms:created>
  <dcterms:modified xsi:type="dcterms:W3CDTF">2021-09-08T16:38:19Z</dcterms:modified>
</cp:coreProperties>
</file>